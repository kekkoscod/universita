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4"/>
  </p:sldMasterIdLst>
  <p:notesMasterIdLst>
    <p:notesMasterId r:id="rId98"/>
  </p:notesMasterIdLst>
  <p:handoutMasterIdLst>
    <p:handoutMasterId r:id="rId99"/>
  </p:handoutMasterIdLst>
  <p:sldIdLst>
    <p:sldId id="256" r:id="rId5"/>
    <p:sldId id="342" r:id="rId6"/>
    <p:sldId id="341" r:id="rId7"/>
    <p:sldId id="343" r:id="rId8"/>
    <p:sldId id="344" r:id="rId9"/>
    <p:sldId id="345" r:id="rId10"/>
    <p:sldId id="346" r:id="rId11"/>
    <p:sldId id="347" r:id="rId12"/>
    <p:sldId id="348" r:id="rId13"/>
    <p:sldId id="349" r:id="rId14"/>
    <p:sldId id="426" r:id="rId15"/>
    <p:sldId id="350" r:id="rId16"/>
    <p:sldId id="351" r:id="rId17"/>
    <p:sldId id="352" r:id="rId18"/>
    <p:sldId id="353" r:id="rId19"/>
    <p:sldId id="354" r:id="rId20"/>
    <p:sldId id="356" r:id="rId21"/>
    <p:sldId id="427" r:id="rId22"/>
    <p:sldId id="370" r:id="rId23"/>
    <p:sldId id="357" r:id="rId24"/>
    <p:sldId id="358" r:id="rId25"/>
    <p:sldId id="359" r:id="rId26"/>
    <p:sldId id="360" r:id="rId27"/>
    <p:sldId id="361" r:id="rId28"/>
    <p:sldId id="428" r:id="rId29"/>
    <p:sldId id="362" r:id="rId30"/>
    <p:sldId id="371" r:id="rId31"/>
    <p:sldId id="363" r:id="rId32"/>
    <p:sldId id="364" r:id="rId33"/>
    <p:sldId id="365" r:id="rId34"/>
    <p:sldId id="366" r:id="rId35"/>
    <p:sldId id="424" r:id="rId36"/>
    <p:sldId id="367" r:id="rId37"/>
    <p:sldId id="368" r:id="rId38"/>
    <p:sldId id="434" r:id="rId39"/>
    <p:sldId id="369" r:id="rId40"/>
    <p:sldId id="429" r:id="rId41"/>
    <p:sldId id="373" r:id="rId42"/>
    <p:sldId id="430" r:id="rId43"/>
    <p:sldId id="372" r:id="rId44"/>
    <p:sldId id="431" r:id="rId45"/>
    <p:sldId id="375" r:id="rId46"/>
    <p:sldId id="376" r:id="rId47"/>
    <p:sldId id="377" r:id="rId48"/>
    <p:sldId id="378" r:id="rId49"/>
    <p:sldId id="433" r:id="rId50"/>
    <p:sldId id="379" r:id="rId51"/>
    <p:sldId id="380" r:id="rId52"/>
    <p:sldId id="381" r:id="rId53"/>
    <p:sldId id="432" r:id="rId54"/>
    <p:sldId id="401" r:id="rId55"/>
    <p:sldId id="382" r:id="rId56"/>
    <p:sldId id="383" r:id="rId57"/>
    <p:sldId id="436" r:id="rId58"/>
    <p:sldId id="384" r:id="rId59"/>
    <p:sldId id="435" r:id="rId60"/>
    <p:sldId id="385" r:id="rId61"/>
    <p:sldId id="386" r:id="rId62"/>
    <p:sldId id="437" r:id="rId63"/>
    <p:sldId id="387" r:id="rId64"/>
    <p:sldId id="388" r:id="rId65"/>
    <p:sldId id="389" r:id="rId66"/>
    <p:sldId id="390" r:id="rId67"/>
    <p:sldId id="391" r:id="rId68"/>
    <p:sldId id="392" r:id="rId69"/>
    <p:sldId id="393" r:id="rId70"/>
    <p:sldId id="394" r:id="rId71"/>
    <p:sldId id="395" r:id="rId72"/>
    <p:sldId id="396" r:id="rId73"/>
    <p:sldId id="422" r:id="rId74"/>
    <p:sldId id="421" r:id="rId75"/>
    <p:sldId id="397" r:id="rId76"/>
    <p:sldId id="398" r:id="rId77"/>
    <p:sldId id="399" r:id="rId78"/>
    <p:sldId id="402" r:id="rId79"/>
    <p:sldId id="425" r:id="rId80"/>
    <p:sldId id="423" r:id="rId81"/>
    <p:sldId id="400" r:id="rId82"/>
    <p:sldId id="403" r:id="rId83"/>
    <p:sldId id="404" r:id="rId84"/>
    <p:sldId id="405" r:id="rId85"/>
    <p:sldId id="406" r:id="rId86"/>
    <p:sldId id="407" r:id="rId87"/>
    <p:sldId id="408" r:id="rId88"/>
    <p:sldId id="441" r:id="rId89"/>
    <p:sldId id="409" r:id="rId90"/>
    <p:sldId id="410" r:id="rId91"/>
    <p:sldId id="411" r:id="rId92"/>
    <p:sldId id="412" r:id="rId93"/>
    <p:sldId id="413" r:id="rId94"/>
    <p:sldId id="438" r:id="rId95"/>
    <p:sldId id="439" r:id="rId96"/>
    <p:sldId id="440" r:id="rId97"/>
  </p:sldIdLst>
  <p:sldSz cx="9720263" cy="6480175"/>
  <p:notesSz cx="7099300" cy="10234613"/>
  <p:defaultTextStyle>
    <a:defPPr>
      <a:defRPr lang="en-GB"/>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757">
          <p15:clr>
            <a:srgbClr val="A4A3A4"/>
          </p15:clr>
        </p15:guide>
        <p15:guide id="2" pos="203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757"/>
        <p:guide pos="203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heme" Target="theme/theme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notesMaster" Target="notesMasters/notes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2D279DF9-4AD7-A03B-23F7-C667F86E60BE}"/>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86845" tIns="43422" rIns="86845" bIns="43422" numCol="1" anchor="t" anchorCtr="0" compatLnSpc="1">
            <a:prstTxWarp prst="textNoShape">
              <a:avLst/>
            </a:prstTxWarp>
          </a:bodyPr>
          <a:lstStyle>
            <a:lvl1pPr defTabSz="868363" eaLnBrk="0" hangingPunct="0">
              <a:spcBef>
                <a:spcPct val="0"/>
              </a:spcBef>
              <a:defRPr sz="1100">
                <a:latin typeface="Times New Roman" charset="0"/>
                <a:ea typeface="ＭＳ Ｐゴシック" charset="0"/>
                <a:cs typeface="ＭＳ Ｐゴシック" charset="0"/>
              </a:defRPr>
            </a:lvl1pPr>
          </a:lstStyle>
          <a:p>
            <a:pPr>
              <a:defRPr/>
            </a:pPr>
            <a:endParaRPr lang="it-IT"/>
          </a:p>
        </p:txBody>
      </p:sp>
      <p:sp>
        <p:nvSpPr>
          <p:cNvPr id="192515" name="Rectangle 3">
            <a:extLst>
              <a:ext uri="{FF2B5EF4-FFF2-40B4-BE49-F238E27FC236}">
                <a16:creationId xmlns:a16="http://schemas.microsoft.com/office/drawing/2014/main" id="{76BB3497-D0B1-27BB-FAC1-20288668FABB}"/>
              </a:ext>
            </a:extLst>
          </p:cNvPr>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86845" tIns="43422" rIns="86845" bIns="43422" numCol="1" anchor="t" anchorCtr="0" compatLnSpc="1">
            <a:prstTxWarp prst="textNoShape">
              <a:avLst/>
            </a:prstTxWarp>
          </a:bodyPr>
          <a:lstStyle>
            <a:lvl1pPr algn="r" defTabSz="868363" eaLnBrk="0" hangingPunct="0">
              <a:spcBef>
                <a:spcPct val="0"/>
              </a:spcBef>
              <a:defRPr sz="1100">
                <a:latin typeface="Times New Roman" charset="0"/>
                <a:ea typeface="ＭＳ Ｐゴシック" charset="0"/>
                <a:cs typeface="ＭＳ Ｐゴシック" charset="0"/>
              </a:defRPr>
            </a:lvl1pPr>
          </a:lstStyle>
          <a:p>
            <a:pPr>
              <a:defRPr/>
            </a:pPr>
            <a:endParaRPr lang="it-IT"/>
          </a:p>
        </p:txBody>
      </p:sp>
      <p:sp>
        <p:nvSpPr>
          <p:cNvPr id="192516" name="Rectangle 4">
            <a:extLst>
              <a:ext uri="{FF2B5EF4-FFF2-40B4-BE49-F238E27FC236}">
                <a16:creationId xmlns:a16="http://schemas.microsoft.com/office/drawing/2014/main" id="{B7349606-A74B-AB4E-84AD-2052A42ED447}"/>
              </a:ext>
            </a:extLst>
          </p:cNvPr>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86845" tIns="43422" rIns="86845" bIns="43422" numCol="1" anchor="b" anchorCtr="0" compatLnSpc="1">
            <a:prstTxWarp prst="textNoShape">
              <a:avLst/>
            </a:prstTxWarp>
          </a:bodyPr>
          <a:lstStyle>
            <a:lvl1pPr defTabSz="868363" eaLnBrk="0" hangingPunct="0">
              <a:spcBef>
                <a:spcPct val="0"/>
              </a:spcBef>
              <a:defRPr sz="1100">
                <a:latin typeface="Times New Roman" charset="0"/>
                <a:ea typeface="ＭＳ Ｐゴシック" charset="0"/>
                <a:cs typeface="ＭＳ Ｐゴシック" charset="0"/>
              </a:defRPr>
            </a:lvl1pPr>
          </a:lstStyle>
          <a:p>
            <a:pPr>
              <a:defRPr/>
            </a:pPr>
            <a:endParaRPr lang="it-IT"/>
          </a:p>
        </p:txBody>
      </p:sp>
      <p:sp>
        <p:nvSpPr>
          <p:cNvPr id="192517" name="Rectangle 5">
            <a:extLst>
              <a:ext uri="{FF2B5EF4-FFF2-40B4-BE49-F238E27FC236}">
                <a16:creationId xmlns:a16="http://schemas.microsoft.com/office/drawing/2014/main" id="{683B62BD-380C-5E0D-362C-50A9474EF82A}"/>
              </a:ext>
            </a:extLst>
          </p:cNvPr>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86845" tIns="43422" rIns="86845" bIns="43422" numCol="1" anchor="b" anchorCtr="0" compatLnSpc="1">
            <a:prstTxWarp prst="textNoShape">
              <a:avLst/>
            </a:prstTxWarp>
          </a:bodyPr>
          <a:lstStyle>
            <a:lvl1pPr algn="r" defTabSz="868363" eaLnBrk="0" hangingPunct="0">
              <a:spcBef>
                <a:spcPct val="0"/>
              </a:spcBef>
              <a:defRPr sz="1100">
                <a:latin typeface="Times New Roman" panose="02020603050405020304" pitchFamily="18" charset="0"/>
              </a:defRPr>
            </a:lvl1pPr>
          </a:lstStyle>
          <a:p>
            <a:pPr>
              <a:defRPr/>
            </a:pPr>
            <a:fld id="{3D3CF8E7-2501-407F-9040-71A80D99B37D}" type="slidenum">
              <a:rPr lang="it-IT" altLang="it-IT"/>
              <a:pPr>
                <a:defRPr/>
              </a:pPr>
              <a:t>‹N›</a:t>
            </a:fld>
            <a:endParaRPr lang="it-IT" altLang="it-IT"/>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1">
            <a:extLst>
              <a:ext uri="{FF2B5EF4-FFF2-40B4-BE49-F238E27FC236}">
                <a16:creationId xmlns:a16="http://schemas.microsoft.com/office/drawing/2014/main" id="{DF2D070D-3124-7842-9286-D8D27621A5FE}"/>
              </a:ext>
            </a:extLst>
          </p:cNvPr>
          <p:cNvSpPr>
            <a:spLocks noGrp="1" noRot="1" noChangeAspect="1" noChangeArrowheads="1" noTextEdit="1"/>
          </p:cNvSpPr>
          <p:nvPr>
            <p:ph type="sldImg"/>
          </p:nvPr>
        </p:nvSpPr>
        <p:spPr bwMode="auto">
          <a:xfrm>
            <a:off x="892175" y="982663"/>
            <a:ext cx="5314950" cy="3543300"/>
          </a:xfrm>
          <a:prstGeom prst="rect">
            <a:avLst/>
          </a:prstGeom>
          <a:solidFill>
            <a:srgbClr val="FFFFFF"/>
          </a:solidFill>
          <a:ln w="9525">
            <a:solidFill>
              <a:srgbClr val="000000"/>
            </a:solidFill>
            <a:miter lim="800000"/>
            <a:headEnd/>
            <a:tailEnd/>
          </a:ln>
        </p:spPr>
      </p:sp>
      <p:sp>
        <p:nvSpPr>
          <p:cNvPr id="2050" name="Rectangle 2">
            <a:extLst>
              <a:ext uri="{FF2B5EF4-FFF2-40B4-BE49-F238E27FC236}">
                <a16:creationId xmlns:a16="http://schemas.microsoft.com/office/drawing/2014/main" id="{DFF1276E-EF38-416E-108D-5FE25195D420}"/>
              </a:ext>
            </a:extLst>
          </p:cNvPr>
          <p:cNvSpPr txBox="1">
            <a:spLocks noGrp="1" noChangeArrowheads="1"/>
          </p:cNvSpPr>
          <p:nvPr>
            <p:ph type="body" idx="1"/>
          </p:nvPr>
        </p:nvSpPr>
        <p:spPr bwMode="auto">
          <a:xfrm>
            <a:off x="1100138" y="4868863"/>
            <a:ext cx="4905375" cy="39322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it-IT" noProof="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ＭＳ Ｐゴシック" pitchFamily="-107" charset="-128"/>
        <a:cs typeface="ＭＳ Ｐゴシック" pitchFamily="-107" charset="-128"/>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ＭＳ Ｐゴシック" pitchFamily="-107" charset="-128"/>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ＭＳ Ｐゴシック" pitchFamily="-107" charset="-128"/>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ＭＳ Ｐゴシック" pitchFamily="-107" charset="-128"/>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ＭＳ Ｐゴシック" pitchFamily="-107"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1">
            <a:extLst>
              <a:ext uri="{FF2B5EF4-FFF2-40B4-BE49-F238E27FC236}">
                <a16:creationId xmlns:a16="http://schemas.microsoft.com/office/drawing/2014/main" id="{5F0151FF-C587-7B20-2D18-1612F816FA4C}"/>
              </a:ext>
            </a:extLst>
          </p:cNvPr>
          <p:cNvSpPr>
            <a:spLocks noGrp="1" noRot="1" noChangeAspect="1" noChangeArrowheads="1" noTextEdit="1"/>
          </p:cNvSpPr>
          <p:nvPr>
            <p:ph type="sldImg"/>
          </p:nvPr>
        </p:nvSpPr>
        <p:spPr>
          <a:ln/>
        </p:spPr>
      </p:sp>
      <p:sp>
        <p:nvSpPr>
          <p:cNvPr id="19459" name="Rectangle 2">
            <a:extLst>
              <a:ext uri="{FF2B5EF4-FFF2-40B4-BE49-F238E27FC236}">
                <a16:creationId xmlns:a16="http://schemas.microsoft.com/office/drawing/2014/main" id="{444F9B9F-621D-6B29-B2FF-2248E638E933}"/>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6845" tIns="43422" rIns="86845" bIns="43422" anchor="ctr"/>
          <a:lstStyle/>
          <a:p>
            <a:endParaRPr lang="it-IT" altLang="it-IT">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600EFAB7-9428-9E1A-A693-55E797D5BDC8}"/>
              </a:ext>
            </a:extLst>
          </p:cNvPr>
          <p:cNvSpPr>
            <a:spLocks noGrp="1" noRot="1" noChangeAspect="1" noChangeArrowheads="1" noTextEdit="1"/>
          </p:cNvSpPr>
          <p:nvPr>
            <p:ph type="sldImg"/>
          </p:nvPr>
        </p:nvSpPr>
        <p:spPr>
          <a:xfrm>
            <a:off x="671513" y="768350"/>
            <a:ext cx="5756275" cy="3836988"/>
          </a:xfrm>
          <a:noFill/>
          <a:ln/>
          <a:extLst>
            <a:ext uri="{909E8E84-426E-40DD-AFC4-6F175D3DCCD1}">
              <a14:hiddenFill xmlns:a14="http://schemas.microsoft.com/office/drawing/2010/main">
                <a:solidFill>
                  <a:srgbClr val="FFFFFF"/>
                </a:solidFill>
              </a14:hiddenFill>
            </a:ext>
          </a:extLst>
        </p:spPr>
      </p:sp>
      <p:sp>
        <p:nvSpPr>
          <p:cNvPr id="23554" name="Text Box 3">
            <a:extLst>
              <a:ext uri="{FF2B5EF4-FFF2-40B4-BE49-F238E27FC236}">
                <a16:creationId xmlns:a16="http://schemas.microsoft.com/office/drawing/2014/main" id="{B475C1AB-B0C8-EBEF-0A6D-04126E156E7C}"/>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a:ea typeface="ＭＳ Ｐゴシック" panose="020B0600070205080204" pitchFamily="34" charset="-128"/>
              </a:rPr>
              <a:t>Come si può vedere, la definizione di Algebra Astratta è estremamente generale. Una serie di ulteriori proprietà specificano Algebre particolari, come l’Algebra di Boole.</a:t>
            </a:r>
          </a:p>
          <a:p>
            <a:r>
              <a:rPr lang="it-IT" altLang="it-IT">
                <a:ea typeface="ＭＳ Ｐゴシック" panose="020B0600070205080204" pitchFamily="34" charset="-128"/>
              </a:rPr>
              <a:t>L’approccio è molto simile a quanto avviene, ad esempio, nella teoria dei gruppi e nell’algebra lineare. L’idea di fondo è quella di usare come punto di partenza la definizione di un insieme con una o più leggi di composizione dotate di alcune proprietà minime, che consentono di dimostrare una serie –a volte molto articolata– di proprietà ulteriori. La teoria costruita in tal modo si applicherà indfferentemente a qualsiasi porzione di realtà per la quale si possano ritenere valide le proprietà di partenza.</a:t>
            </a:r>
          </a:p>
          <a:p>
            <a:r>
              <a:rPr lang="it-IT" altLang="it-IT">
                <a:ea typeface="ＭＳ Ｐゴシック" panose="020B0600070205080204" pitchFamily="34" charset="-128"/>
              </a:rPr>
              <a:t>“+” e “·” sono anche dette funzioni fondamentali dell'algebra. Possono essere indicate and come OR (+) e AND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2E69F48B-C1A9-BBC0-CADC-8C7DD12D33ED}"/>
              </a:ext>
            </a:extLst>
          </p:cNvPr>
          <p:cNvSpPr>
            <a:spLocks noGrp="1" noRot="1" noChangeAspect="1" noChangeArrowheads="1" noTextEdit="1"/>
          </p:cNvSpPr>
          <p:nvPr>
            <p:ph type="sldImg"/>
          </p:nvPr>
        </p:nvSpPr>
        <p:spPr>
          <a:xfrm>
            <a:off x="671513" y="768350"/>
            <a:ext cx="5756275" cy="3836988"/>
          </a:xfrm>
          <a:noFill/>
          <a:ln/>
          <a:extLst>
            <a:ext uri="{909E8E84-426E-40DD-AFC4-6F175D3DCCD1}">
              <a14:hiddenFill xmlns:a14="http://schemas.microsoft.com/office/drawing/2010/main">
                <a:solidFill>
                  <a:srgbClr val="FFFFFF"/>
                </a:solidFill>
              </a14:hiddenFill>
            </a:ext>
          </a:extLst>
        </p:spPr>
      </p:sp>
      <p:sp>
        <p:nvSpPr>
          <p:cNvPr id="25602" name="Text Box 3">
            <a:extLst>
              <a:ext uri="{FF2B5EF4-FFF2-40B4-BE49-F238E27FC236}">
                <a16:creationId xmlns:a16="http://schemas.microsoft.com/office/drawing/2014/main" id="{03E7F993-5ADA-7959-0261-98B26A5E969B}"/>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a:ea typeface="ＭＳ Ｐゴシック" panose="020B0600070205080204" pitchFamily="34" charset="-128"/>
              </a:rPr>
              <a:t>Il fatto che esistano diverse definizioni possibili non significa che le caratteristiche essenziali dell’Algebra di Boole non siano univoche. Se un insieme di proprietà implica l’altro, è chiaro che possono essere usati indifferentemente per definire la struttura.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81334988-3154-04D6-5BF7-E7182032D170}"/>
              </a:ext>
            </a:extLst>
          </p:cNvPr>
          <p:cNvSpPr>
            <a:spLocks noGrp="1" noRot="1" noChangeAspect="1" noChangeArrowheads="1" noTextEdit="1"/>
          </p:cNvSpPr>
          <p:nvPr>
            <p:ph type="sldImg"/>
          </p:nvPr>
        </p:nvSpPr>
        <p:spPr>
          <a:xfrm>
            <a:off x="671513" y="768350"/>
            <a:ext cx="5756275" cy="3836988"/>
          </a:xfrm>
          <a:noFill/>
          <a:ln/>
          <a:extLst>
            <a:ext uri="{909E8E84-426E-40DD-AFC4-6F175D3DCCD1}">
              <a14:hiddenFill xmlns:a14="http://schemas.microsoft.com/office/drawing/2010/main">
                <a:solidFill>
                  <a:srgbClr val="FFFFFF"/>
                </a:solidFill>
              </a14:hiddenFill>
            </a:ext>
          </a:extLst>
        </p:spPr>
      </p:sp>
      <p:sp>
        <p:nvSpPr>
          <p:cNvPr id="27650" name="Text Box 3">
            <a:extLst>
              <a:ext uri="{FF2B5EF4-FFF2-40B4-BE49-F238E27FC236}">
                <a16:creationId xmlns:a16="http://schemas.microsoft.com/office/drawing/2014/main" id="{935463AA-3FCC-9ABD-FE8C-6DE0725A7F07}"/>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a:ea typeface="ＭＳ Ｐゴシック" panose="020B0600070205080204" pitchFamily="34" charset="-128"/>
              </a:rPr>
              <a:t>La proprietà associativa ci dice che le due operazioni binare possono essere generalizzate a funzioni di più di due ingressi.</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AAAA5B2-2BE8-A900-E163-9F4C37766AE4}"/>
              </a:ext>
            </a:extLst>
          </p:cNvPr>
          <p:cNvSpPr>
            <a:spLocks noGrp="1" noRot="1" noChangeAspect="1" noChangeArrowheads="1" noTextEdit="1"/>
          </p:cNvSpPr>
          <p:nvPr>
            <p:ph type="sldImg"/>
          </p:nvPr>
        </p:nvSpPr>
        <p:spPr>
          <a:xfrm>
            <a:off x="671513" y="768350"/>
            <a:ext cx="5756275" cy="3836988"/>
          </a:xfrm>
          <a:noFill/>
          <a:ln/>
          <a:extLst>
            <a:ext uri="{909E8E84-426E-40DD-AFC4-6F175D3DCCD1}">
              <a14:hiddenFill xmlns:a14="http://schemas.microsoft.com/office/drawing/2010/main">
                <a:solidFill>
                  <a:srgbClr val="FFFFFF"/>
                </a:solidFill>
              </a14:hiddenFill>
            </a:ext>
          </a:extLst>
        </p:spPr>
      </p:sp>
      <p:sp>
        <p:nvSpPr>
          <p:cNvPr id="29698" name="Text Box 3">
            <a:extLst>
              <a:ext uri="{FF2B5EF4-FFF2-40B4-BE49-F238E27FC236}">
                <a16:creationId xmlns:a16="http://schemas.microsoft.com/office/drawing/2014/main" id="{AC1893AB-2B17-0A82-08DB-0A81DA6C41C3}"/>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a:ea typeface="ＭＳ Ｐゴシック" panose="020B0600070205080204" pitchFamily="34" charset="-128"/>
              </a:rPr>
              <a:t>Osservate che l’insieme minimo di proprietà di un reticolo, prima elencate, è scelto in modo che la struttura, tra l’altro, goda di una delle proprietà fondamentali che ci aspettiamo dai reticoli, il fatto di possedere una relazione d’ordine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4C77034F-90E7-7FFB-1150-30E6EB710A66}"/>
              </a:ext>
            </a:extLst>
          </p:cNvPr>
          <p:cNvSpPr>
            <a:spLocks noGrp="1" noRot="1" noChangeAspect="1" noChangeArrowheads="1" noTextEdit="1"/>
          </p:cNvSpPr>
          <p:nvPr>
            <p:ph type="sldImg"/>
          </p:nvPr>
        </p:nvSpPr>
        <p:spPr>
          <a:xfrm>
            <a:off x="671513" y="768350"/>
            <a:ext cx="5756275" cy="3836988"/>
          </a:xfrm>
          <a:noFill/>
          <a:ln/>
          <a:extLst>
            <a:ext uri="{909E8E84-426E-40DD-AFC4-6F175D3DCCD1}">
              <a14:hiddenFill xmlns:a14="http://schemas.microsoft.com/office/drawing/2010/main">
                <a:solidFill>
                  <a:srgbClr val="FFFFFF"/>
                </a:solidFill>
              </a14:hiddenFill>
            </a:ext>
          </a:extLst>
        </p:spPr>
      </p:sp>
      <p:sp>
        <p:nvSpPr>
          <p:cNvPr id="38914" name="Text Box 3">
            <a:extLst>
              <a:ext uri="{FF2B5EF4-FFF2-40B4-BE49-F238E27FC236}">
                <a16:creationId xmlns:a16="http://schemas.microsoft.com/office/drawing/2014/main" id="{D2C4A95C-75A2-BD12-0F42-649BAD6BA256}"/>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a:ea typeface="ＭＳ Ｐゴシック" panose="020B0600070205080204" pitchFamily="34" charset="-128"/>
              </a:rPr>
              <a:t>La definizione formale di “livello di una variabile” data nel libro usa la ricorsione: il livello di una variabile </a:t>
            </a:r>
            <a:r>
              <a:rPr lang="it-IT" altLang="it-IT" i="1">
                <a:ea typeface="ＭＳ Ｐゴシック" panose="020B0600070205080204" pitchFamily="34" charset="-128"/>
              </a:rPr>
              <a:t>y</a:t>
            </a:r>
            <a:r>
              <a:rPr lang="it-IT" altLang="it-IT">
                <a:ea typeface="ＭＳ Ｐゴシック" panose="020B0600070205080204" pitchFamily="34" charset="-128"/>
              </a:rPr>
              <a:t> è il massimo del livelli delle variabili della </a:t>
            </a:r>
            <a:r>
              <a:rPr lang="it-IT" altLang="it-IT" i="1">
                <a:ea typeface="ＭＳ Ｐゴシック" panose="020B0600070205080204" pitchFamily="34" charset="-128"/>
              </a:rPr>
              <a:t>y</a:t>
            </a:r>
            <a:r>
              <a:rPr lang="it-IT" altLang="it-IT">
                <a:ea typeface="ＭＳ Ｐゴシック" panose="020B0600070205080204" pitchFamily="34" charset="-128"/>
              </a:rPr>
              <a:t>, vista come funzione, o è pari a 0 se la variabile è indipendente.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egnaposto immagine diapositiva 1">
            <a:extLst>
              <a:ext uri="{FF2B5EF4-FFF2-40B4-BE49-F238E27FC236}">
                <a16:creationId xmlns:a16="http://schemas.microsoft.com/office/drawing/2014/main" id="{C3441F42-D376-6943-2487-811ACD043079}"/>
              </a:ext>
            </a:extLst>
          </p:cNvPr>
          <p:cNvSpPr>
            <a:spLocks noGrp="1" noRot="1" noChangeAspect="1" noChangeArrowheads="1" noTextEdit="1"/>
          </p:cNvSpPr>
          <p:nvPr>
            <p:ph type="sldImg"/>
          </p:nvPr>
        </p:nvSpPr>
        <p:spPr>
          <a:ln/>
        </p:spPr>
      </p:sp>
      <p:sp>
        <p:nvSpPr>
          <p:cNvPr id="46082" name="Segnaposto note 2">
            <a:extLst>
              <a:ext uri="{FF2B5EF4-FFF2-40B4-BE49-F238E27FC236}">
                <a16:creationId xmlns:a16="http://schemas.microsoft.com/office/drawing/2014/main" id="{5E240D18-422D-4445-B2A7-C71D51CA3FE6}"/>
              </a:ext>
            </a:extLst>
          </p:cNvPr>
          <p:cNvSpPr txBox="1">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a:ea typeface="ＭＳ Ｐゴシック" panose="020B0600070205080204" pitchFamily="34" charset="-128"/>
              </a:rPr>
              <a:t>Logica Aristotelica: due negazioni corrispondono ad una affermazione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egnaposto immagine diapositiva 1">
            <a:extLst>
              <a:ext uri="{FF2B5EF4-FFF2-40B4-BE49-F238E27FC236}">
                <a16:creationId xmlns:a16="http://schemas.microsoft.com/office/drawing/2014/main" id="{2EB472D5-203A-103E-EB8A-B31EED0C7383}"/>
              </a:ext>
            </a:extLst>
          </p:cNvPr>
          <p:cNvSpPr>
            <a:spLocks noGrp="1" noRot="1" noChangeAspect="1" noChangeArrowheads="1" noTextEdit="1"/>
          </p:cNvSpPr>
          <p:nvPr>
            <p:ph type="sldImg"/>
          </p:nvPr>
        </p:nvSpPr>
        <p:spPr>
          <a:ln/>
        </p:spPr>
      </p:sp>
      <p:sp>
        <p:nvSpPr>
          <p:cNvPr id="48130" name="Segnaposto note 2">
            <a:extLst>
              <a:ext uri="{FF2B5EF4-FFF2-40B4-BE49-F238E27FC236}">
                <a16:creationId xmlns:a16="http://schemas.microsoft.com/office/drawing/2014/main" id="{03D3637F-2AE2-62FD-3566-F7038BF3136D}"/>
              </a:ext>
            </a:extLst>
          </p:cNvPr>
          <p:cNvSpPr txBox="1">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egnaposto immagine diapositiva 1">
            <a:extLst>
              <a:ext uri="{FF2B5EF4-FFF2-40B4-BE49-F238E27FC236}">
                <a16:creationId xmlns:a16="http://schemas.microsoft.com/office/drawing/2014/main" id="{80BA02D9-9E03-F2A2-8A8D-10810DEE81D8}"/>
              </a:ext>
            </a:extLst>
          </p:cNvPr>
          <p:cNvSpPr>
            <a:spLocks noGrp="1" noRot="1" noChangeAspect="1" noChangeArrowheads="1" noTextEdit="1"/>
          </p:cNvSpPr>
          <p:nvPr>
            <p:ph type="sldImg"/>
          </p:nvPr>
        </p:nvSpPr>
        <p:spPr>
          <a:ln/>
        </p:spPr>
      </p:sp>
      <p:sp>
        <p:nvSpPr>
          <p:cNvPr id="59394" name="Segnaposto note 2">
            <a:extLst>
              <a:ext uri="{FF2B5EF4-FFF2-40B4-BE49-F238E27FC236}">
                <a16:creationId xmlns:a16="http://schemas.microsoft.com/office/drawing/2014/main" id="{9D76AACE-0A23-76B7-708D-80642E5E69F1}"/>
              </a:ext>
            </a:extLst>
          </p:cNvPr>
          <p:cNvSpPr txBox="1">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egnaposto immagine diapositiva 1">
            <a:extLst>
              <a:ext uri="{FF2B5EF4-FFF2-40B4-BE49-F238E27FC236}">
                <a16:creationId xmlns:a16="http://schemas.microsoft.com/office/drawing/2014/main" id="{1FDFE496-3B57-E114-33A3-79E32C25A798}"/>
              </a:ext>
            </a:extLst>
          </p:cNvPr>
          <p:cNvSpPr>
            <a:spLocks noGrp="1" noRot="1" noChangeAspect="1" noChangeArrowheads="1" noTextEdit="1"/>
          </p:cNvSpPr>
          <p:nvPr>
            <p:ph type="sldImg"/>
          </p:nvPr>
        </p:nvSpPr>
        <p:spPr>
          <a:ln/>
        </p:spPr>
      </p:sp>
      <p:sp>
        <p:nvSpPr>
          <p:cNvPr id="64514" name="Segnaposto note 2">
            <a:extLst>
              <a:ext uri="{FF2B5EF4-FFF2-40B4-BE49-F238E27FC236}">
                <a16:creationId xmlns:a16="http://schemas.microsoft.com/office/drawing/2014/main" id="{AD4592D8-A2F3-ED26-4F02-E218DAD2A944}"/>
              </a:ext>
            </a:extLst>
          </p:cNvPr>
          <p:cNvSpPr txBox="1">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a:ea typeface="ＭＳ Ｐゴシック" panose="020B0600070205080204" pitchFamily="34" charset="-128"/>
              </a:rPr>
              <a:t>Analogia con la teoria degli Insiemi</a:t>
            </a:r>
          </a:p>
          <a:p>
            <a:r>
              <a:rPr lang="it-IT" altLang="it-IT">
                <a:ea typeface="ＭＳ Ｐゴシック" panose="020B0600070205080204" pitchFamily="34" charset="-128"/>
              </a:rPr>
              <a:t>Più di una analogia: l’Algebra di Boole e l’Algebra degli insiemi sono due strutture Omomorfe</a:t>
            </a:r>
          </a:p>
          <a:p>
            <a:endParaRPr lang="it-IT" altLang="it-IT">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E3872E44-B70D-FC3E-DE8A-9A407F6F2F29}"/>
              </a:ext>
            </a:extLst>
          </p:cNvPr>
          <p:cNvSpPr>
            <a:spLocks noGrp="1" noRot="1" noChangeAspect="1" noChangeArrowheads="1" noTextEdit="1"/>
          </p:cNvSpPr>
          <p:nvPr>
            <p:ph type="sldImg"/>
          </p:nvPr>
        </p:nvSpPr>
        <p:spPr>
          <a:xfrm>
            <a:off x="671513" y="768350"/>
            <a:ext cx="5756275" cy="3836988"/>
          </a:xfrm>
          <a:noFill/>
          <a:ln/>
          <a:extLst>
            <a:ext uri="{909E8E84-426E-40DD-AFC4-6F175D3DCCD1}">
              <a14:hiddenFill xmlns:a14="http://schemas.microsoft.com/office/drawing/2010/main">
                <a:solidFill>
                  <a:srgbClr val="FFFFFF"/>
                </a:solidFill>
              </a14:hiddenFill>
            </a:ext>
          </a:extLst>
        </p:spPr>
      </p:sp>
      <p:sp>
        <p:nvSpPr>
          <p:cNvPr id="111618" name="Text Box 3">
            <a:extLst>
              <a:ext uri="{FF2B5EF4-FFF2-40B4-BE49-F238E27FC236}">
                <a16:creationId xmlns:a16="http://schemas.microsoft.com/office/drawing/2014/main" id="{D3DEC1C0-C7B4-B7E1-EFA3-186F39AB461D}"/>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a:ea typeface="ＭＳ Ｐゴシック" panose="020B0600070205080204" pitchFamily="34" charset="-128"/>
              </a:rPr>
              <a:t>In particolare, la </a:t>
            </a:r>
            <a:r>
              <a:rPr lang="it-IT" altLang="it-IT" i="1">
                <a:ea typeface="ＭＳ Ｐゴシック" panose="020B0600070205080204" pitchFamily="34" charset="-128"/>
              </a:rPr>
              <a:t>F</a:t>
            </a:r>
            <a:r>
              <a:rPr lang="it-IT" altLang="it-IT">
                <a:ea typeface="ＭＳ Ｐゴシック" panose="020B0600070205080204" pitchFamily="34" charset="-128"/>
              </a:rPr>
              <a:t>  potrebbe essere un vettore di funzioni elementari (AND, OR, NOT)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D2C4F182-9771-976E-140C-792B59833DE1}"/>
              </a:ext>
            </a:extLst>
          </p:cNvPr>
          <p:cNvSpPr>
            <a:spLocks noGrp="1" noRot="1" noChangeAspect="1" noChangeArrowheads="1" noTextEdit="1"/>
          </p:cNvSpPr>
          <p:nvPr>
            <p:ph type="sldImg"/>
          </p:nvPr>
        </p:nvSpPr>
        <p:spPr>
          <a:xfrm>
            <a:off x="671513" y="768350"/>
            <a:ext cx="5756275" cy="3836988"/>
          </a:xfrm>
          <a:noFill/>
          <a:ln/>
          <a:extLst>
            <a:ext uri="{909E8E84-426E-40DD-AFC4-6F175D3DCCD1}">
              <a14:hiddenFill xmlns:a14="http://schemas.microsoft.com/office/drawing/2010/main">
                <a:solidFill>
                  <a:srgbClr val="FFFFFF"/>
                </a:solidFill>
              </a14:hiddenFill>
            </a:ext>
          </a:extLst>
        </p:spPr>
      </p:sp>
      <p:sp>
        <p:nvSpPr>
          <p:cNvPr id="120834" name="Text Box 3">
            <a:extLst>
              <a:ext uri="{FF2B5EF4-FFF2-40B4-BE49-F238E27FC236}">
                <a16:creationId xmlns:a16="http://schemas.microsoft.com/office/drawing/2014/main" id="{47A8BF1C-EBD1-80AE-ED8A-866BA7610C56}"/>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a:ea typeface="ＭＳ Ｐゴシック" panose="020B0600070205080204" pitchFamily="34" charset="-128"/>
              </a:rPr>
              <a:t>Applicando la proprietà precedente per le forme elementari, ƒ si trasforma in una forma NAND di NAND negando le </a:t>
            </a:r>
            <a:r>
              <a:rPr lang="el-GR" altLang="it-IT" i="1">
                <a:ea typeface="ＭＳ Ｐゴシック" panose="020B0600070205080204" pitchFamily="34" charset="-128"/>
              </a:rPr>
              <a:t>γ</a:t>
            </a:r>
            <a:r>
              <a:rPr lang="it-IT" altLang="it-IT" i="1" baseline="-25000">
                <a:ea typeface="ＭＳ Ｐゴシック" panose="020B0600070205080204" pitchFamily="34" charset="-128"/>
              </a:rPr>
              <a:t>i</a:t>
            </a:r>
            <a:r>
              <a:rPr lang="it-IT" altLang="it-IT">
                <a:ea typeface="ＭＳ Ｐゴシック" panose="020B0600070205080204" pitchFamily="34" charset="-128"/>
              </a:rPr>
              <a:t> che siano letterali (livello complementare 1) e generando una NAND fra le </a:t>
            </a:r>
            <a:r>
              <a:rPr lang="el-GR" altLang="it-IT" i="1">
                <a:ea typeface="ＭＳ Ｐゴシック" panose="020B0600070205080204" pitchFamily="34" charset="-128"/>
              </a:rPr>
              <a:t>γ</a:t>
            </a:r>
            <a:r>
              <a:rPr lang="it-IT" altLang="it-IT" i="1" baseline="-25000">
                <a:ea typeface="ＭＳ Ｐゴシック" panose="020B0600070205080204" pitchFamily="34" charset="-128"/>
              </a:rPr>
              <a:t>ij</a:t>
            </a:r>
            <a:r>
              <a:rPr lang="it-IT" altLang="it-IT">
                <a:ea typeface="ＭＳ Ｐゴシック" panose="020B0600070205080204" pitchFamily="34" charset="-128"/>
              </a:rPr>
              <a:t> altrimenti; a sua volta, ciascuna delle </a:t>
            </a:r>
            <a:r>
              <a:rPr lang="el-GR" altLang="it-IT" i="1">
                <a:ea typeface="ＭＳ Ｐゴシック" panose="020B0600070205080204" pitchFamily="34" charset="-128"/>
              </a:rPr>
              <a:t>γ</a:t>
            </a:r>
            <a:r>
              <a:rPr lang="it-IT" altLang="it-IT" i="1" baseline="-25000">
                <a:ea typeface="ＭＳ Ｐゴシック" panose="020B0600070205080204" pitchFamily="34" charset="-128"/>
              </a:rPr>
              <a:t>ij</a:t>
            </a:r>
            <a:r>
              <a:rPr lang="it-IT" altLang="it-IT">
                <a:ea typeface="ＭＳ Ｐゴシック" panose="020B0600070205080204" pitchFamily="34" charset="-128"/>
              </a:rPr>
              <a:t> è una OR sulla quale si può applicare iterativamente il ragionamento di cui sopra.</a:t>
            </a:r>
          </a:p>
          <a:p>
            <a:r>
              <a:rPr lang="it-IT" altLang="it-IT">
                <a:ea typeface="ＭＳ Ｐゴシック" panose="020B0600070205080204" pitchFamily="34" charset="-128"/>
              </a:rPr>
              <a:t>Dualmente, se l'ultimo livello è costituito da una AND, il procedimento si applica iterativamente ottenendo una forma NOR.</a:t>
            </a:r>
          </a:p>
          <a:p>
            <a:r>
              <a:rPr lang="it-IT" altLang="it-IT">
                <a:ea typeface="ＭＳ Ｐゴシック" panose="020B0600070205080204" pitchFamily="34" charset="-128"/>
              </a:rPr>
              <a:t>La regola esposta è di validità generale e comprende quindi come caso particolare anche le forme a uno o due livelli.</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egnaposto immagine diapositiva 1">
            <a:extLst>
              <a:ext uri="{FF2B5EF4-FFF2-40B4-BE49-F238E27FC236}">
                <a16:creationId xmlns:a16="http://schemas.microsoft.com/office/drawing/2014/main" id="{E5D6E8B6-8C47-B5E7-EF56-28ABE33E908A}"/>
              </a:ext>
            </a:extLst>
          </p:cNvPr>
          <p:cNvSpPr>
            <a:spLocks noGrp="1" noRot="1" noChangeAspect="1" noChangeArrowheads="1" noTextEdit="1"/>
          </p:cNvSpPr>
          <p:nvPr>
            <p:ph type="sldImg"/>
          </p:nvPr>
        </p:nvSpPr>
        <p:spPr>
          <a:ln/>
        </p:spPr>
      </p:sp>
      <p:sp>
        <p:nvSpPr>
          <p:cNvPr id="125954" name="Segnaposto note 2">
            <a:extLst>
              <a:ext uri="{FF2B5EF4-FFF2-40B4-BE49-F238E27FC236}">
                <a16:creationId xmlns:a16="http://schemas.microsoft.com/office/drawing/2014/main" id="{7FBCC4BD-AC82-CE8A-2B6B-3390A35865B3}"/>
              </a:ext>
            </a:extLst>
          </p:cNvPr>
          <p:cNvSpPr txBox="1">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it-IT" altLang="it-IT">
                <a:ea typeface="ＭＳ Ｐゴシック" panose="020B0600070205080204" pitchFamily="34" charset="-128"/>
              </a:rPr>
              <a:t>Fai il circuito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grpSp>
        <p:nvGrpSpPr>
          <p:cNvPr id="2" name="Group 110">
            <a:extLst>
              <a:ext uri="{FF2B5EF4-FFF2-40B4-BE49-F238E27FC236}">
                <a16:creationId xmlns:a16="http://schemas.microsoft.com/office/drawing/2014/main" id="{C5D66C83-757C-BC7D-9641-3FEDA26DA2BE}"/>
              </a:ext>
            </a:extLst>
          </p:cNvPr>
          <p:cNvGrpSpPr>
            <a:grpSpLocks/>
          </p:cNvGrpSpPr>
          <p:nvPr userDrawn="1"/>
        </p:nvGrpSpPr>
        <p:grpSpPr bwMode="auto">
          <a:xfrm>
            <a:off x="0" y="1998663"/>
            <a:ext cx="9893300" cy="304800"/>
            <a:chOff x="0" y="624"/>
            <a:chExt cx="6232" cy="192"/>
          </a:xfrm>
        </p:grpSpPr>
        <p:sp>
          <p:nvSpPr>
            <p:cNvPr id="3" name="Rectangle 111">
              <a:extLst>
                <a:ext uri="{FF2B5EF4-FFF2-40B4-BE49-F238E27FC236}">
                  <a16:creationId xmlns:a16="http://schemas.microsoft.com/office/drawing/2014/main" id="{A607E77E-7C3A-9B88-DD0E-27A38EFA445D}"/>
                </a:ext>
              </a:extLst>
            </p:cNvPr>
            <p:cNvSpPr>
              <a:spLocks noChangeArrowheads="1"/>
            </p:cNvSpPr>
            <p:nvPr/>
          </p:nvSpPr>
          <p:spPr bwMode="auto">
            <a:xfrm>
              <a:off x="0" y="624"/>
              <a:ext cx="6232" cy="93"/>
            </a:xfrm>
            <a:prstGeom prst="rect">
              <a:avLst/>
            </a:prstGeom>
            <a:solidFill>
              <a:srgbClr val="E5405D"/>
            </a:solidFill>
            <a:ln>
              <a:noFill/>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endParaRPr lang="it-IT" altLang="it-IT"/>
            </a:p>
          </p:txBody>
        </p:sp>
        <p:sp>
          <p:nvSpPr>
            <p:cNvPr id="4" name="Rectangle 112">
              <a:extLst>
                <a:ext uri="{FF2B5EF4-FFF2-40B4-BE49-F238E27FC236}">
                  <a16:creationId xmlns:a16="http://schemas.microsoft.com/office/drawing/2014/main" id="{D77167BE-1E18-785D-F741-028E44372D22}"/>
                </a:ext>
              </a:extLst>
            </p:cNvPr>
            <p:cNvSpPr>
              <a:spLocks noChangeArrowheads="1"/>
            </p:cNvSpPr>
            <p:nvPr/>
          </p:nvSpPr>
          <p:spPr bwMode="auto">
            <a:xfrm>
              <a:off x="0" y="768"/>
              <a:ext cx="6232" cy="48"/>
            </a:xfrm>
            <a:prstGeom prst="rect">
              <a:avLst/>
            </a:prstGeom>
            <a:solidFill>
              <a:srgbClr val="E5405D"/>
            </a:solidFill>
            <a:ln>
              <a:noFill/>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endParaRPr lang="it-IT" altLang="it-IT"/>
            </a:p>
          </p:txBody>
        </p:sp>
      </p:grpSp>
      <p:sp>
        <p:nvSpPr>
          <p:cNvPr id="105578" name="Rectangle 106"/>
          <p:cNvSpPr>
            <a:spLocks noGrp="1" noChangeArrowheads="1"/>
          </p:cNvSpPr>
          <p:nvPr>
            <p:ph type="ctrTitle"/>
          </p:nvPr>
        </p:nvSpPr>
        <p:spPr>
          <a:xfrm>
            <a:off x="1243013" y="989013"/>
            <a:ext cx="7845425" cy="957262"/>
          </a:xfrm>
        </p:spPr>
        <p:txBody>
          <a:bodyPr/>
          <a:lstStyle>
            <a:lvl1pPr algn="ctr">
              <a:defRPr sz="4000"/>
            </a:lvl1pPr>
          </a:lstStyle>
          <a:p>
            <a:r>
              <a:rPr lang="it-IT"/>
              <a:t>Fare clic per modificare lo stile del titolo dello schema</a:t>
            </a:r>
          </a:p>
        </p:txBody>
      </p:sp>
      <p:sp>
        <p:nvSpPr>
          <p:cNvPr id="105579" name="Rectangle 107"/>
          <p:cNvSpPr>
            <a:spLocks noGrp="1" noChangeArrowheads="1"/>
          </p:cNvSpPr>
          <p:nvPr>
            <p:ph type="subTitle" idx="1"/>
          </p:nvPr>
        </p:nvSpPr>
        <p:spPr>
          <a:xfrm>
            <a:off x="1665288" y="2546350"/>
            <a:ext cx="7083425" cy="2828925"/>
          </a:xfrm>
        </p:spPr>
        <p:txBody>
          <a:bodyPr/>
          <a:lstStyle>
            <a:lvl1pPr marL="0" indent="0" algn="ctr">
              <a:buFont typeface="Wingdings" pitchFamily="2" charset="2"/>
              <a:buNone/>
              <a:defRPr/>
            </a:lvl1pPr>
          </a:lstStyle>
          <a:p>
            <a:r>
              <a:rPr lang="it-IT"/>
              <a:t>Fare clic per modificare lo stile del sottotitolo dello schema</a:t>
            </a:r>
          </a:p>
        </p:txBody>
      </p:sp>
      <p:sp>
        <p:nvSpPr>
          <p:cNvPr id="5" name="Rectangle 103">
            <a:extLst>
              <a:ext uri="{FF2B5EF4-FFF2-40B4-BE49-F238E27FC236}">
                <a16:creationId xmlns:a16="http://schemas.microsoft.com/office/drawing/2014/main" id="{804F4B77-B00C-D802-2EB1-E90E9ECC0E57}"/>
              </a:ext>
            </a:extLst>
          </p:cNvPr>
          <p:cNvSpPr>
            <a:spLocks noGrp="1" noChangeArrowheads="1"/>
          </p:cNvSpPr>
          <p:nvPr>
            <p:ph type="dt" sz="half" idx="10"/>
          </p:nvPr>
        </p:nvSpPr>
        <p:spPr bwMode="auto">
          <a:xfrm>
            <a:off x="1474788" y="6007100"/>
            <a:ext cx="2025650" cy="4318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spcBef>
                <a:spcPct val="0"/>
              </a:spcBef>
              <a:defRPr sz="1400">
                <a:solidFill>
                  <a:schemeClr val="folHlink"/>
                </a:solidFill>
                <a:latin typeface="Times New Roman" charset="0"/>
                <a:ea typeface="ＭＳ Ｐゴシック" charset="0"/>
                <a:cs typeface="ＭＳ Ｐゴシック" charset="0"/>
              </a:defRPr>
            </a:lvl1pPr>
          </a:lstStyle>
          <a:p>
            <a:pPr>
              <a:defRPr/>
            </a:pPr>
            <a:endParaRPr lang="it-IT"/>
          </a:p>
        </p:txBody>
      </p:sp>
      <p:sp>
        <p:nvSpPr>
          <p:cNvPr id="6" name="Rectangle 104">
            <a:extLst>
              <a:ext uri="{FF2B5EF4-FFF2-40B4-BE49-F238E27FC236}">
                <a16:creationId xmlns:a16="http://schemas.microsoft.com/office/drawing/2014/main" id="{6369D150-5C19-B10C-370B-F1AEA493513A}"/>
              </a:ext>
            </a:extLst>
          </p:cNvPr>
          <p:cNvSpPr>
            <a:spLocks noGrp="1" noChangeArrowheads="1"/>
          </p:cNvSpPr>
          <p:nvPr>
            <p:ph type="ftr" sz="quarter" idx="11"/>
          </p:nvPr>
        </p:nvSpPr>
        <p:spPr bwMode="auto">
          <a:xfrm>
            <a:off x="3957638" y="6007100"/>
            <a:ext cx="2414587" cy="4318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spcBef>
                <a:spcPct val="0"/>
              </a:spcBef>
              <a:defRPr sz="1400">
                <a:solidFill>
                  <a:schemeClr val="folHlink"/>
                </a:solidFill>
                <a:latin typeface="Times New Roman" charset="0"/>
                <a:ea typeface="ＭＳ Ｐゴシック" charset="0"/>
                <a:cs typeface="ＭＳ Ｐゴシック" charset="0"/>
              </a:defRPr>
            </a:lvl1pPr>
          </a:lstStyle>
          <a:p>
            <a:pPr>
              <a:defRPr/>
            </a:pPr>
            <a:endParaRPr lang="it-IT"/>
          </a:p>
        </p:txBody>
      </p:sp>
      <p:sp>
        <p:nvSpPr>
          <p:cNvPr id="7" name="Rectangle 105">
            <a:extLst>
              <a:ext uri="{FF2B5EF4-FFF2-40B4-BE49-F238E27FC236}">
                <a16:creationId xmlns:a16="http://schemas.microsoft.com/office/drawing/2014/main" id="{341BACDA-BDA0-3697-4D5C-B4C323D27F7B}"/>
              </a:ext>
            </a:extLst>
          </p:cNvPr>
          <p:cNvSpPr>
            <a:spLocks noGrp="1" noChangeArrowheads="1"/>
          </p:cNvSpPr>
          <p:nvPr>
            <p:ph type="sldNum" sz="quarter" idx="12"/>
          </p:nvPr>
        </p:nvSpPr>
        <p:spPr>
          <a:xfrm>
            <a:off x="6872288" y="6010275"/>
            <a:ext cx="2025650" cy="431800"/>
          </a:xfrm>
        </p:spPr>
        <p:txBody>
          <a:bodyPr/>
          <a:lstStyle>
            <a:lvl1pPr>
              <a:defRPr>
                <a:latin typeface="Times New Roman" panose="02020603050405020304" pitchFamily="18" charset="0"/>
              </a:defRPr>
            </a:lvl1pPr>
          </a:lstStyle>
          <a:p>
            <a:pPr>
              <a:defRPr/>
            </a:pPr>
            <a:fld id="{0C26B9EF-4CEB-4CB1-B2CB-F0140C068F91}" type="slidenum">
              <a:rPr lang="it-IT" altLang="it-IT"/>
              <a:pPr>
                <a:defRPr/>
              </a:pPr>
              <a:t>‹N›</a:t>
            </a:fld>
            <a:endParaRPr lang="it-IT" altLang="it-IT"/>
          </a:p>
        </p:txBody>
      </p:sp>
    </p:spTree>
    <p:extLst>
      <p:ext uri="{BB962C8B-B14F-4D97-AF65-F5344CB8AC3E}">
        <p14:creationId xmlns:p14="http://schemas.microsoft.com/office/powerpoint/2010/main" val="3343541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110">
            <a:extLst>
              <a:ext uri="{FF2B5EF4-FFF2-40B4-BE49-F238E27FC236}">
                <a16:creationId xmlns:a16="http://schemas.microsoft.com/office/drawing/2014/main" id="{F82774B6-3658-6523-9416-9296704C2AAA}"/>
              </a:ext>
            </a:extLst>
          </p:cNvPr>
          <p:cNvSpPr>
            <a:spLocks noGrp="1" noChangeArrowheads="1"/>
          </p:cNvSpPr>
          <p:nvPr>
            <p:ph type="sldNum" sz="quarter" idx="10"/>
          </p:nvPr>
        </p:nvSpPr>
        <p:spPr>
          <a:ln/>
        </p:spPr>
        <p:txBody>
          <a:bodyPr/>
          <a:lstStyle>
            <a:lvl1pPr>
              <a:defRPr/>
            </a:lvl1pPr>
          </a:lstStyle>
          <a:p>
            <a:pPr>
              <a:defRPr/>
            </a:pPr>
            <a:fld id="{823535D0-0AD8-4108-BEB8-0A65E62A8536}" type="slidenum">
              <a:rPr lang="it-IT" altLang="it-IT"/>
              <a:pPr>
                <a:defRPr/>
              </a:pPr>
              <a:t>‹N›</a:t>
            </a:fld>
            <a:endParaRPr lang="it-IT" altLang="it-IT"/>
          </a:p>
        </p:txBody>
      </p:sp>
    </p:spTree>
    <p:extLst>
      <p:ext uri="{BB962C8B-B14F-4D97-AF65-F5344CB8AC3E}">
        <p14:creationId xmlns:p14="http://schemas.microsoft.com/office/powerpoint/2010/main" val="1034984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68350" y="4164013"/>
            <a:ext cx="8261350" cy="1287462"/>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68350" y="2746375"/>
            <a:ext cx="8261350"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
        <p:nvSpPr>
          <p:cNvPr id="4" name="Rectangle 110">
            <a:extLst>
              <a:ext uri="{FF2B5EF4-FFF2-40B4-BE49-F238E27FC236}">
                <a16:creationId xmlns:a16="http://schemas.microsoft.com/office/drawing/2014/main" id="{8727B6E5-A508-D7A5-E2BE-C188359B2276}"/>
              </a:ext>
            </a:extLst>
          </p:cNvPr>
          <p:cNvSpPr>
            <a:spLocks noGrp="1" noChangeArrowheads="1"/>
          </p:cNvSpPr>
          <p:nvPr>
            <p:ph type="sldNum" sz="quarter" idx="10"/>
          </p:nvPr>
        </p:nvSpPr>
        <p:spPr>
          <a:ln/>
        </p:spPr>
        <p:txBody>
          <a:bodyPr/>
          <a:lstStyle>
            <a:lvl1pPr>
              <a:defRPr/>
            </a:lvl1pPr>
          </a:lstStyle>
          <a:p>
            <a:pPr>
              <a:defRPr/>
            </a:pPr>
            <a:fld id="{A92B8B57-73D8-49E8-A2EB-803BFDF88B21}" type="slidenum">
              <a:rPr lang="it-IT" altLang="it-IT"/>
              <a:pPr>
                <a:defRPr/>
              </a:pPr>
              <a:t>‹N›</a:t>
            </a:fld>
            <a:endParaRPr lang="it-IT" altLang="it-IT"/>
          </a:p>
        </p:txBody>
      </p:sp>
    </p:spTree>
    <p:extLst>
      <p:ext uri="{BB962C8B-B14F-4D97-AF65-F5344CB8AC3E}">
        <p14:creationId xmlns:p14="http://schemas.microsoft.com/office/powerpoint/2010/main" val="1058506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684213" y="1727200"/>
            <a:ext cx="4152900" cy="3667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989513" y="1727200"/>
            <a:ext cx="4154487" cy="3667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110">
            <a:extLst>
              <a:ext uri="{FF2B5EF4-FFF2-40B4-BE49-F238E27FC236}">
                <a16:creationId xmlns:a16="http://schemas.microsoft.com/office/drawing/2014/main" id="{DE965887-63C4-F2E1-F687-09D74D6CA2E9}"/>
              </a:ext>
            </a:extLst>
          </p:cNvPr>
          <p:cNvSpPr>
            <a:spLocks noGrp="1" noChangeArrowheads="1"/>
          </p:cNvSpPr>
          <p:nvPr>
            <p:ph type="sldNum" sz="quarter" idx="10"/>
          </p:nvPr>
        </p:nvSpPr>
        <p:spPr>
          <a:ln/>
        </p:spPr>
        <p:txBody>
          <a:bodyPr/>
          <a:lstStyle>
            <a:lvl1pPr>
              <a:defRPr/>
            </a:lvl1pPr>
          </a:lstStyle>
          <a:p>
            <a:pPr>
              <a:defRPr/>
            </a:pPr>
            <a:fld id="{8C3D7B97-418B-44B0-92D8-525254DF3724}" type="slidenum">
              <a:rPr lang="it-IT" altLang="it-IT"/>
              <a:pPr>
                <a:defRPr/>
              </a:pPr>
              <a:t>‹N›</a:t>
            </a:fld>
            <a:endParaRPr lang="it-IT" altLang="it-IT"/>
          </a:p>
        </p:txBody>
      </p:sp>
    </p:spTree>
    <p:extLst>
      <p:ext uri="{BB962C8B-B14F-4D97-AF65-F5344CB8AC3E}">
        <p14:creationId xmlns:p14="http://schemas.microsoft.com/office/powerpoint/2010/main" val="944249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85775" y="258763"/>
            <a:ext cx="8748713" cy="1081087"/>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85775" y="1450975"/>
            <a:ext cx="4295775"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85775" y="2055813"/>
            <a:ext cx="4295775"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937125" y="1450975"/>
            <a:ext cx="4297363"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937125" y="2055813"/>
            <a:ext cx="4297363"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Rectangle 110">
            <a:extLst>
              <a:ext uri="{FF2B5EF4-FFF2-40B4-BE49-F238E27FC236}">
                <a16:creationId xmlns:a16="http://schemas.microsoft.com/office/drawing/2014/main" id="{F802F31D-52F2-3AA5-2C59-7F8F63B76A96}"/>
              </a:ext>
            </a:extLst>
          </p:cNvPr>
          <p:cNvSpPr>
            <a:spLocks noGrp="1" noChangeArrowheads="1"/>
          </p:cNvSpPr>
          <p:nvPr>
            <p:ph type="sldNum" sz="quarter" idx="10"/>
          </p:nvPr>
        </p:nvSpPr>
        <p:spPr>
          <a:ln/>
        </p:spPr>
        <p:txBody>
          <a:bodyPr/>
          <a:lstStyle>
            <a:lvl1pPr>
              <a:defRPr/>
            </a:lvl1pPr>
          </a:lstStyle>
          <a:p>
            <a:pPr>
              <a:defRPr/>
            </a:pPr>
            <a:fld id="{B2571571-D3E0-4910-8DC6-8C0F86330639}" type="slidenum">
              <a:rPr lang="it-IT" altLang="it-IT"/>
              <a:pPr>
                <a:defRPr/>
              </a:pPr>
              <a:t>‹N›</a:t>
            </a:fld>
            <a:endParaRPr lang="it-IT" altLang="it-IT"/>
          </a:p>
        </p:txBody>
      </p:sp>
    </p:spTree>
    <p:extLst>
      <p:ext uri="{BB962C8B-B14F-4D97-AF65-F5344CB8AC3E}">
        <p14:creationId xmlns:p14="http://schemas.microsoft.com/office/powerpoint/2010/main" val="3217452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Rectangle 110">
            <a:extLst>
              <a:ext uri="{FF2B5EF4-FFF2-40B4-BE49-F238E27FC236}">
                <a16:creationId xmlns:a16="http://schemas.microsoft.com/office/drawing/2014/main" id="{01148121-A030-881A-F732-DCB52EE269D1}"/>
              </a:ext>
            </a:extLst>
          </p:cNvPr>
          <p:cNvSpPr>
            <a:spLocks noGrp="1" noChangeArrowheads="1"/>
          </p:cNvSpPr>
          <p:nvPr>
            <p:ph type="sldNum" sz="quarter" idx="10"/>
          </p:nvPr>
        </p:nvSpPr>
        <p:spPr>
          <a:ln/>
        </p:spPr>
        <p:txBody>
          <a:bodyPr/>
          <a:lstStyle>
            <a:lvl1pPr>
              <a:defRPr/>
            </a:lvl1pPr>
          </a:lstStyle>
          <a:p>
            <a:pPr>
              <a:defRPr/>
            </a:pPr>
            <a:fld id="{053F352F-2D9B-4FD7-9B8F-24BCEE1C6FDB}" type="slidenum">
              <a:rPr lang="it-IT" altLang="it-IT"/>
              <a:pPr>
                <a:defRPr/>
              </a:pPr>
              <a:t>‹N›</a:t>
            </a:fld>
            <a:endParaRPr lang="it-IT" altLang="it-IT"/>
          </a:p>
        </p:txBody>
      </p:sp>
    </p:spTree>
    <p:extLst>
      <p:ext uri="{BB962C8B-B14F-4D97-AF65-F5344CB8AC3E}">
        <p14:creationId xmlns:p14="http://schemas.microsoft.com/office/powerpoint/2010/main" val="3661193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110">
            <a:extLst>
              <a:ext uri="{FF2B5EF4-FFF2-40B4-BE49-F238E27FC236}">
                <a16:creationId xmlns:a16="http://schemas.microsoft.com/office/drawing/2014/main" id="{A4C9976F-3A18-B0E0-FA5A-266B00D04198}"/>
              </a:ext>
            </a:extLst>
          </p:cNvPr>
          <p:cNvSpPr>
            <a:spLocks noGrp="1" noChangeArrowheads="1"/>
          </p:cNvSpPr>
          <p:nvPr>
            <p:ph type="sldNum" sz="quarter" idx="10"/>
          </p:nvPr>
        </p:nvSpPr>
        <p:spPr>
          <a:ln/>
        </p:spPr>
        <p:txBody>
          <a:bodyPr/>
          <a:lstStyle>
            <a:lvl1pPr>
              <a:defRPr/>
            </a:lvl1pPr>
          </a:lstStyle>
          <a:p>
            <a:pPr>
              <a:defRPr/>
            </a:pPr>
            <a:fld id="{D31F7619-E3C5-4630-A982-422DF630FA15}" type="slidenum">
              <a:rPr lang="it-IT" altLang="it-IT"/>
              <a:pPr>
                <a:defRPr/>
              </a:pPr>
              <a:t>‹N›</a:t>
            </a:fld>
            <a:endParaRPr lang="it-IT" altLang="it-IT"/>
          </a:p>
        </p:txBody>
      </p:sp>
    </p:spTree>
    <p:extLst>
      <p:ext uri="{BB962C8B-B14F-4D97-AF65-F5344CB8AC3E}">
        <p14:creationId xmlns:p14="http://schemas.microsoft.com/office/powerpoint/2010/main" val="2517792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85775" y="258763"/>
            <a:ext cx="3198813" cy="1096962"/>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800475" y="258763"/>
            <a:ext cx="5434013"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85775" y="1355725"/>
            <a:ext cx="3198813"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110">
            <a:extLst>
              <a:ext uri="{FF2B5EF4-FFF2-40B4-BE49-F238E27FC236}">
                <a16:creationId xmlns:a16="http://schemas.microsoft.com/office/drawing/2014/main" id="{6ABFB27E-35C0-E34D-2755-5CE73FAFD8F1}"/>
              </a:ext>
            </a:extLst>
          </p:cNvPr>
          <p:cNvSpPr>
            <a:spLocks noGrp="1" noChangeArrowheads="1"/>
          </p:cNvSpPr>
          <p:nvPr>
            <p:ph type="sldNum" sz="quarter" idx="10"/>
          </p:nvPr>
        </p:nvSpPr>
        <p:spPr>
          <a:ln/>
        </p:spPr>
        <p:txBody>
          <a:bodyPr/>
          <a:lstStyle>
            <a:lvl1pPr>
              <a:defRPr/>
            </a:lvl1pPr>
          </a:lstStyle>
          <a:p>
            <a:pPr>
              <a:defRPr/>
            </a:pPr>
            <a:fld id="{8D4F58A1-DA2D-4134-9A11-13A03C9F8BD6}" type="slidenum">
              <a:rPr lang="it-IT" altLang="it-IT"/>
              <a:pPr>
                <a:defRPr/>
              </a:pPr>
              <a:t>‹N›</a:t>
            </a:fld>
            <a:endParaRPr lang="it-IT" altLang="it-IT"/>
          </a:p>
        </p:txBody>
      </p:sp>
    </p:spTree>
    <p:extLst>
      <p:ext uri="{BB962C8B-B14F-4D97-AF65-F5344CB8AC3E}">
        <p14:creationId xmlns:p14="http://schemas.microsoft.com/office/powerpoint/2010/main" val="1300519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905000" y="4535488"/>
            <a:ext cx="5832475" cy="536575"/>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905000" y="579438"/>
            <a:ext cx="58324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905000" y="5072063"/>
            <a:ext cx="58324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110">
            <a:extLst>
              <a:ext uri="{FF2B5EF4-FFF2-40B4-BE49-F238E27FC236}">
                <a16:creationId xmlns:a16="http://schemas.microsoft.com/office/drawing/2014/main" id="{7B4A9729-521D-1728-5E3B-0824011C0C5E}"/>
              </a:ext>
            </a:extLst>
          </p:cNvPr>
          <p:cNvSpPr>
            <a:spLocks noGrp="1" noChangeArrowheads="1"/>
          </p:cNvSpPr>
          <p:nvPr>
            <p:ph type="sldNum" sz="quarter" idx="10"/>
          </p:nvPr>
        </p:nvSpPr>
        <p:spPr>
          <a:ln/>
        </p:spPr>
        <p:txBody>
          <a:bodyPr/>
          <a:lstStyle>
            <a:lvl1pPr>
              <a:defRPr/>
            </a:lvl1pPr>
          </a:lstStyle>
          <a:p>
            <a:pPr>
              <a:defRPr/>
            </a:pPr>
            <a:fld id="{33D6D714-AFD0-46EA-B87C-B1702F1B03A8}" type="slidenum">
              <a:rPr lang="it-IT" altLang="it-IT"/>
              <a:pPr>
                <a:defRPr/>
              </a:pPr>
              <a:t>‹N›</a:t>
            </a:fld>
            <a:endParaRPr lang="it-IT" altLang="it-IT"/>
          </a:p>
        </p:txBody>
      </p:sp>
    </p:spTree>
    <p:extLst>
      <p:ext uri="{BB962C8B-B14F-4D97-AF65-F5344CB8AC3E}">
        <p14:creationId xmlns:p14="http://schemas.microsoft.com/office/powerpoint/2010/main" val="2451884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110">
            <a:extLst>
              <a:ext uri="{FF2B5EF4-FFF2-40B4-BE49-F238E27FC236}">
                <a16:creationId xmlns:a16="http://schemas.microsoft.com/office/drawing/2014/main" id="{CF83DDE5-8E6F-D7E8-A7C2-0C5A318D959B}"/>
              </a:ext>
            </a:extLst>
          </p:cNvPr>
          <p:cNvSpPr>
            <a:spLocks noGrp="1" noChangeArrowheads="1"/>
          </p:cNvSpPr>
          <p:nvPr>
            <p:ph type="sldNum" sz="quarter" idx="10"/>
          </p:nvPr>
        </p:nvSpPr>
        <p:spPr>
          <a:ln/>
        </p:spPr>
        <p:txBody>
          <a:bodyPr/>
          <a:lstStyle>
            <a:lvl1pPr>
              <a:defRPr/>
            </a:lvl1pPr>
          </a:lstStyle>
          <a:p>
            <a:pPr>
              <a:defRPr/>
            </a:pPr>
            <a:fld id="{27CFCD0C-3459-44B9-A9C6-6255E47641D0}" type="slidenum">
              <a:rPr lang="it-IT" altLang="it-IT"/>
              <a:pPr>
                <a:defRPr/>
              </a:pPr>
              <a:t>‹N›</a:t>
            </a:fld>
            <a:endParaRPr lang="it-IT" altLang="it-IT"/>
          </a:p>
        </p:txBody>
      </p:sp>
    </p:spTree>
    <p:extLst>
      <p:ext uri="{BB962C8B-B14F-4D97-AF65-F5344CB8AC3E}">
        <p14:creationId xmlns:p14="http://schemas.microsoft.com/office/powerpoint/2010/main" val="3882986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938963" y="215900"/>
            <a:ext cx="2205037" cy="517842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323850" y="215900"/>
            <a:ext cx="6462713" cy="517842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110">
            <a:extLst>
              <a:ext uri="{FF2B5EF4-FFF2-40B4-BE49-F238E27FC236}">
                <a16:creationId xmlns:a16="http://schemas.microsoft.com/office/drawing/2014/main" id="{E6197DF6-5B7C-6EAE-8163-5A3EC7AF6EC2}"/>
              </a:ext>
            </a:extLst>
          </p:cNvPr>
          <p:cNvSpPr>
            <a:spLocks noGrp="1" noChangeArrowheads="1"/>
          </p:cNvSpPr>
          <p:nvPr>
            <p:ph type="sldNum" sz="quarter" idx="10"/>
          </p:nvPr>
        </p:nvSpPr>
        <p:spPr>
          <a:ln/>
        </p:spPr>
        <p:txBody>
          <a:bodyPr/>
          <a:lstStyle>
            <a:lvl1pPr>
              <a:defRPr/>
            </a:lvl1pPr>
          </a:lstStyle>
          <a:p>
            <a:pPr>
              <a:defRPr/>
            </a:pPr>
            <a:fld id="{F2983BC2-5134-45CB-962A-22B3E96F4A2A}" type="slidenum">
              <a:rPr lang="it-IT" altLang="it-IT"/>
              <a:pPr>
                <a:defRPr/>
              </a:pPr>
              <a:t>‹N›</a:t>
            </a:fld>
            <a:endParaRPr lang="it-IT" altLang="it-IT"/>
          </a:p>
        </p:txBody>
      </p:sp>
    </p:spTree>
    <p:extLst>
      <p:ext uri="{BB962C8B-B14F-4D97-AF65-F5344CB8AC3E}">
        <p14:creationId xmlns:p14="http://schemas.microsoft.com/office/powerpoint/2010/main" val="1330569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olo, test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323850" y="215900"/>
            <a:ext cx="7843838" cy="503238"/>
          </a:xfrm>
        </p:spPr>
        <p:txBody>
          <a:bodyPr/>
          <a:lstStyle/>
          <a:p>
            <a:r>
              <a:rPr lang="it-IT"/>
              <a:t>Fare clic per modificare lo stile del titolo</a:t>
            </a:r>
          </a:p>
        </p:txBody>
      </p:sp>
      <p:sp>
        <p:nvSpPr>
          <p:cNvPr id="3" name="Segnaposto testo 2"/>
          <p:cNvSpPr>
            <a:spLocks noGrp="1"/>
          </p:cNvSpPr>
          <p:nvPr>
            <p:ph type="body" sz="half" idx="1"/>
          </p:nvPr>
        </p:nvSpPr>
        <p:spPr>
          <a:xfrm>
            <a:off x="684213" y="1727200"/>
            <a:ext cx="4152900" cy="366712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989513" y="1727200"/>
            <a:ext cx="4154487" cy="366712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110">
            <a:extLst>
              <a:ext uri="{FF2B5EF4-FFF2-40B4-BE49-F238E27FC236}">
                <a16:creationId xmlns:a16="http://schemas.microsoft.com/office/drawing/2014/main" id="{A5E4B175-5448-9844-0920-E41A64E71B8F}"/>
              </a:ext>
            </a:extLst>
          </p:cNvPr>
          <p:cNvSpPr>
            <a:spLocks noGrp="1" noChangeArrowheads="1"/>
          </p:cNvSpPr>
          <p:nvPr>
            <p:ph type="sldNum" sz="quarter" idx="10"/>
          </p:nvPr>
        </p:nvSpPr>
        <p:spPr>
          <a:ln/>
        </p:spPr>
        <p:txBody>
          <a:bodyPr/>
          <a:lstStyle>
            <a:lvl1pPr>
              <a:defRPr/>
            </a:lvl1pPr>
          </a:lstStyle>
          <a:p>
            <a:pPr>
              <a:defRPr/>
            </a:pPr>
            <a:fld id="{9CFAB76D-0220-4D2C-AAF0-25CACF0A510A}" type="slidenum">
              <a:rPr lang="it-IT" altLang="it-IT"/>
              <a:pPr>
                <a:defRPr/>
              </a:pPr>
              <a:t>‹N›</a:t>
            </a:fld>
            <a:endParaRPr lang="it-IT" altLang="it-IT"/>
          </a:p>
        </p:txBody>
      </p:sp>
    </p:spTree>
    <p:extLst>
      <p:ext uri="{BB962C8B-B14F-4D97-AF65-F5344CB8AC3E}">
        <p14:creationId xmlns:p14="http://schemas.microsoft.com/office/powerpoint/2010/main" val="3936900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olo, testo e contenuto 2">
    <p:spTree>
      <p:nvGrpSpPr>
        <p:cNvPr id="1" name=""/>
        <p:cNvGrpSpPr/>
        <p:nvPr/>
      </p:nvGrpSpPr>
      <p:grpSpPr>
        <a:xfrm>
          <a:off x="0" y="0"/>
          <a:ext cx="0" cy="0"/>
          <a:chOff x="0" y="0"/>
          <a:chExt cx="0" cy="0"/>
        </a:xfrm>
      </p:grpSpPr>
      <p:sp>
        <p:nvSpPr>
          <p:cNvPr id="2" name="Titolo 1"/>
          <p:cNvSpPr>
            <a:spLocks noGrp="1"/>
          </p:cNvSpPr>
          <p:nvPr>
            <p:ph type="title"/>
          </p:nvPr>
        </p:nvSpPr>
        <p:spPr>
          <a:xfrm>
            <a:off x="323850" y="215900"/>
            <a:ext cx="7843838" cy="503238"/>
          </a:xfrm>
        </p:spPr>
        <p:txBody>
          <a:bodyPr/>
          <a:lstStyle/>
          <a:p>
            <a:r>
              <a:rPr lang="it-IT"/>
              <a:t>Fare clic per modificare lo stile del titolo</a:t>
            </a:r>
          </a:p>
        </p:txBody>
      </p:sp>
      <p:sp>
        <p:nvSpPr>
          <p:cNvPr id="3" name="Segnaposto testo 2"/>
          <p:cNvSpPr>
            <a:spLocks noGrp="1"/>
          </p:cNvSpPr>
          <p:nvPr>
            <p:ph type="body" sz="half" idx="1"/>
          </p:nvPr>
        </p:nvSpPr>
        <p:spPr>
          <a:xfrm>
            <a:off x="684213" y="1727200"/>
            <a:ext cx="4152900" cy="366712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quarter" idx="2"/>
          </p:nvPr>
        </p:nvSpPr>
        <p:spPr>
          <a:xfrm>
            <a:off x="4989513" y="1727200"/>
            <a:ext cx="4154487" cy="1757363"/>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contenuto 4"/>
          <p:cNvSpPr>
            <a:spLocks noGrp="1"/>
          </p:cNvSpPr>
          <p:nvPr>
            <p:ph sz="quarter" idx="3"/>
          </p:nvPr>
        </p:nvSpPr>
        <p:spPr>
          <a:xfrm>
            <a:off x="4989513" y="3636963"/>
            <a:ext cx="4154487" cy="1757362"/>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Rectangle 110">
            <a:extLst>
              <a:ext uri="{FF2B5EF4-FFF2-40B4-BE49-F238E27FC236}">
                <a16:creationId xmlns:a16="http://schemas.microsoft.com/office/drawing/2014/main" id="{E69FDF17-35BB-7883-C9F9-DCF8F62FC520}"/>
              </a:ext>
            </a:extLst>
          </p:cNvPr>
          <p:cNvSpPr>
            <a:spLocks noGrp="1" noChangeArrowheads="1"/>
          </p:cNvSpPr>
          <p:nvPr>
            <p:ph type="sldNum" sz="quarter" idx="10"/>
          </p:nvPr>
        </p:nvSpPr>
        <p:spPr>
          <a:ln/>
        </p:spPr>
        <p:txBody>
          <a:bodyPr/>
          <a:lstStyle>
            <a:lvl1pPr>
              <a:defRPr/>
            </a:lvl1pPr>
          </a:lstStyle>
          <a:p>
            <a:pPr>
              <a:defRPr/>
            </a:pPr>
            <a:fld id="{E776CC3C-19CD-4880-9A2D-F6FF8FD0099D}" type="slidenum">
              <a:rPr lang="it-IT" altLang="it-IT"/>
              <a:pPr>
                <a:defRPr/>
              </a:pPr>
              <a:t>‹N›</a:t>
            </a:fld>
            <a:endParaRPr lang="it-IT" altLang="it-IT"/>
          </a:p>
        </p:txBody>
      </p:sp>
    </p:spTree>
    <p:extLst>
      <p:ext uri="{BB962C8B-B14F-4D97-AF65-F5344CB8AC3E}">
        <p14:creationId xmlns:p14="http://schemas.microsoft.com/office/powerpoint/2010/main" val="20950824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olo, contenuto e contenuto 2">
    <p:spTree>
      <p:nvGrpSpPr>
        <p:cNvPr id="1" name=""/>
        <p:cNvGrpSpPr/>
        <p:nvPr/>
      </p:nvGrpSpPr>
      <p:grpSpPr>
        <a:xfrm>
          <a:off x="0" y="0"/>
          <a:ext cx="0" cy="0"/>
          <a:chOff x="0" y="0"/>
          <a:chExt cx="0" cy="0"/>
        </a:xfrm>
      </p:grpSpPr>
      <p:sp>
        <p:nvSpPr>
          <p:cNvPr id="2" name="Titolo 1"/>
          <p:cNvSpPr>
            <a:spLocks noGrp="1"/>
          </p:cNvSpPr>
          <p:nvPr>
            <p:ph type="title"/>
          </p:nvPr>
        </p:nvSpPr>
        <p:spPr>
          <a:xfrm>
            <a:off x="440450" y="162005"/>
            <a:ext cx="8748237" cy="861023"/>
          </a:xfrm>
        </p:spPr>
        <p:txBody>
          <a:bodyPr/>
          <a:lstStyle/>
          <a:p>
            <a:r>
              <a:rPr lang="it-IT"/>
              <a:t>Fare clic per modificare lo stile del titolo</a:t>
            </a:r>
          </a:p>
        </p:txBody>
      </p:sp>
      <p:sp>
        <p:nvSpPr>
          <p:cNvPr id="3" name="Segnaposto contenuto 2"/>
          <p:cNvSpPr>
            <a:spLocks noGrp="1"/>
          </p:cNvSpPr>
          <p:nvPr>
            <p:ph sz="half" idx="1"/>
          </p:nvPr>
        </p:nvSpPr>
        <p:spPr>
          <a:xfrm>
            <a:off x="486013" y="1242034"/>
            <a:ext cx="4293116" cy="4551123"/>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quarter" idx="2"/>
          </p:nvPr>
        </p:nvSpPr>
        <p:spPr>
          <a:xfrm>
            <a:off x="4941134" y="1242034"/>
            <a:ext cx="4293116" cy="220356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contenuto 4"/>
          <p:cNvSpPr>
            <a:spLocks noGrp="1"/>
          </p:cNvSpPr>
          <p:nvPr>
            <p:ph sz="quarter" idx="3"/>
          </p:nvPr>
        </p:nvSpPr>
        <p:spPr>
          <a:xfrm>
            <a:off x="4941134" y="3589598"/>
            <a:ext cx="4293116" cy="2203559"/>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a:extLst>
              <a:ext uri="{FF2B5EF4-FFF2-40B4-BE49-F238E27FC236}">
                <a16:creationId xmlns:a16="http://schemas.microsoft.com/office/drawing/2014/main" id="{59455679-CE1D-AF3A-001C-50B3A8030052}"/>
              </a:ext>
            </a:extLst>
          </p:cNvPr>
          <p:cNvSpPr>
            <a:spLocks noGrp="1"/>
          </p:cNvSpPr>
          <p:nvPr>
            <p:ph type="ftr" sz="quarter" idx="10"/>
          </p:nvPr>
        </p:nvSpPr>
        <p:spPr>
          <a:xfrm>
            <a:off x="2860675" y="5921375"/>
            <a:ext cx="4441825" cy="433388"/>
          </a:xfrm>
          <a:prstGeom prst="rect">
            <a:avLst/>
          </a:prstGeom>
        </p:spPr>
        <p:txBody>
          <a:bodyPr vert="horz" wrap="square" lIns="91440" tIns="45720" rIns="91440" bIns="45720" numCol="1" anchor="t" anchorCtr="0" compatLnSpc="1">
            <a:prstTxWarp prst="textNoShape">
              <a:avLst/>
            </a:prstTxWarp>
          </a:bodyPr>
          <a:lstStyle>
            <a:lvl1pPr eaLnBrk="1" hangingPunct="1">
              <a:spcBef>
                <a:spcPct val="50000"/>
              </a:spcBef>
              <a:defRPr/>
            </a:lvl1pPr>
          </a:lstStyle>
          <a:p>
            <a:pPr>
              <a:defRPr/>
            </a:pPr>
            <a:r>
              <a:rPr lang="it-IT" altLang="it-IT"/>
              <a:t>bruno.fadini@unina.it</a:t>
            </a:r>
          </a:p>
          <a:p>
            <a:pPr>
              <a:defRPr/>
            </a:pPr>
            <a:r>
              <a:rPr lang="it-IT" altLang="it-IT"/>
              <a:t>Università degli Studi di Napoli FEDERICO II</a:t>
            </a:r>
          </a:p>
        </p:txBody>
      </p:sp>
      <p:sp>
        <p:nvSpPr>
          <p:cNvPr id="7" name="Segnaposto numero diapositiva 6">
            <a:extLst>
              <a:ext uri="{FF2B5EF4-FFF2-40B4-BE49-F238E27FC236}">
                <a16:creationId xmlns:a16="http://schemas.microsoft.com/office/drawing/2014/main" id="{ACE19BB3-B9EF-8FB2-A2A7-A16E42911BBD}"/>
              </a:ext>
            </a:extLst>
          </p:cNvPr>
          <p:cNvSpPr>
            <a:spLocks noGrp="1"/>
          </p:cNvSpPr>
          <p:nvPr>
            <p:ph type="sldNum" sz="quarter" idx="11"/>
          </p:nvPr>
        </p:nvSpPr>
        <p:spPr>
          <a:xfrm>
            <a:off x="7237413" y="136525"/>
            <a:ext cx="2268537" cy="431800"/>
          </a:xfrm>
        </p:spPr>
        <p:txBody>
          <a:bodyPr/>
          <a:lstStyle>
            <a:lvl1pPr>
              <a:defRPr/>
            </a:lvl1pPr>
          </a:lstStyle>
          <a:p>
            <a:pPr>
              <a:defRPr/>
            </a:pPr>
            <a:fld id="{F403B395-9248-4FAC-8580-4A2469DED465}" type="slidenum">
              <a:rPr lang="it-IT" altLang="it-IT"/>
              <a:pPr>
                <a:defRPr/>
              </a:pPr>
              <a:t>‹N›</a:t>
            </a:fld>
            <a:endParaRPr lang="it-IT" altLang="it-IT"/>
          </a:p>
        </p:txBody>
      </p:sp>
    </p:spTree>
    <p:extLst>
      <p:ext uri="{BB962C8B-B14F-4D97-AF65-F5344CB8AC3E}">
        <p14:creationId xmlns:p14="http://schemas.microsoft.com/office/powerpoint/2010/main" val="2148827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7">
            <a:extLst>
              <a:ext uri="{FF2B5EF4-FFF2-40B4-BE49-F238E27FC236}">
                <a16:creationId xmlns:a16="http://schemas.microsoft.com/office/drawing/2014/main" id="{2E8E143E-A552-71D1-AB32-19ED637AA730}"/>
              </a:ext>
            </a:extLst>
          </p:cNvPr>
          <p:cNvSpPr>
            <a:spLocks noGrp="1" noChangeArrowheads="1"/>
          </p:cNvSpPr>
          <p:nvPr>
            <p:ph type="body" idx="1"/>
          </p:nvPr>
        </p:nvSpPr>
        <p:spPr bwMode="auto">
          <a:xfrm>
            <a:off x="684213" y="1727200"/>
            <a:ext cx="8459787" cy="366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gli stili del testo dello schema</a:t>
            </a:r>
          </a:p>
          <a:p>
            <a:pPr lvl="1"/>
            <a:r>
              <a:rPr lang="it-IT" altLang="it-IT"/>
              <a:t>Secondo livello</a:t>
            </a:r>
          </a:p>
          <a:p>
            <a:pPr lvl="2"/>
            <a:r>
              <a:rPr lang="it-IT" altLang="it-IT"/>
              <a:t>Terzo livello</a:t>
            </a:r>
          </a:p>
          <a:p>
            <a:pPr lvl="3"/>
            <a:r>
              <a:rPr lang="it-IT" altLang="it-IT"/>
              <a:t>Quarto livello</a:t>
            </a:r>
          </a:p>
          <a:p>
            <a:pPr lvl="4"/>
            <a:r>
              <a:rPr lang="it-IT" altLang="it-IT"/>
              <a:t>Quinto livello</a:t>
            </a:r>
          </a:p>
        </p:txBody>
      </p:sp>
      <p:sp>
        <p:nvSpPr>
          <p:cNvPr id="1027" name="Rectangle 111">
            <a:extLst>
              <a:ext uri="{FF2B5EF4-FFF2-40B4-BE49-F238E27FC236}">
                <a16:creationId xmlns:a16="http://schemas.microsoft.com/office/drawing/2014/main" id="{6692E352-7095-A626-897D-7B1FB4D596B5}"/>
              </a:ext>
            </a:extLst>
          </p:cNvPr>
          <p:cNvSpPr>
            <a:spLocks noGrp="1" noChangeArrowheads="1"/>
          </p:cNvSpPr>
          <p:nvPr>
            <p:ph type="title"/>
          </p:nvPr>
        </p:nvSpPr>
        <p:spPr bwMode="auto">
          <a:xfrm>
            <a:off x="323850" y="215900"/>
            <a:ext cx="78438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lo stile del titolo dello schema</a:t>
            </a:r>
          </a:p>
        </p:txBody>
      </p:sp>
      <p:grpSp>
        <p:nvGrpSpPr>
          <p:cNvPr id="1028" name="Group 112">
            <a:extLst>
              <a:ext uri="{FF2B5EF4-FFF2-40B4-BE49-F238E27FC236}">
                <a16:creationId xmlns:a16="http://schemas.microsoft.com/office/drawing/2014/main" id="{E4657C24-1593-4FAF-C2D5-DCDF454EC85F}"/>
              </a:ext>
            </a:extLst>
          </p:cNvPr>
          <p:cNvGrpSpPr>
            <a:grpSpLocks/>
          </p:cNvGrpSpPr>
          <p:nvPr userDrawn="1"/>
        </p:nvGrpSpPr>
        <p:grpSpPr bwMode="auto">
          <a:xfrm>
            <a:off x="0" y="887413"/>
            <a:ext cx="9893300" cy="304800"/>
            <a:chOff x="0" y="624"/>
            <a:chExt cx="6232" cy="192"/>
          </a:xfrm>
        </p:grpSpPr>
        <p:sp>
          <p:nvSpPr>
            <p:cNvPr id="1030" name="Rectangle 113">
              <a:extLst>
                <a:ext uri="{FF2B5EF4-FFF2-40B4-BE49-F238E27FC236}">
                  <a16:creationId xmlns:a16="http://schemas.microsoft.com/office/drawing/2014/main" id="{B92603DF-3ADA-C41A-8AC9-E2BD39D272CF}"/>
                </a:ext>
              </a:extLst>
            </p:cNvPr>
            <p:cNvSpPr>
              <a:spLocks noChangeArrowheads="1"/>
            </p:cNvSpPr>
            <p:nvPr/>
          </p:nvSpPr>
          <p:spPr bwMode="auto">
            <a:xfrm>
              <a:off x="0" y="624"/>
              <a:ext cx="6232" cy="93"/>
            </a:xfrm>
            <a:prstGeom prst="rect">
              <a:avLst/>
            </a:prstGeom>
            <a:solidFill>
              <a:srgbClr val="E5405D"/>
            </a:solidFill>
            <a:ln>
              <a:noFill/>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endParaRPr lang="it-IT" altLang="it-IT"/>
            </a:p>
          </p:txBody>
        </p:sp>
        <p:sp>
          <p:nvSpPr>
            <p:cNvPr id="1031" name="Rectangle 114">
              <a:extLst>
                <a:ext uri="{FF2B5EF4-FFF2-40B4-BE49-F238E27FC236}">
                  <a16:creationId xmlns:a16="http://schemas.microsoft.com/office/drawing/2014/main" id="{57A11DA3-7F30-F7DE-F037-0E2A70C7C5F4}"/>
                </a:ext>
              </a:extLst>
            </p:cNvPr>
            <p:cNvSpPr>
              <a:spLocks noChangeArrowheads="1"/>
            </p:cNvSpPr>
            <p:nvPr/>
          </p:nvSpPr>
          <p:spPr bwMode="auto">
            <a:xfrm>
              <a:off x="0" y="768"/>
              <a:ext cx="6232" cy="48"/>
            </a:xfrm>
            <a:prstGeom prst="rect">
              <a:avLst/>
            </a:prstGeom>
            <a:solidFill>
              <a:srgbClr val="E5405D"/>
            </a:solidFill>
            <a:ln>
              <a:noFill/>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5000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endParaRPr lang="it-IT" altLang="it-IT"/>
            </a:p>
          </p:txBody>
        </p:sp>
      </p:grpSp>
      <p:sp>
        <p:nvSpPr>
          <p:cNvPr id="104558" name="Rectangle 110">
            <a:extLst>
              <a:ext uri="{FF2B5EF4-FFF2-40B4-BE49-F238E27FC236}">
                <a16:creationId xmlns:a16="http://schemas.microsoft.com/office/drawing/2014/main" id="{6D8C7857-CD3D-A020-A9D2-CEF9FC3C55F6}"/>
              </a:ext>
            </a:extLst>
          </p:cNvPr>
          <p:cNvSpPr>
            <a:spLocks noGrp="1" noChangeArrowheads="1"/>
          </p:cNvSpPr>
          <p:nvPr>
            <p:ph type="sldNum" sz="quarter" idx="4"/>
          </p:nvPr>
        </p:nvSpPr>
        <p:spPr bwMode="auto">
          <a:xfrm>
            <a:off x="7005638" y="6026150"/>
            <a:ext cx="2332037" cy="431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defRPr sz="1400">
                <a:solidFill>
                  <a:schemeClr val="folHlink"/>
                </a:solidFill>
              </a:defRPr>
            </a:lvl1pPr>
          </a:lstStyle>
          <a:p>
            <a:pPr>
              <a:defRPr/>
            </a:pPr>
            <a:fld id="{5071838B-8C25-410F-9A17-04DA533E42B4}" type="slidenum">
              <a:rPr lang="it-IT" altLang="it-IT"/>
              <a:pPr>
                <a:defRPr/>
              </a:pPr>
              <a:t>‹N›</a:t>
            </a:fld>
            <a:endParaRPr lang="it-IT" altLang="it-IT"/>
          </a:p>
        </p:txBody>
      </p:sp>
    </p:spTree>
  </p:cSld>
  <p:clrMap bg1="lt1" tx1="dk1" bg2="lt2" tx2="dk2" accent1="accent1" accent2="accent2" accent3="accent3" accent4="accent4" accent5="accent5" accent6="accent6" hlink="hlink" folHlink="folHlink"/>
  <p:sldLayoutIdLst>
    <p:sldLayoutId id="2147483886"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 id="2147483887" r:id="rId14"/>
  </p:sldLayoutIdLst>
  <p:hf hdr="0" ftr="0" dt="0"/>
  <p:txStyles>
    <p:titleStyle>
      <a:lvl1pPr algn="l" rtl="0" eaLnBrk="0" fontAlgn="base" hangingPunct="0">
        <a:lnSpc>
          <a:spcPct val="85000"/>
        </a:lnSpc>
        <a:spcBef>
          <a:spcPct val="0"/>
        </a:spcBef>
        <a:spcAft>
          <a:spcPct val="0"/>
        </a:spcAft>
        <a:defRPr sz="4400">
          <a:solidFill>
            <a:schemeClr val="tx2"/>
          </a:solidFill>
          <a:latin typeface="+mj-lt"/>
          <a:ea typeface="ＭＳ Ｐゴシック" pitchFamily="-107" charset="-128"/>
          <a:cs typeface="ＭＳ Ｐゴシック" pitchFamily="-107" charset="-128"/>
        </a:defRPr>
      </a:lvl1pPr>
      <a:lvl2pPr algn="l" rtl="0" eaLnBrk="0" fontAlgn="base" hangingPunct="0">
        <a:lnSpc>
          <a:spcPct val="85000"/>
        </a:lnSpc>
        <a:spcBef>
          <a:spcPct val="0"/>
        </a:spcBef>
        <a:spcAft>
          <a:spcPct val="0"/>
        </a:spcAft>
        <a:defRPr sz="4400">
          <a:solidFill>
            <a:schemeClr val="tx2"/>
          </a:solidFill>
          <a:latin typeface="Arial" pitchFamily="34" charset="0"/>
          <a:ea typeface="ＭＳ Ｐゴシック" pitchFamily="-107" charset="-128"/>
          <a:cs typeface="ＭＳ Ｐゴシック" pitchFamily="-107" charset="-128"/>
        </a:defRPr>
      </a:lvl2pPr>
      <a:lvl3pPr algn="l" rtl="0" eaLnBrk="0" fontAlgn="base" hangingPunct="0">
        <a:lnSpc>
          <a:spcPct val="85000"/>
        </a:lnSpc>
        <a:spcBef>
          <a:spcPct val="0"/>
        </a:spcBef>
        <a:spcAft>
          <a:spcPct val="0"/>
        </a:spcAft>
        <a:defRPr sz="4400">
          <a:solidFill>
            <a:schemeClr val="tx2"/>
          </a:solidFill>
          <a:latin typeface="Arial" pitchFamily="34" charset="0"/>
          <a:ea typeface="ＭＳ Ｐゴシック" pitchFamily="-107" charset="-128"/>
          <a:cs typeface="ＭＳ Ｐゴシック" pitchFamily="-107" charset="-128"/>
        </a:defRPr>
      </a:lvl3pPr>
      <a:lvl4pPr algn="l" rtl="0" eaLnBrk="0" fontAlgn="base" hangingPunct="0">
        <a:lnSpc>
          <a:spcPct val="85000"/>
        </a:lnSpc>
        <a:spcBef>
          <a:spcPct val="0"/>
        </a:spcBef>
        <a:spcAft>
          <a:spcPct val="0"/>
        </a:spcAft>
        <a:defRPr sz="4400">
          <a:solidFill>
            <a:schemeClr val="tx2"/>
          </a:solidFill>
          <a:latin typeface="Arial" pitchFamily="34" charset="0"/>
          <a:ea typeface="ＭＳ Ｐゴシック" pitchFamily="-107" charset="-128"/>
          <a:cs typeface="ＭＳ Ｐゴシック" pitchFamily="-107" charset="-128"/>
        </a:defRPr>
      </a:lvl4pPr>
      <a:lvl5pPr algn="l" rtl="0" eaLnBrk="0" fontAlgn="base" hangingPunct="0">
        <a:lnSpc>
          <a:spcPct val="85000"/>
        </a:lnSpc>
        <a:spcBef>
          <a:spcPct val="0"/>
        </a:spcBef>
        <a:spcAft>
          <a:spcPct val="0"/>
        </a:spcAft>
        <a:defRPr sz="4400">
          <a:solidFill>
            <a:schemeClr val="tx2"/>
          </a:solidFill>
          <a:latin typeface="Arial" pitchFamily="34" charset="0"/>
          <a:ea typeface="ＭＳ Ｐゴシック" pitchFamily="-107" charset="-128"/>
          <a:cs typeface="ＭＳ Ｐゴシック" pitchFamily="-107" charset="-128"/>
        </a:defRPr>
      </a:lvl5pPr>
      <a:lvl6pPr marL="457200" algn="l" rtl="0" fontAlgn="base">
        <a:lnSpc>
          <a:spcPct val="85000"/>
        </a:lnSpc>
        <a:spcBef>
          <a:spcPct val="0"/>
        </a:spcBef>
        <a:spcAft>
          <a:spcPct val="0"/>
        </a:spcAft>
        <a:defRPr sz="4400">
          <a:solidFill>
            <a:schemeClr val="tx2"/>
          </a:solidFill>
          <a:latin typeface="Arial" pitchFamily="34" charset="0"/>
        </a:defRPr>
      </a:lvl6pPr>
      <a:lvl7pPr marL="914400" algn="l" rtl="0" fontAlgn="base">
        <a:lnSpc>
          <a:spcPct val="85000"/>
        </a:lnSpc>
        <a:spcBef>
          <a:spcPct val="0"/>
        </a:spcBef>
        <a:spcAft>
          <a:spcPct val="0"/>
        </a:spcAft>
        <a:defRPr sz="4400">
          <a:solidFill>
            <a:schemeClr val="tx2"/>
          </a:solidFill>
          <a:latin typeface="Arial" pitchFamily="34" charset="0"/>
        </a:defRPr>
      </a:lvl7pPr>
      <a:lvl8pPr marL="1371600" algn="l" rtl="0" fontAlgn="base">
        <a:lnSpc>
          <a:spcPct val="85000"/>
        </a:lnSpc>
        <a:spcBef>
          <a:spcPct val="0"/>
        </a:spcBef>
        <a:spcAft>
          <a:spcPct val="0"/>
        </a:spcAft>
        <a:defRPr sz="4400">
          <a:solidFill>
            <a:schemeClr val="tx2"/>
          </a:solidFill>
          <a:latin typeface="Arial" pitchFamily="34" charset="0"/>
        </a:defRPr>
      </a:lvl8pPr>
      <a:lvl9pPr marL="1828800" algn="l" rtl="0" fontAlgn="base">
        <a:lnSpc>
          <a:spcPct val="85000"/>
        </a:lnSpc>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lr>
          <a:schemeClr val="accent2"/>
        </a:buClr>
        <a:buFont typeface="Wingdings" panose="05000000000000000000" pitchFamily="2" charset="2"/>
        <a:buChar char="w"/>
        <a:defRPr sz="3200">
          <a:solidFill>
            <a:srgbClr val="000000"/>
          </a:solidFill>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n"/>
        <a:defRPr sz="2800">
          <a:solidFill>
            <a:srgbClr val="000000"/>
          </a:solidFill>
          <a:latin typeface="+mn-lt"/>
          <a:ea typeface="ＭＳ Ｐゴシック" pitchFamily="-107" charset="-128"/>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sz="2400">
          <a:solidFill>
            <a:srgbClr val="000000"/>
          </a:solidFill>
          <a:latin typeface="+mn-lt"/>
          <a:ea typeface="ＭＳ Ｐゴシック" pitchFamily="-107" charset="-128"/>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sz="2000">
          <a:solidFill>
            <a:srgbClr val="000000"/>
          </a:solidFill>
          <a:latin typeface="+mn-lt"/>
          <a:ea typeface="ＭＳ Ｐゴシック" pitchFamily="-107" charset="-128"/>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mn-lt"/>
          <a:ea typeface="ＭＳ Ｐゴシック" pitchFamily="-107" charset="-128"/>
        </a:defRPr>
      </a:lvl5pPr>
      <a:lvl6pPr marL="2228850" indent="-228600" algn="l" rtl="0" fontAlgn="base">
        <a:spcBef>
          <a:spcPct val="20000"/>
        </a:spcBef>
        <a:spcAft>
          <a:spcPct val="0"/>
        </a:spcAft>
        <a:buClr>
          <a:schemeClr val="accent2"/>
        </a:buClr>
        <a:buSzPct val="80000"/>
        <a:buFont typeface="Wingdings" pitchFamily="2" charset="2"/>
        <a:buChar char="§"/>
        <a:defRPr>
          <a:solidFill>
            <a:srgbClr val="000000"/>
          </a:solidFill>
          <a:latin typeface="+mn-lt"/>
        </a:defRPr>
      </a:lvl6pPr>
      <a:lvl7pPr marL="2686050" indent="-228600" algn="l" rtl="0" fontAlgn="base">
        <a:spcBef>
          <a:spcPct val="20000"/>
        </a:spcBef>
        <a:spcAft>
          <a:spcPct val="0"/>
        </a:spcAft>
        <a:buClr>
          <a:schemeClr val="accent2"/>
        </a:buClr>
        <a:buSzPct val="80000"/>
        <a:buFont typeface="Wingdings" pitchFamily="2" charset="2"/>
        <a:buChar char="§"/>
        <a:defRPr>
          <a:solidFill>
            <a:srgbClr val="000000"/>
          </a:solidFill>
          <a:latin typeface="+mn-lt"/>
        </a:defRPr>
      </a:lvl7pPr>
      <a:lvl8pPr marL="3143250" indent="-228600" algn="l" rtl="0" fontAlgn="base">
        <a:spcBef>
          <a:spcPct val="20000"/>
        </a:spcBef>
        <a:spcAft>
          <a:spcPct val="0"/>
        </a:spcAft>
        <a:buClr>
          <a:schemeClr val="accent2"/>
        </a:buClr>
        <a:buSzPct val="80000"/>
        <a:buFont typeface="Wingdings" pitchFamily="2" charset="2"/>
        <a:buChar char="§"/>
        <a:defRPr>
          <a:solidFill>
            <a:srgbClr val="000000"/>
          </a:solidFill>
          <a:latin typeface="+mn-lt"/>
        </a:defRPr>
      </a:lvl8pPr>
      <a:lvl9pPr marL="3600450" indent="-228600" algn="l" rtl="0" fontAlgn="base">
        <a:spcBef>
          <a:spcPct val="20000"/>
        </a:spcBef>
        <a:spcAft>
          <a:spcPct val="0"/>
        </a:spcAft>
        <a:buClr>
          <a:schemeClr val="accent2"/>
        </a:buClr>
        <a:buSzPct val="80000"/>
        <a:buFont typeface="Wingdings" pitchFamily="2" charset="2"/>
        <a:buChar char="§"/>
        <a:defRPr>
          <a:solidFill>
            <a:srgbClr val="000000"/>
          </a:solidFill>
          <a:latin typeface="+mn-lt"/>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8.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3.wmf"/><Relationship Id="rId18" Type="http://schemas.openxmlformats.org/officeDocument/2006/relationships/oleObject" Target="../embeddings/oleObject15.bin"/><Relationship Id="rId3" Type="http://schemas.openxmlformats.org/officeDocument/2006/relationships/image" Target="../media/image9.wmf"/><Relationship Id="rId7" Type="http://schemas.openxmlformats.org/officeDocument/2006/relationships/image" Target="../media/image10.png"/><Relationship Id="rId12" Type="http://schemas.openxmlformats.org/officeDocument/2006/relationships/oleObject" Target="../embeddings/oleObject12.bin"/><Relationship Id="rId17" Type="http://schemas.openxmlformats.org/officeDocument/2006/relationships/image" Target="../media/image15.wmf"/><Relationship Id="rId2" Type="http://schemas.openxmlformats.org/officeDocument/2006/relationships/oleObject" Target="../embeddings/oleObject7.bin"/><Relationship Id="rId16" Type="http://schemas.openxmlformats.org/officeDocument/2006/relationships/oleObject" Target="../embeddings/oleObject14.bin"/><Relationship Id="rId1" Type="http://schemas.openxmlformats.org/officeDocument/2006/relationships/slideLayout" Target="../slideLayouts/slideLayout13.xml"/><Relationship Id="rId6" Type="http://schemas.openxmlformats.org/officeDocument/2006/relationships/oleObject" Target="../embeddings/oleObject9.bin"/><Relationship Id="rId11" Type="http://schemas.openxmlformats.org/officeDocument/2006/relationships/image" Target="../media/image12.wmf"/><Relationship Id="rId5" Type="http://schemas.openxmlformats.org/officeDocument/2006/relationships/image" Target="../media/image5.png"/><Relationship Id="rId15" Type="http://schemas.openxmlformats.org/officeDocument/2006/relationships/image" Target="../media/image14.wmf"/><Relationship Id="rId10" Type="http://schemas.openxmlformats.org/officeDocument/2006/relationships/oleObject" Target="../embeddings/oleObject11.bin"/><Relationship Id="rId19" Type="http://schemas.openxmlformats.org/officeDocument/2006/relationships/image" Target="../media/image16.wmf"/><Relationship Id="rId4" Type="http://schemas.openxmlformats.org/officeDocument/2006/relationships/oleObject" Target="../embeddings/oleObject8.bin"/><Relationship Id="rId9" Type="http://schemas.openxmlformats.org/officeDocument/2006/relationships/image" Target="../media/image11.wmf"/><Relationship Id="rId14"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6.bin"/><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7.bin"/><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21.wmf"/><Relationship Id="rId7" Type="http://schemas.openxmlformats.org/officeDocument/2006/relationships/image" Target="../media/image23.wmf"/><Relationship Id="rId2" Type="http://schemas.openxmlformats.org/officeDocument/2006/relationships/oleObject" Target="../embeddings/oleObject19.bin"/><Relationship Id="rId1" Type="http://schemas.openxmlformats.org/officeDocument/2006/relationships/slideLayout" Target="../slideLayouts/slideLayout14.xml"/><Relationship Id="rId6" Type="http://schemas.openxmlformats.org/officeDocument/2006/relationships/oleObject" Target="../embeddings/oleObject21.bin"/><Relationship Id="rId5" Type="http://schemas.openxmlformats.org/officeDocument/2006/relationships/image" Target="../media/image22.wmf"/><Relationship Id="rId4" Type="http://schemas.openxmlformats.org/officeDocument/2006/relationships/oleObject" Target="../embeddings/oleObject20.bin"/><Relationship Id="rId9" Type="http://schemas.openxmlformats.org/officeDocument/2006/relationships/image" Target="../media/image24.wmf"/></Relationships>
</file>

<file path=ppt/slides/_rels/slide2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3.bin"/><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4.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29.wmf"/><Relationship Id="rId2" Type="http://schemas.openxmlformats.org/officeDocument/2006/relationships/oleObject" Target="../embeddings/oleObject25.bin"/><Relationship Id="rId1" Type="http://schemas.openxmlformats.org/officeDocument/2006/relationships/slideLayout" Target="../slideLayouts/slideLayout4.xml"/><Relationship Id="rId6" Type="http://schemas.openxmlformats.org/officeDocument/2006/relationships/oleObject" Target="../embeddings/oleObject27.bin"/><Relationship Id="rId5" Type="http://schemas.openxmlformats.org/officeDocument/2006/relationships/image" Target="../media/image28.wmf"/><Relationship Id="rId4" Type="http://schemas.openxmlformats.org/officeDocument/2006/relationships/oleObject" Target="../embeddings/oleObject26.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29.bin"/><Relationship Id="rId1" Type="http://schemas.openxmlformats.org/officeDocument/2006/relationships/slideLayout" Target="../slideLayouts/slideLayout13.xml"/><Relationship Id="rId6" Type="http://schemas.openxmlformats.org/officeDocument/2006/relationships/oleObject" Target="../embeddings/oleObject31.bin"/><Relationship Id="rId5" Type="http://schemas.openxmlformats.org/officeDocument/2006/relationships/image" Target="../media/image33.wmf"/><Relationship Id="rId4" Type="http://schemas.openxmlformats.org/officeDocument/2006/relationships/oleObject" Target="../embeddings/oleObject30.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32.bin"/><Relationship Id="rId1" Type="http://schemas.openxmlformats.org/officeDocument/2006/relationships/slideLayout" Target="../slideLayouts/slideLayout13.xml"/><Relationship Id="rId6" Type="http://schemas.openxmlformats.org/officeDocument/2006/relationships/oleObject" Target="../embeddings/oleObject34.bin"/><Relationship Id="rId11" Type="http://schemas.openxmlformats.org/officeDocument/2006/relationships/image" Target="../media/image39.wmf"/><Relationship Id="rId5" Type="http://schemas.openxmlformats.org/officeDocument/2006/relationships/image" Target="../media/image36.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38.wmf"/></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37.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38.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39.bin"/><Relationship Id="rId1" Type="http://schemas.openxmlformats.org/officeDocument/2006/relationships/slideLayout" Target="../slideLayouts/slideLayout13.xml"/><Relationship Id="rId5" Type="http://schemas.openxmlformats.org/officeDocument/2006/relationships/image" Target="../media/image47.wmf"/><Relationship Id="rId4" Type="http://schemas.openxmlformats.org/officeDocument/2006/relationships/oleObject" Target="../embeddings/oleObject40.bin"/></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41.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43.bin"/><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44.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3.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46.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47.bin"/><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48.bin"/><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49.bin"/><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50.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5.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5.wmf"/></Relationships>
</file>

<file path=ppt/slides/_rels/slide7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wmf"/></Relationships>
</file>

<file path=ppt/slides/_rels/slide82.xml.rels><?xml version="1.0" encoding="UTF-8" standalone="yes"?>
<Relationships xmlns="http://schemas.openxmlformats.org/package/2006/relationships"><Relationship Id="rId3" Type="http://schemas.openxmlformats.org/officeDocument/2006/relationships/image" Target="../media/image71.wmf"/><Relationship Id="rId7" Type="http://schemas.openxmlformats.org/officeDocument/2006/relationships/image" Target="../media/image74.png"/><Relationship Id="rId2" Type="http://schemas.openxmlformats.org/officeDocument/2006/relationships/oleObject" Target="../embeddings/oleObject54.bin"/><Relationship Id="rId1" Type="http://schemas.openxmlformats.org/officeDocument/2006/relationships/slideLayout" Target="../slideLayouts/slideLayout2.xml"/><Relationship Id="rId6" Type="http://schemas.openxmlformats.org/officeDocument/2006/relationships/image" Target="../media/image73.wmf"/><Relationship Id="rId5" Type="http://schemas.openxmlformats.org/officeDocument/2006/relationships/oleObject" Target="../embeddings/oleObject55.bin"/><Relationship Id="rId4" Type="http://schemas.openxmlformats.org/officeDocument/2006/relationships/image" Target="../media/image72.png"/></Relationships>
</file>

<file path=ppt/slides/_rels/slide83.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56.bin"/><Relationship Id="rId1" Type="http://schemas.openxmlformats.org/officeDocument/2006/relationships/slideLayout" Target="../slideLayouts/slideLayout4.xml"/><Relationship Id="rId5" Type="http://schemas.openxmlformats.org/officeDocument/2006/relationships/image" Target="../media/image76.wmf"/><Relationship Id="rId4" Type="http://schemas.openxmlformats.org/officeDocument/2006/relationships/oleObject" Target="../embeddings/oleObject57.bin"/></Relationships>
</file>

<file path=ppt/slides/_rels/slide84.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58.bin"/><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oleObject" Target="../embeddings/oleObject59.bin"/><Relationship Id="rId1" Type="http://schemas.openxmlformats.org/officeDocument/2006/relationships/slideLayout" Target="../slideLayouts/slideLayout13.xml"/><Relationship Id="rId5" Type="http://schemas.openxmlformats.org/officeDocument/2006/relationships/image" Target="../media/image79.wmf"/><Relationship Id="rId4" Type="http://schemas.openxmlformats.org/officeDocument/2006/relationships/oleObject" Target="../embeddings/oleObject60.bin"/></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0.wmf"/><Relationship Id="rId7" Type="http://schemas.openxmlformats.org/officeDocument/2006/relationships/image" Target="../media/image82.wmf"/><Relationship Id="rId2" Type="http://schemas.openxmlformats.org/officeDocument/2006/relationships/oleObject" Target="../embeddings/oleObject61.bin"/><Relationship Id="rId1" Type="http://schemas.openxmlformats.org/officeDocument/2006/relationships/slideLayout" Target="../slideLayouts/slideLayout2.xml"/><Relationship Id="rId6" Type="http://schemas.openxmlformats.org/officeDocument/2006/relationships/oleObject" Target="../embeddings/oleObject63.bin"/><Relationship Id="rId5" Type="http://schemas.openxmlformats.org/officeDocument/2006/relationships/image" Target="../media/image81.wmf"/><Relationship Id="rId4" Type="http://schemas.openxmlformats.org/officeDocument/2006/relationships/oleObject" Target="../embeddings/oleObject62.bin"/></Relationships>
</file>

<file path=ppt/slides/_rels/slide88.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oleObject" Target="../embeddings/oleObject64.bin"/><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oleObject" Target="../embeddings/oleObject65.bin"/><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6.wmf"/></Relationships>
</file>

<file path=ppt/slides/_rels/slide9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05">
            <a:extLst>
              <a:ext uri="{FF2B5EF4-FFF2-40B4-BE49-F238E27FC236}">
                <a16:creationId xmlns:a16="http://schemas.microsoft.com/office/drawing/2014/main" id="{3A35724C-F3ED-981C-8CAF-70D4B4C7994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0B2EE005-8998-4B0F-8A1B-8BE7030B7C75}" type="slidenum">
              <a:rPr lang="it-IT" altLang="it-IT" sz="1400" smtClean="0">
                <a:solidFill>
                  <a:schemeClr val="folHlink"/>
                </a:solidFill>
                <a:latin typeface="Times New Roman" panose="02020603050405020304" pitchFamily="18" charset="0"/>
              </a:rPr>
              <a:pPr>
                <a:spcBef>
                  <a:spcPct val="0"/>
                </a:spcBef>
                <a:buClrTx/>
                <a:buFontTx/>
                <a:buNone/>
              </a:pPr>
              <a:t>1</a:t>
            </a:fld>
            <a:endParaRPr lang="it-IT" altLang="it-IT" sz="1400">
              <a:solidFill>
                <a:schemeClr val="folHlink"/>
              </a:solidFill>
              <a:latin typeface="Times New Roman" panose="02020603050405020304" pitchFamily="18" charset="0"/>
            </a:endParaRPr>
          </a:p>
        </p:txBody>
      </p:sp>
      <p:sp>
        <p:nvSpPr>
          <p:cNvPr id="18434" name="Rectangle 8">
            <a:extLst>
              <a:ext uri="{FF2B5EF4-FFF2-40B4-BE49-F238E27FC236}">
                <a16:creationId xmlns:a16="http://schemas.microsoft.com/office/drawing/2014/main" id="{0B51FE03-4653-3FA5-F747-459C478AD483}"/>
              </a:ext>
            </a:extLst>
          </p:cNvPr>
          <p:cNvSpPr>
            <a:spLocks noChangeArrowheads="1"/>
          </p:cNvSpPr>
          <p:nvPr/>
        </p:nvSpPr>
        <p:spPr bwMode="auto">
          <a:xfrm>
            <a:off x="803275" y="2667000"/>
            <a:ext cx="80899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a:spcBef>
                <a:spcPct val="0"/>
              </a:spcBef>
              <a:buClrTx/>
              <a:buFontTx/>
              <a:buNone/>
            </a:pPr>
            <a:r>
              <a:rPr lang="it-IT" altLang="it-IT" sz="2800">
                <a:solidFill>
                  <a:schemeClr val="tx1"/>
                </a:solidFill>
              </a:rPr>
              <a:t>Algebra di Boole</a:t>
            </a:r>
            <a:endParaRPr lang="it-IT" altLang="it-IT" sz="2400">
              <a:solidFill>
                <a:schemeClr val="tx1"/>
              </a:solidFill>
            </a:endParaRPr>
          </a:p>
          <a:p>
            <a:pPr algn="ctr">
              <a:buClrTx/>
              <a:buFontTx/>
              <a:buNone/>
            </a:pPr>
            <a:endParaRPr lang="it-IT" altLang="it-IT" sz="1800">
              <a:solidFill>
                <a:schemeClr val="tx1"/>
              </a:solidFill>
            </a:endParaRPr>
          </a:p>
          <a:p>
            <a:pPr algn="ctr">
              <a:buClrTx/>
              <a:buFontTx/>
              <a:buNone/>
            </a:pPr>
            <a:endParaRPr lang="it-IT" altLang="it-IT" sz="1800">
              <a:solidFill>
                <a:schemeClr val="tx1"/>
              </a:solidFill>
            </a:endParaRPr>
          </a:p>
          <a:p>
            <a:pPr algn="ctr">
              <a:buClrTx/>
              <a:buFontTx/>
              <a:buNone/>
            </a:pPr>
            <a:endParaRPr lang="it-IT" altLang="it-IT" sz="1800">
              <a:solidFill>
                <a:schemeClr val="tx1"/>
              </a:solidFill>
            </a:endParaRPr>
          </a:p>
          <a:p>
            <a:pPr algn="ctr">
              <a:buClrTx/>
              <a:buFontTx/>
              <a:buNone/>
            </a:pPr>
            <a:r>
              <a:rPr lang="it-IT" altLang="it-IT" sz="1800">
                <a:solidFill>
                  <a:schemeClr val="tx1"/>
                </a:solidFill>
              </a:rPr>
              <a:t>Dipartimento di Informatica e Sistemistica</a:t>
            </a:r>
          </a:p>
          <a:p>
            <a:pPr algn="ctr">
              <a:buClrTx/>
              <a:buFontTx/>
              <a:buNone/>
            </a:pPr>
            <a:r>
              <a:rPr lang="it-IT" altLang="it-IT" sz="1800">
                <a:solidFill>
                  <a:schemeClr val="tx1"/>
                </a:solidFill>
              </a:rPr>
              <a:t>Università Degli Studi di Napoli Federico II</a:t>
            </a:r>
          </a:p>
        </p:txBody>
      </p:sp>
      <p:sp>
        <p:nvSpPr>
          <p:cNvPr id="18435" name="Rectangle 12">
            <a:extLst>
              <a:ext uri="{FF2B5EF4-FFF2-40B4-BE49-F238E27FC236}">
                <a16:creationId xmlns:a16="http://schemas.microsoft.com/office/drawing/2014/main" id="{640B1CB4-5B26-6525-49FE-025CC9287D81}"/>
              </a:ext>
            </a:extLst>
          </p:cNvPr>
          <p:cNvSpPr>
            <a:spLocks noGrp="1" noChangeArrowheads="1"/>
          </p:cNvSpPr>
          <p:nvPr>
            <p:ph type="ctrTitle"/>
          </p:nvPr>
        </p:nvSpPr>
        <p:spPr>
          <a:xfrm>
            <a:off x="974725" y="989013"/>
            <a:ext cx="7845425" cy="957262"/>
          </a:xfrm>
        </p:spPr>
        <p:txBody>
          <a:bodyPr/>
          <a:lstStyle/>
          <a:p>
            <a:pPr eaLnBrk="1" hangingPunct="1"/>
            <a:r>
              <a:rPr lang="en-US" altLang="it-IT" sz="3600">
                <a:ea typeface="ＭＳ Ｐゴシック" panose="020B0600070205080204" pitchFamily="34" charset="-128"/>
              </a:rPr>
              <a:t>Corso di Reti Logiche</a:t>
            </a:r>
            <a:endParaRPr lang="it-IT" altLang="it-IT" sz="3600">
              <a:ea typeface="ＭＳ Ｐゴシック" panose="020B0600070205080204" pitchFamily="34" charset="-128"/>
            </a:endParaRPr>
          </a:p>
        </p:txBody>
      </p:sp>
    </p:spTree>
  </p:cSld>
  <p:clrMapOvr>
    <a:masterClrMapping/>
  </p:clrMapOvr>
  <p:transition spd="med">
    <p:cover dir="r"/>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1" name="Segnaposto numero diapositiva 3">
            <a:extLst>
              <a:ext uri="{FF2B5EF4-FFF2-40B4-BE49-F238E27FC236}">
                <a16:creationId xmlns:a16="http://schemas.microsoft.com/office/drawing/2014/main" id="{FA3D6696-FEBD-316F-E3D8-47B2FB08ACD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C375B9A4-BA9E-4D8A-A80C-8EBA74AF83AA}" type="slidenum">
              <a:rPr lang="it-IT" altLang="it-IT" sz="1400" smtClean="0">
                <a:solidFill>
                  <a:schemeClr val="folHlink"/>
                </a:solidFill>
              </a:rPr>
              <a:pPr>
                <a:spcBef>
                  <a:spcPct val="0"/>
                </a:spcBef>
                <a:buClrTx/>
                <a:buFontTx/>
                <a:buNone/>
              </a:pPr>
              <a:t>2</a:t>
            </a:fld>
            <a:endParaRPr lang="it-IT" altLang="it-IT" sz="1400">
              <a:solidFill>
                <a:schemeClr val="folHlink"/>
              </a:solidFill>
            </a:endParaRPr>
          </a:p>
        </p:txBody>
      </p:sp>
      <p:sp>
        <p:nvSpPr>
          <p:cNvPr id="20482" name="Rectangle 2">
            <a:extLst>
              <a:ext uri="{FF2B5EF4-FFF2-40B4-BE49-F238E27FC236}">
                <a16:creationId xmlns:a16="http://schemas.microsoft.com/office/drawing/2014/main" id="{BF97B8E5-86B6-F4A6-B6CB-EC8AD03ED1F7}"/>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Algebra di Boole</a:t>
            </a:r>
          </a:p>
        </p:txBody>
      </p:sp>
      <p:sp>
        <p:nvSpPr>
          <p:cNvPr id="20483" name="Rectangle 3">
            <a:extLst>
              <a:ext uri="{FF2B5EF4-FFF2-40B4-BE49-F238E27FC236}">
                <a16:creationId xmlns:a16="http://schemas.microsoft.com/office/drawing/2014/main" id="{F366B0C6-EEEF-EDFE-0D4A-90B0B66254A1}"/>
              </a:ext>
            </a:extLst>
          </p:cNvPr>
          <p:cNvSpPr>
            <a:spLocks noGrp="1" noChangeArrowheads="1"/>
          </p:cNvSpPr>
          <p:nvPr>
            <p:ph type="body" idx="1"/>
          </p:nvPr>
        </p:nvSpPr>
        <p:spPr>
          <a:xfrm>
            <a:off x="684213" y="1727200"/>
            <a:ext cx="5759450" cy="3667125"/>
          </a:xfrm>
        </p:spPr>
        <p:txBody>
          <a:bodyPr/>
          <a:lstStyle/>
          <a:p>
            <a:pPr eaLnBrk="1" hangingPunct="1"/>
            <a:r>
              <a:rPr lang="en-US" altLang="it-IT">
                <a:ea typeface="ＭＳ Ｐゴシック" panose="020B0600070205080204" pitchFamily="34" charset="-128"/>
              </a:rPr>
              <a:t>George Boole (1815-1864) </a:t>
            </a:r>
          </a:p>
          <a:p>
            <a:pPr eaLnBrk="1" hangingPunct="1"/>
            <a:r>
              <a:rPr lang="en-US" altLang="it-IT" i="1">
                <a:ea typeface="ＭＳ Ｐゴシック" panose="020B0600070205080204" pitchFamily="34" charset="-128"/>
              </a:rPr>
              <a:t>An investigation into the laws of thought on which are founded the mathematical theories of logic and probabilities</a:t>
            </a:r>
            <a:endParaRPr lang="it-IT" altLang="it-IT" i="1">
              <a:ea typeface="ＭＳ Ｐゴシック" panose="020B0600070205080204" pitchFamily="34" charset="-128"/>
            </a:endParaRPr>
          </a:p>
        </p:txBody>
      </p:sp>
      <p:pic>
        <p:nvPicPr>
          <p:cNvPr id="20484" name="Picture 4" descr="GeorgeBoole">
            <a:extLst>
              <a:ext uri="{FF2B5EF4-FFF2-40B4-BE49-F238E27FC236}">
                <a16:creationId xmlns:a16="http://schemas.microsoft.com/office/drawing/2014/main" id="{A174F2B6-8824-7FF0-C038-F2001F94AA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788" y="1655763"/>
            <a:ext cx="2813050" cy="342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egnaposto numero diapositiva 3">
            <a:extLst>
              <a:ext uri="{FF2B5EF4-FFF2-40B4-BE49-F238E27FC236}">
                <a16:creationId xmlns:a16="http://schemas.microsoft.com/office/drawing/2014/main" id="{EC3475DD-00E6-E286-A13F-F27548DCA83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FFD97ADD-3502-4B22-A89B-F2FC518E4EDE}" type="slidenum">
              <a:rPr lang="it-IT" altLang="it-IT" sz="1400" smtClean="0">
                <a:solidFill>
                  <a:schemeClr val="folHlink"/>
                </a:solidFill>
              </a:rPr>
              <a:pPr>
                <a:spcBef>
                  <a:spcPct val="0"/>
                </a:spcBef>
                <a:buClrTx/>
                <a:buFontTx/>
                <a:buNone/>
              </a:pPr>
              <a:t>3</a:t>
            </a:fld>
            <a:endParaRPr lang="it-IT" altLang="it-IT" sz="1400">
              <a:solidFill>
                <a:schemeClr val="folHlink"/>
              </a:solidFill>
            </a:endParaRPr>
          </a:p>
        </p:txBody>
      </p:sp>
      <p:sp>
        <p:nvSpPr>
          <p:cNvPr id="21506" name="Rectangle 2">
            <a:extLst>
              <a:ext uri="{FF2B5EF4-FFF2-40B4-BE49-F238E27FC236}">
                <a16:creationId xmlns:a16="http://schemas.microsoft.com/office/drawing/2014/main" id="{8889C186-F73D-6EF8-1CA7-9CAB8C644B87}"/>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Algebra di Boole</a:t>
            </a:r>
          </a:p>
        </p:txBody>
      </p:sp>
      <p:sp>
        <p:nvSpPr>
          <p:cNvPr id="21507" name="Rectangle 3">
            <a:extLst>
              <a:ext uri="{FF2B5EF4-FFF2-40B4-BE49-F238E27FC236}">
                <a16:creationId xmlns:a16="http://schemas.microsoft.com/office/drawing/2014/main" id="{4A268F8C-15CA-B29D-5641-D429B196F344}"/>
              </a:ext>
            </a:extLst>
          </p:cNvPr>
          <p:cNvSpPr>
            <a:spLocks noGrp="1" noChangeArrowheads="1"/>
          </p:cNvSpPr>
          <p:nvPr>
            <p:ph type="body" idx="1"/>
          </p:nvPr>
        </p:nvSpPr>
        <p:spPr/>
        <p:txBody>
          <a:bodyPr/>
          <a:lstStyle/>
          <a:p>
            <a:pPr eaLnBrk="1" hangingPunct="1">
              <a:lnSpc>
                <a:spcPct val="90000"/>
              </a:lnSpc>
            </a:pPr>
            <a:r>
              <a:rPr lang="it-IT" altLang="it-IT" sz="2800">
                <a:ea typeface="ＭＳ Ｐゴシック" panose="020B0600070205080204" pitchFamily="34" charset="-128"/>
              </a:rPr>
              <a:t>E’ uno strumento per l'analisi e la sintesi delle reti di commutazione.</a:t>
            </a:r>
          </a:p>
          <a:p>
            <a:pPr eaLnBrk="1" hangingPunct="1">
              <a:lnSpc>
                <a:spcPct val="90000"/>
              </a:lnSpc>
            </a:pPr>
            <a:r>
              <a:rPr lang="it-IT" altLang="it-IT" sz="2800">
                <a:ea typeface="ＭＳ Ｐゴシック" panose="020B0600070205080204" pitchFamily="34" charset="-128"/>
              </a:rPr>
              <a:t>Consente di descrivere in forma algebrica le funzioni dei circuiti componenti e delle reti, fornendo altresì i metodi per la realizzazione del progetto logico.</a:t>
            </a:r>
          </a:p>
          <a:p>
            <a:pPr eaLnBrk="1" hangingPunct="1">
              <a:lnSpc>
                <a:spcPct val="90000"/>
              </a:lnSpc>
            </a:pPr>
            <a:r>
              <a:rPr lang="it-IT" altLang="it-IT" sz="2800">
                <a:ea typeface="ＭＳ Ｐゴシック" panose="020B0600070205080204" pitchFamily="34" charset="-128"/>
              </a:rPr>
              <a:t>Stabilisce una corrispondenza biunivoca fra espressioni algebriche e reti di commutazione.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egnaposto numero diapositiva 3">
            <a:extLst>
              <a:ext uri="{FF2B5EF4-FFF2-40B4-BE49-F238E27FC236}">
                <a16:creationId xmlns:a16="http://schemas.microsoft.com/office/drawing/2014/main" id="{CF0053E2-A373-B290-58AF-53E6470768F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99C4DAEE-E584-4DFE-9B4A-F011891D9B5D}" type="slidenum">
              <a:rPr lang="it-IT" altLang="it-IT" sz="1400" smtClean="0">
                <a:solidFill>
                  <a:schemeClr val="folHlink"/>
                </a:solidFill>
              </a:rPr>
              <a:pPr>
                <a:spcBef>
                  <a:spcPct val="0"/>
                </a:spcBef>
                <a:buClrTx/>
                <a:buFontTx/>
                <a:buNone/>
              </a:pPr>
              <a:t>4</a:t>
            </a:fld>
            <a:endParaRPr lang="it-IT" altLang="it-IT" sz="1400">
              <a:solidFill>
                <a:schemeClr val="folHlink"/>
              </a:solidFill>
            </a:endParaRPr>
          </a:p>
        </p:txBody>
      </p:sp>
      <p:sp>
        <p:nvSpPr>
          <p:cNvPr id="22530" name="Rectangle 2">
            <a:extLst>
              <a:ext uri="{FF2B5EF4-FFF2-40B4-BE49-F238E27FC236}">
                <a16:creationId xmlns:a16="http://schemas.microsoft.com/office/drawing/2014/main" id="{9F1D30F7-EBF0-3524-2301-F3114FD4E3D9}"/>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Algebra astratta</a:t>
            </a:r>
          </a:p>
        </p:txBody>
      </p:sp>
      <p:sp>
        <p:nvSpPr>
          <p:cNvPr id="22531" name="Rectangle 3">
            <a:extLst>
              <a:ext uri="{FF2B5EF4-FFF2-40B4-BE49-F238E27FC236}">
                <a16:creationId xmlns:a16="http://schemas.microsoft.com/office/drawing/2014/main" id="{AFC9B35C-018A-E9DC-3AC4-7E59736B7B16}"/>
              </a:ext>
            </a:extLst>
          </p:cNvPr>
          <p:cNvSpPr>
            <a:spLocks noGrp="1" noChangeArrowheads="1"/>
          </p:cNvSpPr>
          <p:nvPr>
            <p:ph type="body" idx="1"/>
          </p:nvPr>
        </p:nvSpPr>
        <p:spPr>
          <a:xfrm>
            <a:off x="684213" y="1577975"/>
            <a:ext cx="8459787" cy="2376488"/>
          </a:xfrm>
        </p:spPr>
        <p:txBody>
          <a:bodyPr/>
          <a:lstStyle/>
          <a:p>
            <a:pPr marL="609600" indent="-609600" eaLnBrk="1" hangingPunct="1">
              <a:buFont typeface="Wingdings" panose="05000000000000000000" pitchFamily="2" charset="2"/>
              <a:buNone/>
            </a:pPr>
            <a:r>
              <a:rPr lang="it-IT" altLang="it-IT" sz="2800">
                <a:ea typeface="ＭＳ Ｐゴシック" panose="020B0600070205080204" pitchFamily="34" charset="-128"/>
              </a:rPr>
              <a:t>Un’Algebra Astratta è costituita da:</a:t>
            </a:r>
          </a:p>
          <a:p>
            <a:pPr marL="609600" indent="-609600" algn="ctr" eaLnBrk="1" hangingPunct="1">
              <a:buFont typeface="Wingdings" panose="05000000000000000000" pitchFamily="2" charset="2"/>
              <a:buNone/>
            </a:pPr>
            <a:r>
              <a:rPr lang="it-IT" altLang="it-IT" sz="2800">
                <a:ea typeface="ＭＳ Ｐゴシック" panose="020B0600070205080204" pitchFamily="34" charset="-128"/>
              </a:rPr>
              <a:t>un insieme </a:t>
            </a:r>
            <a:r>
              <a:rPr lang="it-IT" altLang="it-IT" sz="2800" i="1">
                <a:ea typeface="ＭＳ Ｐゴシック" panose="020B0600070205080204" pitchFamily="34" charset="-128"/>
              </a:rPr>
              <a:t>K</a:t>
            </a:r>
            <a:r>
              <a:rPr lang="it-IT" altLang="it-IT" sz="2800">
                <a:ea typeface="ＭＳ Ｐゴシック" panose="020B0600070205080204" pitchFamily="34" charset="-128"/>
              </a:rPr>
              <a:t> (sostegno)</a:t>
            </a:r>
          </a:p>
          <a:p>
            <a:pPr marL="609600" indent="-609600" algn="ctr" eaLnBrk="1" hangingPunct="1">
              <a:buFont typeface="Wingdings" panose="05000000000000000000" pitchFamily="2" charset="2"/>
              <a:buNone/>
            </a:pPr>
            <a:endParaRPr lang="it-IT" altLang="it-IT" sz="2800">
              <a:ea typeface="ＭＳ Ｐゴシック" panose="020B0600070205080204" pitchFamily="34" charset="-128"/>
            </a:endParaRPr>
          </a:p>
          <a:p>
            <a:pPr marL="609600" indent="-609600" algn="ctr" eaLnBrk="1" hangingPunct="1">
              <a:buFont typeface="Wingdings" panose="05000000000000000000" pitchFamily="2" charset="2"/>
              <a:buNone/>
            </a:pPr>
            <a:r>
              <a:rPr lang="it-IT" altLang="it-IT" sz="2800">
                <a:ea typeface="ＭＳ Ｐゴシック" panose="020B0600070205080204" pitchFamily="34" charset="-128"/>
              </a:rPr>
              <a:t>due leggi binarie di composizione interna “+” e “</a:t>
            </a:r>
            <a:r>
              <a:rPr lang="en-US" altLang="ja-JP" sz="2800">
                <a:ea typeface="ＭＳ Ｐゴシック" panose="020B0600070205080204" pitchFamily="34" charset="-128"/>
                <a:cs typeface="Arial" panose="020B0604020202020204" pitchFamily="34" charset="0"/>
              </a:rPr>
              <a:t>·</a:t>
            </a:r>
            <a:r>
              <a:rPr lang="en-US" altLang="it-IT" sz="2800">
                <a:ea typeface="ＭＳ Ｐゴシック" panose="020B0600070205080204" pitchFamily="34" charset="-128"/>
                <a:cs typeface="Arial" panose="020B0604020202020204" pitchFamily="34" charset="0"/>
              </a:rPr>
              <a:t>”</a:t>
            </a:r>
            <a:endParaRPr lang="it-IT" altLang="it-IT" sz="2800">
              <a:ea typeface="ＭＳ Ｐゴシック" panose="020B0600070205080204" pitchFamily="34" charset="-128"/>
            </a:endParaRPr>
          </a:p>
        </p:txBody>
      </p:sp>
      <p:sp>
        <p:nvSpPr>
          <p:cNvPr id="22532" name="Rectangle 4">
            <a:extLst>
              <a:ext uri="{FF2B5EF4-FFF2-40B4-BE49-F238E27FC236}">
                <a16:creationId xmlns:a16="http://schemas.microsoft.com/office/drawing/2014/main" id="{35E954F6-A9DF-811E-C00D-2C84B5F55B93}"/>
              </a:ext>
            </a:extLst>
          </p:cNvPr>
          <p:cNvSpPr>
            <a:spLocks noChangeArrowheads="1"/>
          </p:cNvSpPr>
          <p:nvPr/>
        </p:nvSpPr>
        <p:spPr bwMode="auto">
          <a:xfrm>
            <a:off x="684213" y="3960813"/>
            <a:ext cx="845978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it-IT" altLang="it-IT" sz="2800"/>
              <a:t>In altri termini, un’Algebra Astratta è definita da una terna &lt;</a:t>
            </a:r>
            <a:r>
              <a:rPr lang="it-IT" altLang="it-IT" sz="2800" i="1"/>
              <a:t>K</a:t>
            </a:r>
            <a:r>
              <a:rPr lang="it-IT" altLang="it-IT" sz="2800"/>
              <a:t>,+, </a:t>
            </a:r>
            <a:r>
              <a:rPr lang="en-US" altLang="it-IT" sz="2800">
                <a:cs typeface="Arial" panose="020B0604020202020204" pitchFamily="34" charset="0"/>
              </a:rPr>
              <a:t>·</a:t>
            </a:r>
            <a:r>
              <a:rPr lang="it-IT" altLang="it-IT" sz="2800">
                <a:cs typeface="Arial" panose="020B0604020202020204" pitchFamily="34" charset="0"/>
              </a:rPr>
              <a:t> &gt;</a:t>
            </a:r>
          </a:p>
          <a:p>
            <a:pPr eaLnBrk="1" hangingPunct="1"/>
            <a:r>
              <a:rPr lang="it-IT" altLang="it-IT" sz="2800">
                <a:cs typeface="Arial" panose="020B0604020202020204" pitchFamily="34" charset="0"/>
              </a:rPr>
              <a:t>L’</a:t>
            </a:r>
            <a:r>
              <a:rPr lang="it-IT" altLang="ja-JP" sz="2800" i="1">
                <a:cs typeface="Arial" panose="020B0604020202020204" pitchFamily="34" charset="0"/>
              </a:rPr>
              <a:t>Algebra di Boole</a:t>
            </a:r>
            <a:r>
              <a:rPr lang="it-IT" altLang="ja-JP" sz="2800">
                <a:cs typeface="Arial" panose="020B0604020202020204" pitchFamily="34" charset="0"/>
              </a:rPr>
              <a:t> è un</a:t>
            </a:r>
            <a:r>
              <a:rPr lang="it-IT" altLang="it-IT" sz="2800">
                <a:cs typeface="Arial" panose="020B0604020202020204" pitchFamily="34" charset="0"/>
              </a:rPr>
              <a:t>’</a:t>
            </a:r>
            <a:r>
              <a:rPr lang="it-IT" altLang="ja-JP" sz="2800">
                <a:cs typeface="Arial" panose="020B0604020202020204" pitchFamily="34" charset="0"/>
              </a:rPr>
              <a:t>algebra astratta dotata di un insieme di ulteriori proprietà</a:t>
            </a:r>
            <a:endParaRPr lang="it-IT" altLang="it-IT" sz="2800">
              <a:cs typeface="Arial" panose="020B0604020202020204" pitchFamily="34" charset="0"/>
            </a:endParaRPr>
          </a:p>
        </p:txBody>
      </p:sp>
      <p:sp>
        <p:nvSpPr>
          <p:cNvPr id="22533" name="Text Box 5">
            <a:extLst>
              <a:ext uri="{FF2B5EF4-FFF2-40B4-BE49-F238E27FC236}">
                <a16:creationId xmlns:a16="http://schemas.microsoft.com/office/drawing/2014/main" id="{C1C3D98E-D4FC-7F65-C7B8-6168BF354E6C}"/>
              </a:ext>
            </a:extLst>
          </p:cNvPr>
          <p:cNvSpPr txBox="1">
            <a:spLocks noChangeArrowheads="1"/>
          </p:cNvSpPr>
          <p:nvPr/>
        </p:nvSpPr>
        <p:spPr bwMode="auto">
          <a:xfrm>
            <a:off x="4427538" y="2609850"/>
            <a:ext cx="9366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lang="it-IT" altLang="it-IT" sz="4000" b="1">
                <a:solidFill>
                  <a:schemeClr val="tx1"/>
                </a:solidFil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7" name="Segnaposto numero diapositiva 3">
            <a:extLst>
              <a:ext uri="{FF2B5EF4-FFF2-40B4-BE49-F238E27FC236}">
                <a16:creationId xmlns:a16="http://schemas.microsoft.com/office/drawing/2014/main" id="{DE8CBFFE-3B0D-152A-5E70-1ECDBC7FC75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6E533185-5E78-4591-B39C-53E55011E110}" type="slidenum">
              <a:rPr lang="it-IT" altLang="it-IT" sz="1400" smtClean="0">
                <a:solidFill>
                  <a:schemeClr val="folHlink"/>
                </a:solidFill>
              </a:rPr>
              <a:pPr>
                <a:spcBef>
                  <a:spcPct val="0"/>
                </a:spcBef>
                <a:buClrTx/>
                <a:buFontTx/>
                <a:buNone/>
              </a:pPr>
              <a:t>5</a:t>
            </a:fld>
            <a:endParaRPr lang="it-IT" altLang="it-IT" sz="1400">
              <a:solidFill>
                <a:schemeClr val="folHlink"/>
              </a:solidFill>
            </a:endParaRPr>
          </a:p>
        </p:txBody>
      </p:sp>
      <p:sp>
        <p:nvSpPr>
          <p:cNvPr id="24578" name="Rectangle 2">
            <a:extLst>
              <a:ext uri="{FF2B5EF4-FFF2-40B4-BE49-F238E27FC236}">
                <a16:creationId xmlns:a16="http://schemas.microsoft.com/office/drawing/2014/main" id="{7ECB1477-4ABC-21AF-E3CC-4C0438FD654C}"/>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Definizione dell’Algebra di Boole</a:t>
            </a:r>
          </a:p>
        </p:txBody>
      </p:sp>
      <p:sp>
        <p:nvSpPr>
          <p:cNvPr id="24579" name="Rectangle 3">
            <a:extLst>
              <a:ext uri="{FF2B5EF4-FFF2-40B4-BE49-F238E27FC236}">
                <a16:creationId xmlns:a16="http://schemas.microsoft.com/office/drawing/2014/main" id="{4BB9924B-1CC6-3540-B1B1-3991838A8AF6}"/>
              </a:ext>
            </a:extLst>
          </p:cNvPr>
          <p:cNvSpPr>
            <a:spLocks noGrp="1" noChangeArrowheads="1"/>
          </p:cNvSpPr>
          <p:nvPr>
            <p:ph type="body" idx="1"/>
          </p:nvPr>
        </p:nvSpPr>
        <p:spPr/>
        <p:txBody>
          <a:bodyPr/>
          <a:lstStyle/>
          <a:p>
            <a:pPr eaLnBrk="1" hangingPunct="1"/>
            <a:r>
              <a:rPr lang="it-IT" altLang="it-IT">
                <a:ea typeface="ＭＳ Ｐゴシック" panose="020B0600070205080204" pitchFamily="34" charset="-128"/>
              </a:rPr>
              <a:t>Il modo in cui si identificano le proprietà essenziali dell’Algebra di Boole non è univoco.</a:t>
            </a:r>
          </a:p>
          <a:p>
            <a:pPr eaLnBrk="1" hangingPunct="1"/>
            <a:r>
              <a:rPr lang="it-IT" altLang="it-IT">
                <a:ea typeface="ＭＳ Ｐゴシック" panose="020B0600070205080204" pitchFamily="34" charset="-128"/>
              </a:rPr>
              <a:t>Possono essere utilizzate diverse strutture algebriche per specificare l’Algebra di Boole</a:t>
            </a:r>
          </a:p>
          <a:p>
            <a:pPr lvl="1" eaLnBrk="1" hangingPunct="1"/>
            <a:r>
              <a:rPr lang="it-IT" altLang="it-IT">
                <a:ea typeface="ＭＳ Ｐゴシック" panose="020B0600070205080204" pitchFamily="34" charset="-128"/>
              </a:rPr>
              <a:t>Gruppi </a:t>
            </a:r>
            <a:r>
              <a:rPr lang="it-IT" altLang="it-IT">
                <a:ea typeface="ＭＳ Ｐゴシック" panose="020B0600070205080204" pitchFamily="34" charset="-128"/>
                <a:sym typeface="Wingdings" panose="05000000000000000000" pitchFamily="2" charset="2"/>
              </a:rPr>
              <a:t>e</a:t>
            </a:r>
            <a:r>
              <a:rPr lang="it-IT" altLang="it-IT">
                <a:ea typeface="ＭＳ Ｐゴシック" panose="020B0600070205080204" pitchFamily="34" charset="-128"/>
              </a:rPr>
              <a:t> anelli</a:t>
            </a:r>
          </a:p>
          <a:p>
            <a:pPr lvl="1" eaLnBrk="1" hangingPunct="1"/>
            <a:r>
              <a:rPr lang="it-IT" altLang="it-IT">
                <a:ea typeface="ＭＳ Ｐゴシック" panose="020B0600070205080204" pitchFamily="34" charset="-128"/>
              </a:rPr>
              <a:t>Reticoli</a:t>
            </a:r>
          </a:p>
          <a:p>
            <a:pPr eaLnBrk="1" hangingPunct="1"/>
            <a:endParaRPr lang="it-IT" altLang="it-IT">
              <a:ea typeface="ＭＳ Ｐゴシック" panose="020B0600070205080204" pitchFamily="34" charset="-128"/>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egnaposto numero diapositiva 3">
            <a:extLst>
              <a:ext uri="{FF2B5EF4-FFF2-40B4-BE49-F238E27FC236}">
                <a16:creationId xmlns:a16="http://schemas.microsoft.com/office/drawing/2014/main" id="{583BACF0-0161-E2CD-82A8-1BF8FBAEDE8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79825CA1-6D87-4989-9D7E-21117ADC5204}" type="slidenum">
              <a:rPr lang="it-IT" altLang="it-IT" sz="1400" smtClean="0">
                <a:solidFill>
                  <a:schemeClr val="folHlink"/>
                </a:solidFill>
              </a:rPr>
              <a:pPr>
                <a:spcBef>
                  <a:spcPct val="0"/>
                </a:spcBef>
                <a:buClrTx/>
                <a:buFontTx/>
                <a:buNone/>
              </a:pPr>
              <a:t>6</a:t>
            </a:fld>
            <a:endParaRPr lang="it-IT" altLang="it-IT" sz="1400">
              <a:solidFill>
                <a:schemeClr val="folHlink"/>
              </a:solidFill>
            </a:endParaRPr>
          </a:p>
        </p:txBody>
      </p:sp>
      <p:sp>
        <p:nvSpPr>
          <p:cNvPr id="26626" name="Rectangle 2">
            <a:extLst>
              <a:ext uri="{FF2B5EF4-FFF2-40B4-BE49-F238E27FC236}">
                <a16:creationId xmlns:a16="http://schemas.microsoft.com/office/drawing/2014/main" id="{4FA6C1DE-77DC-8334-C776-3C2EA413391B}"/>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L’AdB definita attraverso i reticoli</a:t>
            </a:r>
          </a:p>
        </p:txBody>
      </p:sp>
      <p:sp>
        <p:nvSpPr>
          <p:cNvPr id="26627" name="Rectangle 3">
            <a:extLst>
              <a:ext uri="{FF2B5EF4-FFF2-40B4-BE49-F238E27FC236}">
                <a16:creationId xmlns:a16="http://schemas.microsoft.com/office/drawing/2014/main" id="{CFD38DFB-682E-81F0-2089-D7F22F75A844}"/>
              </a:ext>
            </a:extLst>
          </p:cNvPr>
          <p:cNvSpPr>
            <a:spLocks noGrp="1" noChangeArrowheads="1"/>
          </p:cNvSpPr>
          <p:nvPr>
            <p:ph type="body" idx="1"/>
          </p:nvPr>
        </p:nvSpPr>
        <p:spPr>
          <a:xfrm>
            <a:off x="684213" y="1727200"/>
            <a:ext cx="8459787" cy="720725"/>
          </a:xfrm>
        </p:spPr>
        <p:txBody>
          <a:bodyPr/>
          <a:lstStyle/>
          <a:p>
            <a:pPr marL="0" indent="0" eaLnBrk="1" hangingPunct="1">
              <a:lnSpc>
                <a:spcPct val="80000"/>
              </a:lnSpc>
              <a:buFont typeface="Wingdings" panose="05000000000000000000" pitchFamily="2" charset="2"/>
              <a:buNone/>
            </a:pPr>
            <a:r>
              <a:rPr lang="it-IT" altLang="it-IT" sz="2400">
                <a:ea typeface="ＭＳ Ｐゴシック" panose="020B0600070205080204" pitchFamily="34" charset="-128"/>
              </a:rPr>
              <a:t>Un'algebra astratta &lt;K,+, </a:t>
            </a:r>
            <a:r>
              <a:rPr lang="it-IT" altLang="it-IT" sz="2400">
                <a:ea typeface="ＭＳ Ｐゴシック" panose="020B0600070205080204" pitchFamily="34" charset="-128"/>
                <a:sym typeface="Symbol" panose="05050102010706020507" pitchFamily="18" charset="2"/>
              </a:rPr>
              <a:t></a:t>
            </a:r>
            <a:r>
              <a:rPr lang="it-IT" altLang="it-IT" sz="2400">
                <a:ea typeface="ＭＳ Ｐゴシック" panose="020B0600070205080204" pitchFamily="34" charset="-128"/>
              </a:rPr>
              <a:t>&gt; si dice </a:t>
            </a:r>
            <a:r>
              <a:rPr lang="it-IT" altLang="it-IT" sz="2400" i="1">
                <a:ea typeface="ＭＳ Ｐゴシック" panose="020B0600070205080204" pitchFamily="34" charset="-128"/>
              </a:rPr>
              <a:t>reticolo</a:t>
            </a:r>
            <a:r>
              <a:rPr lang="it-IT" altLang="it-IT" sz="2400">
                <a:ea typeface="ＭＳ Ｐゴシック" panose="020B0600070205080204" pitchFamily="34" charset="-128"/>
              </a:rPr>
              <a:t> se per ogni elemento di K valgono le seguenti proprietà:</a:t>
            </a:r>
          </a:p>
        </p:txBody>
      </p:sp>
      <p:sp>
        <p:nvSpPr>
          <p:cNvPr id="26628" name="Rectangle 4">
            <a:extLst>
              <a:ext uri="{FF2B5EF4-FFF2-40B4-BE49-F238E27FC236}">
                <a16:creationId xmlns:a16="http://schemas.microsoft.com/office/drawing/2014/main" id="{69FE3362-EA85-2C71-24DE-DE78AE3FF9FD}"/>
              </a:ext>
            </a:extLst>
          </p:cNvPr>
          <p:cNvSpPr>
            <a:spLocks noChangeArrowheads="1"/>
          </p:cNvSpPr>
          <p:nvPr/>
        </p:nvSpPr>
        <p:spPr bwMode="auto">
          <a:xfrm>
            <a:off x="684213" y="2736850"/>
            <a:ext cx="8459787"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lnSpc>
                <a:spcPct val="80000"/>
              </a:lnSpc>
            </a:pPr>
            <a:r>
              <a:rPr lang="it-IT" altLang="it-IT" sz="2400" b="1"/>
              <a:t>commutativa</a:t>
            </a:r>
            <a:r>
              <a:rPr lang="it-IT" altLang="it-IT" sz="2400" i="1"/>
              <a:t>:</a:t>
            </a:r>
          </a:p>
          <a:p>
            <a:pPr eaLnBrk="1" hangingPunct="1">
              <a:lnSpc>
                <a:spcPct val="80000"/>
              </a:lnSpc>
              <a:buFont typeface="Wingdings" panose="05000000000000000000" pitchFamily="2" charset="2"/>
              <a:buNone/>
            </a:pPr>
            <a:r>
              <a:rPr lang="it-IT" altLang="it-IT" sz="2400" i="1"/>
              <a:t>		P1 : a+b = b+a			P’1 : a</a:t>
            </a:r>
            <a:r>
              <a:rPr lang="it-IT" altLang="it-IT" sz="2400" i="1">
                <a:sym typeface="Symbol" panose="05050102010706020507" pitchFamily="18" charset="2"/>
              </a:rPr>
              <a:t></a:t>
            </a:r>
            <a:r>
              <a:rPr lang="it-IT" altLang="it-IT" sz="2400" i="1"/>
              <a:t>b = b</a:t>
            </a:r>
            <a:r>
              <a:rPr lang="it-IT" altLang="it-IT" sz="2400" i="1">
                <a:sym typeface="Symbol" panose="05050102010706020507" pitchFamily="18" charset="2"/>
              </a:rPr>
              <a:t></a:t>
            </a:r>
            <a:r>
              <a:rPr lang="it-IT" altLang="it-IT" sz="2400" i="1"/>
              <a:t>a</a:t>
            </a:r>
          </a:p>
          <a:p>
            <a:pPr eaLnBrk="1" hangingPunct="1">
              <a:lnSpc>
                <a:spcPct val="80000"/>
              </a:lnSpc>
            </a:pPr>
            <a:r>
              <a:rPr lang="it-IT" altLang="it-IT" sz="2400" b="1"/>
              <a:t>associativa</a:t>
            </a:r>
            <a:r>
              <a:rPr lang="it-IT" altLang="it-IT" sz="2400"/>
              <a:t>:</a:t>
            </a:r>
          </a:p>
          <a:p>
            <a:pPr eaLnBrk="1" hangingPunct="1">
              <a:lnSpc>
                <a:spcPct val="80000"/>
              </a:lnSpc>
              <a:buFont typeface="Wingdings" panose="05000000000000000000" pitchFamily="2" charset="2"/>
              <a:buNone/>
            </a:pPr>
            <a:r>
              <a:rPr lang="it-IT" altLang="it-IT" sz="2400" i="1"/>
              <a:t>		</a:t>
            </a:r>
            <a:r>
              <a:rPr lang="en-GB" altLang="it-IT" sz="2400" i="1"/>
              <a:t>P2 : (a+b)+c = a+(b+c)		P</a:t>
            </a:r>
            <a:r>
              <a:rPr lang="ja-JP" altLang="en-GB" sz="2400" i="1"/>
              <a:t>’</a:t>
            </a:r>
            <a:r>
              <a:rPr lang="en-GB" altLang="ja-JP" sz="2400" i="1"/>
              <a:t>2; (a∙b)∙c = a∙(b∙c)</a:t>
            </a:r>
            <a:endParaRPr lang="it-IT" altLang="ja-JP" sz="2400" i="1"/>
          </a:p>
          <a:p>
            <a:pPr eaLnBrk="1" hangingPunct="1">
              <a:lnSpc>
                <a:spcPct val="80000"/>
              </a:lnSpc>
            </a:pPr>
            <a:r>
              <a:rPr lang="it-IT" altLang="it-IT" sz="2400" b="1"/>
              <a:t>idempotenza</a:t>
            </a:r>
            <a:r>
              <a:rPr lang="it-IT" altLang="it-IT" sz="2400" i="1"/>
              <a:t> o potenza identica:</a:t>
            </a:r>
          </a:p>
          <a:p>
            <a:pPr eaLnBrk="1" hangingPunct="1">
              <a:lnSpc>
                <a:spcPct val="80000"/>
              </a:lnSpc>
              <a:buFont typeface="Wingdings" panose="05000000000000000000" pitchFamily="2" charset="2"/>
              <a:buNone/>
            </a:pPr>
            <a:r>
              <a:rPr lang="it-IT" altLang="it-IT" sz="2400" i="1"/>
              <a:t>		P3 : a+a = a				P’3 : a∙a = a</a:t>
            </a:r>
          </a:p>
          <a:p>
            <a:pPr eaLnBrk="1" hangingPunct="1">
              <a:lnSpc>
                <a:spcPct val="80000"/>
              </a:lnSpc>
            </a:pPr>
            <a:r>
              <a:rPr lang="it-IT" altLang="it-IT" sz="2400" b="1"/>
              <a:t>assorbimento</a:t>
            </a:r>
            <a:r>
              <a:rPr lang="it-IT" altLang="it-IT" sz="2400"/>
              <a:t>:</a:t>
            </a:r>
          </a:p>
          <a:p>
            <a:pPr eaLnBrk="1" hangingPunct="1">
              <a:lnSpc>
                <a:spcPct val="80000"/>
              </a:lnSpc>
              <a:buFont typeface="Wingdings" panose="05000000000000000000" pitchFamily="2" charset="2"/>
              <a:buNone/>
            </a:pPr>
            <a:r>
              <a:rPr lang="it-IT" altLang="it-IT" sz="2400" i="1"/>
              <a:t>		P4 : a+(a∙b) = a			P’4 : a∙(a+b) = 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3" name="Segnaposto numero diapositiva 3">
            <a:extLst>
              <a:ext uri="{FF2B5EF4-FFF2-40B4-BE49-F238E27FC236}">
                <a16:creationId xmlns:a16="http://schemas.microsoft.com/office/drawing/2014/main" id="{D5B17933-9353-B513-5AC8-AB9C04CFE5B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B537B7C4-FFF5-4254-B80E-2E62EA8151F4}" type="slidenum">
              <a:rPr lang="it-IT" altLang="it-IT" sz="1400" smtClean="0">
                <a:solidFill>
                  <a:schemeClr val="folHlink"/>
                </a:solidFill>
              </a:rPr>
              <a:pPr>
                <a:spcBef>
                  <a:spcPct val="0"/>
                </a:spcBef>
                <a:buClrTx/>
                <a:buFontTx/>
                <a:buNone/>
              </a:pPr>
              <a:t>7</a:t>
            </a:fld>
            <a:endParaRPr lang="it-IT" altLang="it-IT" sz="1400">
              <a:solidFill>
                <a:schemeClr val="folHlink"/>
              </a:solidFill>
            </a:endParaRPr>
          </a:p>
        </p:txBody>
      </p:sp>
      <p:sp>
        <p:nvSpPr>
          <p:cNvPr id="28674" name="Rectangle 2">
            <a:extLst>
              <a:ext uri="{FF2B5EF4-FFF2-40B4-BE49-F238E27FC236}">
                <a16:creationId xmlns:a16="http://schemas.microsoft.com/office/drawing/2014/main" id="{3EC041FF-99E8-9667-EF82-F63FC4BDE6B5}"/>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Proprietà dei reticoli</a:t>
            </a:r>
          </a:p>
        </p:txBody>
      </p:sp>
      <p:sp>
        <p:nvSpPr>
          <p:cNvPr id="28675" name="Rectangle 3">
            <a:extLst>
              <a:ext uri="{FF2B5EF4-FFF2-40B4-BE49-F238E27FC236}">
                <a16:creationId xmlns:a16="http://schemas.microsoft.com/office/drawing/2014/main" id="{08A24E4C-A539-CA2D-4A5B-5E798E0D10B1}"/>
              </a:ext>
            </a:extLst>
          </p:cNvPr>
          <p:cNvSpPr>
            <a:spLocks noGrp="1" noChangeArrowheads="1"/>
          </p:cNvSpPr>
          <p:nvPr>
            <p:ph type="body" idx="1"/>
          </p:nvPr>
        </p:nvSpPr>
        <p:spPr>
          <a:xfrm>
            <a:off x="684213" y="1439863"/>
            <a:ext cx="8459787" cy="2160587"/>
          </a:xfrm>
        </p:spPr>
        <p:txBody>
          <a:bodyPr/>
          <a:lstStyle/>
          <a:p>
            <a:pPr eaLnBrk="1" hangingPunct="1"/>
            <a:r>
              <a:rPr lang="it-IT" altLang="it-IT">
                <a:ea typeface="ＭＳ Ｐゴシック" panose="020B0600070205080204" pitchFamily="34" charset="-128"/>
              </a:rPr>
              <a:t>I reticoli sono </a:t>
            </a:r>
            <a:r>
              <a:rPr lang="it-IT" altLang="it-IT" i="1">
                <a:ea typeface="ＭＳ Ｐゴシック" panose="020B0600070205080204" pitchFamily="34" charset="-128"/>
              </a:rPr>
              <a:t>ordinati</a:t>
            </a:r>
            <a:r>
              <a:rPr lang="it-IT" altLang="it-IT">
                <a:ea typeface="ＭＳ Ｐゴシック" panose="020B0600070205080204" pitchFamily="34" charset="-128"/>
              </a:rPr>
              <a:t>, ovvero posseggono una relazione d’ordine “</a:t>
            </a:r>
            <a:r>
              <a:rPr lang="it-IT" altLang="ja-JP">
                <a:ea typeface="ＭＳ Ｐゴシック" panose="020B0600070205080204" pitchFamily="34" charset="-128"/>
                <a:cs typeface="Arial" panose="020B0604020202020204" pitchFamily="34" charset="0"/>
              </a:rPr>
              <a:t>≤</a:t>
            </a:r>
            <a:r>
              <a:rPr lang="it-IT" altLang="it-IT">
                <a:ea typeface="ＭＳ Ｐゴシック" panose="020B0600070205080204" pitchFamily="34" charset="-128"/>
                <a:cs typeface="Arial" panose="020B0604020202020204" pitchFamily="34" charset="0"/>
              </a:rPr>
              <a:t>”</a:t>
            </a:r>
            <a:r>
              <a:rPr lang="it-IT" altLang="ja-JP">
                <a:ea typeface="ＭＳ Ｐゴシック" panose="020B0600070205080204" pitchFamily="34" charset="-128"/>
                <a:cs typeface="Arial" panose="020B0604020202020204" pitchFamily="34" charset="0"/>
              </a:rPr>
              <a:t> così definita</a:t>
            </a:r>
          </a:p>
          <a:p>
            <a:pPr algn="ctr" eaLnBrk="1" hangingPunct="1">
              <a:buFont typeface="Wingdings" panose="05000000000000000000" pitchFamily="2" charset="2"/>
              <a:buNone/>
            </a:pPr>
            <a:r>
              <a:rPr lang="it-IT" altLang="it-IT" i="1">
                <a:ea typeface="ＭＳ Ｐゴシック" panose="020B0600070205080204" pitchFamily="34" charset="-128"/>
                <a:cs typeface="Arial" panose="020B0604020202020204" pitchFamily="34" charset="0"/>
              </a:rPr>
              <a:t>x</a:t>
            </a:r>
            <a:r>
              <a:rPr lang="it-IT" altLang="it-IT">
                <a:ea typeface="ＭＳ Ｐゴシック" panose="020B0600070205080204" pitchFamily="34" charset="-128"/>
                <a:cs typeface="Arial" panose="020B0604020202020204" pitchFamily="34" charset="0"/>
              </a:rPr>
              <a:t>≤</a:t>
            </a:r>
            <a:r>
              <a:rPr lang="it-IT" altLang="it-IT" i="1">
                <a:ea typeface="ＭＳ Ｐゴシック" panose="020B0600070205080204" pitchFamily="34" charset="-128"/>
                <a:cs typeface="Arial" panose="020B0604020202020204" pitchFamily="34" charset="0"/>
              </a:rPr>
              <a:t>y</a:t>
            </a:r>
            <a:r>
              <a:rPr lang="fr-FR" altLang="it-IT">
                <a:ea typeface="ＭＳ Ｐゴシック" panose="020B0600070205080204" pitchFamily="34" charset="-128"/>
                <a:sym typeface="Symbol" panose="05050102010706020507" pitchFamily="18" charset="2"/>
              </a:rPr>
              <a:t> </a:t>
            </a:r>
            <a:r>
              <a:rPr lang="it-IT" altLang="it-IT">
                <a:ea typeface="ＭＳ Ｐゴシック" panose="020B0600070205080204" pitchFamily="34" charset="-128"/>
              </a:rPr>
              <a:t> </a:t>
            </a:r>
            <a:r>
              <a:rPr lang="it-IT" altLang="it-IT" i="1">
                <a:ea typeface="ＭＳ Ｐゴシック" panose="020B0600070205080204" pitchFamily="34" charset="-128"/>
              </a:rPr>
              <a:t>x</a:t>
            </a:r>
            <a:r>
              <a:rPr lang="it-IT" altLang="it-IT">
                <a:ea typeface="ＭＳ Ｐゴシック" panose="020B0600070205080204" pitchFamily="34" charset="-128"/>
              </a:rPr>
              <a:t>+</a:t>
            </a:r>
            <a:r>
              <a:rPr lang="it-IT" altLang="it-IT" i="1">
                <a:ea typeface="ＭＳ Ｐゴシック" panose="020B0600070205080204" pitchFamily="34" charset="-128"/>
              </a:rPr>
              <a:t>y</a:t>
            </a:r>
            <a:r>
              <a:rPr lang="it-IT" altLang="it-IT">
                <a:ea typeface="ＭＳ Ｐゴシック" panose="020B0600070205080204" pitchFamily="34" charset="-128"/>
              </a:rPr>
              <a:t>=</a:t>
            </a:r>
            <a:r>
              <a:rPr lang="it-IT" altLang="it-IT" i="1">
                <a:ea typeface="ＭＳ Ｐゴシック" panose="020B0600070205080204" pitchFamily="34" charset="-128"/>
              </a:rPr>
              <a:t>y</a:t>
            </a:r>
            <a:endParaRPr lang="it-IT" altLang="it-IT" i="1">
              <a:ea typeface="ＭＳ Ｐゴシック" panose="020B0600070205080204" pitchFamily="34" charset="-128"/>
              <a:cs typeface="Arial" panose="020B0604020202020204" pitchFamily="34" charset="0"/>
            </a:endParaRPr>
          </a:p>
          <a:p>
            <a:pPr eaLnBrk="1" hangingPunct="1"/>
            <a:endParaRPr lang="it-IT" altLang="it-IT">
              <a:ea typeface="ＭＳ Ｐゴシック" panose="020B0600070205080204" pitchFamily="34" charset="-128"/>
            </a:endParaRPr>
          </a:p>
        </p:txBody>
      </p:sp>
      <p:sp>
        <p:nvSpPr>
          <p:cNvPr id="28676" name="Rectangle 4">
            <a:extLst>
              <a:ext uri="{FF2B5EF4-FFF2-40B4-BE49-F238E27FC236}">
                <a16:creationId xmlns:a16="http://schemas.microsoft.com/office/drawing/2014/main" id="{3C0AE398-CFA3-4F6B-DB15-6A278C6379D9}"/>
              </a:ext>
            </a:extLst>
          </p:cNvPr>
          <p:cNvSpPr>
            <a:spLocks noChangeArrowheads="1"/>
          </p:cNvSpPr>
          <p:nvPr/>
        </p:nvSpPr>
        <p:spPr bwMode="auto">
          <a:xfrm>
            <a:off x="684213" y="3384550"/>
            <a:ext cx="8459787"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a:t>Ricordiamo che una relazione d’ordine “</a:t>
            </a:r>
            <a:r>
              <a:rPr lang="it-IT" altLang="ja-JP">
                <a:cs typeface="Arial" panose="020B0604020202020204" pitchFamily="34" charset="0"/>
              </a:rPr>
              <a:t>≤</a:t>
            </a:r>
            <a:r>
              <a:rPr lang="it-IT" altLang="it-IT">
                <a:cs typeface="Arial" panose="020B0604020202020204" pitchFamily="34" charset="0"/>
              </a:rPr>
              <a:t>”</a:t>
            </a:r>
            <a:r>
              <a:rPr lang="it-IT" altLang="ja-JP">
                <a:cs typeface="Arial" panose="020B0604020202020204" pitchFamily="34" charset="0"/>
              </a:rPr>
              <a:t> deve godere delle seguenti proprietà:</a:t>
            </a:r>
          </a:p>
          <a:p>
            <a:pPr lvl="1" eaLnBrk="1" hangingPunct="1"/>
            <a:r>
              <a:rPr lang="it-IT" altLang="it-IT">
                <a:cs typeface="Arial" panose="020B0604020202020204" pitchFamily="34" charset="0"/>
              </a:rPr>
              <a:t>riflessiva: x ≤ x</a:t>
            </a:r>
            <a:endParaRPr lang="fr-FR" altLang="it-IT">
              <a:cs typeface="Arial" panose="020B0604020202020204" pitchFamily="34" charset="0"/>
            </a:endParaRPr>
          </a:p>
          <a:p>
            <a:pPr lvl="1" eaLnBrk="1" hangingPunct="1"/>
            <a:r>
              <a:rPr lang="fr-FR" altLang="it-IT">
                <a:cs typeface="Arial" panose="020B0604020202020204" pitchFamily="34" charset="0"/>
              </a:rPr>
              <a:t>antisimmetrica: x ≤ y </a:t>
            </a:r>
            <a:r>
              <a:rPr lang="fr-FR" altLang="it-IT" i="1">
                <a:cs typeface="Arial" panose="020B0604020202020204" pitchFamily="34" charset="0"/>
              </a:rPr>
              <a:t>e</a:t>
            </a:r>
            <a:r>
              <a:rPr lang="fr-FR" altLang="it-IT">
                <a:cs typeface="Arial" panose="020B0604020202020204" pitchFamily="34" charset="0"/>
              </a:rPr>
              <a:t> y ≤ x  =&gt;  x = y ;</a:t>
            </a:r>
          </a:p>
          <a:p>
            <a:pPr lvl="1" eaLnBrk="1" hangingPunct="1"/>
            <a:r>
              <a:rPr lang="fr-FR" altLang="it-IT">
                <a:cs typeface="Arial" panose="020B0604020202020204" pitchFamily="34" charset="0"/>
              </a:rPr>
              <a:t>transitiva: x ≤ y </a:t>
            </a:r>
            <a:r>
              <a:rPr lang="fr-FR" altLang="it-IT" i="1">
                <a:cs typeface="Arial" panose="020B0604020202020204" pitchFamily="34" charset="0"/>
              </a:rPr>
              <a:t>e</a:t>
            </a:r>
            <a:r>
              <a:rPr lang="fr-FR" altLang="it-IT">
                <a:cs typeface="Arial" panose="020B0604020202020204" pitchFamily="34" charset="0"/>
              </a:rPr>
              <a:t> y ≤ z  =&gt;  x ≤ z.</a:t>
            </a:r>
            <a:endParaRPr lang="it-IT" altLang="it-IT">
              <a:cs typeface="Arial" panose="020B0604020202020204" pitchFamily="34" charset="0"/>
            </a:endParaRPr>
          </a:p>
        </p:txBody>
      </p:sp>
      <p:sp>
        <p:nvSpPr>
          <p:cNvPr id="28677" name="Text Box 5">
            <a:extLst>
              <a:ext uri="{FF2B5EF4-FFF2-40B4-BE49-F238E27FC236}">
                <a16:creationId xmlns:a16="http://schemas.microsoft.com/office/drawing/2014/main" id="{4CD919B1-663A-5943-F380-1AD4DC739B00}"/>
              </a:ext>
            </a:extLst>
          </p:cNvPr>
          <p:cNvSpPr txBox="1">
            <a:spLocks noChangeArrowheads="1"/>
          </p:cNvSpPr>
          <p:nvPr/>
        </p:nvSpPr>
        <p:spPr bwMode="auto">
          <a:xfrm>
            <a:off x="4068763" y="2376488"/>
            <a:ext cx="1150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lang="it-IT" altLang="it-IT" sz="1800"/>
              <a:t>def</a:t>
            </a:r>
          </a:p>
        </p:txBody>
      </p:sp>
      <p:sp>
        <p:nvSpPr>
          <p:cNvPr id="28678" name="Rectangle 7">
            <a:extLst>
              <a:ext uri="{FF2B5EF4-FFF2-40B4-BE49-F238E27FC236}">
                <a16:creationId xmlns:a16="http://schemas.microsoft.com/office/drawing/2014/main" id="{510EF52D-D20F-B4B5-6FDF-A3B923F6E207}"/>
              </a:ext>
            </a:extLst>
          </p:cNvPr>
          <p:cNvSpPr>
            <a:spLocks noChangeArrowheads="1"/>
          </p:cNvSpPr>
          <p:nvPr/>
        </p:nvSpPr>
        <p:spPr bwMode="auto">
          <a:xfrm>
            <a:off x="0" y="0"/>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28679" name="Rectangle 9">
            <a:extLst>
              <a:ext uri="{FF2B5EF4-FFF2-40B4-BE49-F238E27FC236}">
                <a16:creationId xmlns:a16="http://schemas.microsoft.com/office/drawing/2014/main" id="{387D656B-DC78-5B6F-5B0B-1E5634EDEE17}"/>
              </a:ext>
            </a:extLst>
          </p:cNvPr>
          <p:cNvSpPr>
            <a:spLocks noChangeArrowheads="1"/>
          </p:cNvSpPr>
          <p:nvPr/>
        </p:nvSpPr>
        <p:spPr bwMode="auto">
          <a:xfrm>
            <a:off x="0" y="0"/>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egnaposto numero diapositiva 3">
            <a:extLst>
              <a:ext uri="{FF2B5EF4-FFF2-40B4-BE49-F238E27FC236}">
                <a16:creationId xmlns:a16="http://schemas.microsoft.com/office/drawing/2014/main" id="{436C3F49-B635-6597-CB17-1D03E100548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0499E1A1-1DA6-4A4D-B505-3837737D52F8}" type="slidenum">
              <a:rPr lang="it-IT" altLang="it-IT" sz="1400" smtClean="0">
                <a:solidFill>
                  <a:schemeClr val="folHlink"/>
                </a:solidFill>
              </a:rPr>
              <a:pPr>
                <a:spcBef>
                  <a:spcPct val="0"/>
                </a:spcBef>
                <a:buClrTx/>
                <a:buFontTx/>
                <a:buNone/>
              </a:pPr>
              <a:t>8</a:t>
            </a:fld>
            <a:endParaRPr lang="it-IT" altLang="it-IT" sz="1400">
              <a:solidFill>
                <a:schemeClr val="folHlink"/>
              </a:solidFill>
            </a:endParaRPr>
          </a:p>
        </p:txBody>
      </p:sp>
      <p:sp>
        <p:nvSpPr>
          <p:cNvPr id="30722" name="Rectangle 2">
            <a:extLst>
              <a:ext uri="{FF2B5EF4-FFF2-40B4-BE49-F238E27FC236}">
                <a16:creationId xmlns:a16="http://schemas.microsoft.com/office/drawing/2014/main" id="{31A9E9E3-0243-9CE5-6002-FAB3F09DCC3A}"/>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Reticoli distributivi</a:t>
            </a:r>
          </a:p>
        </p:txBody>
      </p:sp>
      <p:sp>
        <p:nvSpPr>
          <p:cNvPr id="30723" name="Rectangle 3">
            <a:extLst>
              <a:ext uri="{FF2B5EF4-FFF2-40B4-BE49-F238E27FC236}">
                <a16:creationId xmlns:a16="http://schemas.microsoft.com/office/drawing/2014/main" id="{F667056B-375C-7F09-B119-0CEF09F835CD}"/>
              </a:ext>
            </a:extLst>
          </p:cNvPr>
          <p:cNvSpPr>
            <a:spLocks noGrp="1" noChangeArrowheads="1"/>
          </p:cNvSpPr>
          <p:nvPr>
            <p:ph type="body" idx="1"/>
          </p:nvPr>
        </p:nvSpPr>
        <p:spPr/>
        <p:txBody>
          <a:bodyPr/>
          <a:lstStyle/>
          <a:p>
            <a:pPr eaLnBrk="1" hangingPunct="1"/>
            <a:r>
              <a:rPr lang="it-IT" altLang="it-IT">
                <a:ea typeface="ＭＳ Ｐゴシック" panose="020B0600070205080204" pitchFamily="34" charset="-128"/>
              </a:rPr>
              <a:t>Un reticolo si dice distributivo se per ogni elemento di </a:t>
            </a:r>
            <a:r>
              <a:rPr lang="it-IT" altLang="it-IT" i="1">
                <a:ea typeface="ＭＳ Ｐゴシック" panose="020B0600070205080204" pitchFamily="34" charset="-128"/>
              </a:rPr>
              <a:t>K</a:t>
            </a:r>
            <a:r>
              <a:rPr lang="it-IT" altLang="it-IT">
                <a:ea typeface="ＭＳ Ｐゴシック" panose="020B0600070205080204" pitchFamily="34" charset="-128"/>
              </a:rPr>
              <a:t> vale la proprietà:</a:t>
            </a:r>
          </a:p>
          <a:p>
            <a:pPr eaLnBrk="1" hangingPunct="1">
              <a:buFont typeface="Wingdings" panose="05000000000000000000" pitchFamily="2" charset="2"/>
              <a:buNone/>
            </a:pPr>
            <a:r>
              <a:rPr lang="it-IT" altLang="it-IT" i="1">
                <a:ea typeface="ＭＳ Ｐゴシック" panose="020B0600070205080204" pitchFamily="34" charset="-128"/>
              </a:rPr>
              <a:t>	</a:t>
            </a:r>
            <a:r>
              <a:rPr lang="it-IT" altLang="it-IT" b="1" i="1">
                <a:ea typeface="ＭＳ Ｐゴシック" panose="020B0600070205080204" pitchFamily="34" charset="-128"/>
              </a:rPr>
              <a:t>distributiva</a:t>
            </a:r>
            <a:endParaRPr lang="it-IT" altLang="it-IT" b="1">
              <a:ea typeface="ＭＳ Ｐゴシック" panose="020B0600070205080204" pitchFamily="34" charset="-128"/>
            </a:endParaRPr>
          </a:p>
          <a:p>
            <a:pPr eaLnBrk="1" hangingPunct="1">
              <a:buFont typeface="Wingdings" panose="05000000000000000000" pitchFamily="2" charset="2"/>
              <a:buNone/>
            </a:pPr>
            <a:r>
              <a:rPr lang="it-IT" altLang="it-IT">
                <a:ea typeface="ＭＳ Ｐゴシック" panose="020B0600070205080204" pitchFamily="34" charset="-128"/>
              </a:rPr>
              <a:t>		</a:t>
            </a:r>
            <a:r>
              <a:rPr lang="it-IT" altLang="it-IT" i="1">
                <a:ea typeface="ＭＳ Ｐゴシック" panose="020B0600070205080204" pitchFamily="34" charset="-128"/>
              </a:rPr>
              <a:t>P5 : a·(b+c)=a·b+a·c	</a:t>
            </a:r>
          </a:p>
          <a:p>
            <a:pPr eaLnBrk="1" hangingPunct="1">
              <a:buFont typeface="Wingdings" panose="05000000000000000000" pitchFamily="2" charset="2"/>
              <a:buNone/>
            </a:pPr>
            <a:r>
              <a:rPr lang="it-IT" altLang="it-IT" i="1">
                <a:ea typeface="ＭＳ Ｐゴシック" panose="020B0600070205080204" pitchFamily="34" charset="-128"/>
              </a:rPr>
              <a:t>		P’5 : a+(b·c)=(a+b)·(a+c)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egnaposto numero diapositiva 3">
            <a:extLst>
              <a:ext uri="{FF2B5EF4-FFF2-40B4-BE49-F238E27FC236}">
                <a16:creationId xmlns:a16="http://schemas.microsoft.com/office/drawing/2014/main" id="{80AB6278-B3B0-F54B-EBBD-BE90B3F8F05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51969444-F4E7-4729-9033-ABAD7CB3AD4E}" type="slidenum">
              <a:rPr lang="it-IT" altLang="it-IT" sz="1400" smtClean="0">
                <a:solidFill>
                  <a:schemeClr val="folHlink"/>
                </a:solidFill>
              </a:rPr>
              <a:pPr>
                <a:spcBef>
                  <a:spcPct val="0"/>
                </a:spcBef>
                <a:buClrTx/>
                <a:buFontTx/>
                <a:buNone/>
              </a:pPr>
              <a:t>9</a:t>
            </a:fld>
            <a:endParaRPr lang="it-IT" altLang="it-IT" sz="1400">
              <a:solidFill>
                <a:schemeClr val="folHlink"/>
              </a:solidFill>
            </a:endParaRPr>
          </a:p>
        </p:txBody>
      </p:sp>
      <p:sp>
        <p:nvSpPr>
          <p:cNvPr id="31746" name="Rectangle 2">
            <a:extLst>
              <a:ext uri="{FF2B5EF4-FFF2-40B4-BE49-F238E27FC236}">
                <a16:creationId xmlns:a16="http://schemas.microsoft.com/office/drawing/2014/main" id="{D1C9DB6C-8749-E82E-E592-C98B9F83AA77}"/>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Minimo e Massimo</a:t>
            </a:r>
          </a:p>
        </p:txBody>
      </p:sp>
      <p:sp>
        <p:nvSpPr>
          <p:cNvPr id="31747" name="Rectangle 3">
            <a:extLst>
              <a:ext uri="{FF2B5EF4-FFF2-40B4-BE49-F238E27FC236}">
                <a16:creationId xmlns:a16="http://schemas.microsoft.com/office/drawing/2014/main" id="{00D10AAC-F7C2-79D3-BEF2-56F44E6C4B19}"/>
              </a:ext>
            </a:extLst>
          </p:cNvPr>
          <p:cNvSpPr>
            <a:spLocks noGrp="1" noChangeArrowheads="1"/>
          </p:cNvSpPr>
          <p:nvPr>
            <p:ph type="body" idx="1"/>
          </p:nvPr>
        </p:nvSpPr>
        <p:spPr/>
        <p:txBody>
          <a:bodyPr/>
          <a:lstStyle/>
          <a:p>
            <a:pPr eaLnBrk="1" hangingPunct="1"/>
            <a:r>
              <a:rPr lang="it-IT" altLang="it-IT">
                <a:ea typeface="ＭＳ Ｐゴシック" panose="020B0600070205080204" pitchFamily="34" charset="-128"/>
              </a:rPr>
              <a:t>Un reticolo distributivo si dice dotato di minimo e massimo assoluti se in </a:t>
            </a:r>
            <a:r>
              <a:rPr lang="it-IT" altLang="it-IT" i="1">
                <a:ea typeface="ＭＳ Ｐゴシック" panose="020B0600070205080204" pitchFamily="34" charset="-128"/>
              </a:rPr>
              <a:t>K</a:t>
            </a:r>
            <a:r>
              <a:rPr lang="it-IT" altLang="it-IT">
                <a:ea typeface="ＭＳ Ｐゴシック" panose="020B0600070205080204" pitchFamily="34" charset="-128"/>
              </a:rPr>
              <a:t> sono presenti due elementi - che diremo 0 e 1 rispettivamente - i quali verificano la</a:t>
            </a:r>
          </a:p>
          <a:p>
            <a:pPr eaLnBrk="1" hangingPunct="1">
              <a:buFont typeface="Wingdings" panose="05000000000000000000" pitchFamily="2" charset="2"/>
              <a:buNone/>
            </a:pPr>
            <a:r>
              <a:rPr lang="it-IT" altLang="it-IT" i="1">
                <a:ea typeface="ＭＳ Ｐゴシック" panose="020B0600070205080204" pitchFamily="34" charset="-128"/>
              </a:rPr>
              <a:t>	proprietà del </a:t>
            </a:r>
            <a:r>
              <a:rPr lang="it-IT" altLang="it-IT" b="1" i="1">
                <a:ea typeface="ＭＳ Ｐゴシック" panose="020B0600070205080204" pitchFamily="34" charset="-128"/>
              </a:rPr>
              <a:t>minimo</a:t>
            </a:r>
            <a:r>
              <a:rPr lang="it-IT" altLang="it-IT" i="1">
                <a:ea typeface="ＭＳ Ｐゴシック" panose="020B0600070205080204" pitchFamily="34" charset="-128"/>
              </a:rPr>
              <a:t> e </a:t>
            </a:r>
            <a:r>
              <a:rPr lang="it-IT" altLang="it-IT" b="1" i="1">
                <a:ea typeface="ＭＳ Ｐゴシック" panose="020B0600070205080204" pitchFamily="34" charset="-128"/>
              </a:rPr>
              <a:t>massimo</a:t>
            </a:r>
            <a:r>
              <a:rPr lang="it-IT" altLang="it-IT" i="1">
                <a:ea typeface="ＭＳ Ｐゴシック" panose="020B0600070205080204" pitchFamily="34" charset="-128"/>
              </a:rPr>
              <a:t>:</a:t>
            </a:r>
          </a:p>
          <a:p>
            <a:pPr eaLnBrk="1" hangingPunct="1">
              <a:buFont typeface="Wingdings" panose="05000000000000000000" pitchFamily="2" charset="2"/>
              <a:buNone/>
            </a:pPr>
            <a:r>
              <a:rPr lang="it-IT" altLang="it-IT" i="1">
                <a:ea typeface="ＭＳ Ｐゴシック" panose="020B0600070205080204" pitchFamily="34" charset="-128"/>
              </a:rPr>
              <a:t>		P6 : a∙0=0		P’6 : a + 1 =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egnaposto numero diapositiva 3">
            <a:extLst>
              <a:ext uri="{FF2B5EF4-FFF2-40B4-BE49-F238E27FC236}">
                <a16:creationId xmlns:a16="http://schemas.microsoft.com/office/drawing/2014/main" id="{83A5A3FB-060D-6273-5A79-C6834397CFF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98D02861-09CE-4BE3-B44A-3E9B19506999}" type="slidenum">
              <a:rPr lang="it-IT" altLang="it-IT" sz="1400" smtClean="0">
                <a:solidFill>
                  <a:schemeClr val="folHlink"/>
                </a:solidFill>
              </a:rPr>
              <a:pPr>
                <a:spcBef>
                  <a:spcPct val="0"/>
                </a:spcBef>
                <a:buClrTx/>
                <a:buFontTx/>
                <a:buNone/>
              </a:pPr>
              <a:t>10</a:t>
            </a:fld>
            <a:endParaRPr lang="it-IT" altLang="it-IT" sz="1400">
              <a:solidFill>
                <a:schemeClr val="folHlink"/>
              </a:solidFill>
            </a:endParaRPr>
          </a:p>
        </p:txBody>
      </p:sp>
      <p:sp>
        <p:nvSpPr>
          <p:cNvPr id="32770" name="Rectangle 2">
            <a:extLst>
              <a:ext uri="{FF2B5EF4-FFF2-40B4-BE49-F238E27FC236}">
                <a16:creationId xmlns:a16="http://schemas.microsoft.com/office/drawing/2014/main" id="{48C1F39A-473B-E068-445D-468BDCFDDCEC}"/>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Complemento</a:t>
            </a:r>
          </a:p>
        </p:txBody>
      </p:sp>
      <p:sp>
        <p:nvSpPr>
          <p:cNvPr id="32771" name="Rectangle 3">
            <a:extLst>
              <a:ext uri="{FF2B5EF4-FFF2-40B4-BE49-F238E27FC236}">
                <a16:creationId xmlns:a16="http://schemas.microsoft.com/office/drawing/2014/main" id="{3C77A5A8-85D0-FC29-1D55-3F3DBA339444}"/>
              </a:ext>
            </a:extLst>
          </p:cNvPr>
          <p:cNvSpPr>
            <a:spLocks noGrp="1" noChangeArrowheads="1"/>
          </p:cNvSpPr>
          <p:nvPr>
            <p:ph type="body" idx="1"/>
          </p:nvPr>
        </p:nvSpPr>
        <p:spPr/>
        <p:txBody>
          <a:bodyPr/>
          <a:lstStyle/>
          <a:p>
            <a:pPr eaLnBrk="1" hangingPunct="1">
              <a:lnSpc>
                <a:spcPct val="90000"/>
              </a:lnSpc>
            </a:pPr>
            <a:r>
              <a:rPr lang="it-IT" altLang="it-IT">
                <a:ea typeface="ＭＳ Ｐゴシック" panose="020B0600070205080204" pitchFamily="34" charset="-128"/>
              </a:rPr>
              <a:t>Un reticolo distributivo si dice complementato se per ogni elemento a di </a:t>
            </a:r>
            <a:r>
              <a:rPr lang="it-IT" altLang="it-IT" i="1">
                <a:ea typeface="ＭＳ Ｐゴシック" panose="020B0600070205080204" pitchFamily="34" charset="-128"/>
              </a:rPr>
              <a:t>K</a:t>
            </a:r>
            <a:r>
              <a:rPr lang="it-IT" altLang="it-IT">
                <a:ea typeface="ＭＳ Ｐゴシック" panose="020B0600070205080204" pitchFamily="34" charset="-128"/>
              </a:rPr>
              <a:t> esiste ed è unico un elemento che diremo  (complemento di a) per il quale è valida la proprietà</a:t>
            </a:r>
          </a:p>
          <a:p>
            <a:pPr eaLnBrk="1" hangingPunct="1">
              <a:lnSpc>
                <a:spcPct val="90000"/>
              </a:lnSpc>
              <a:buFont typeface="Wingdings" panose="05000000000000000000" pitchFamily="2" charset="2"/>
              <a:buNone/>
            </a:pPr>
            <a:r>
              <a:rPr lang="it-IT" altLang="it-IT">
                <a:ea typeface="ＭＳ Ｐゴシック" panose="020B0600070205080204" pitchFamily="34" charset="-128"/>
              </a:rPr>
              <a:t>         </a:t>
            </a:r>
            <a:r>
              <a:rPr lang="it-IT" altLang="it-IT" b="1" i="1">
                <a:ea typeface="ＭＳ Ｐゴシック" panose="020B0600070205080204" pitchFamily="34" charset="-128"/>
              </a:rPr>
              <a:t>del complemento</a:t>
            </a:r>
            <a:r>
              <a:rPr lang="it-IT" altLang="it-IT" i="1">
                <a:ea typeface="ＭＳ Ｐゴシック" panose="020B0600070205080204" pitchFamily="34" charset="-128"/>
              </a:rPr>
              <a:t>:</a:t>
            </a:r>
          </a:p>
          <a:p>
            <a:pPr eaLnBrk="1" hangingPunct="1">
              <a:lnSpc>
                <a:spcPct val="90000"/>
              </a:lnSpc>
              <a:buFont typeface="Wingdings" panose="05000000000000000000" pitchFamily="2" charset="2"/>
              <a:buNone/>
            </a:pPr>
            <a:r>
              <a:rPr lang="it-IT" altLang="it-IT" i="1">
                <a:ea typeface="ＭＳ Ｐゴシック" panose="020B0600070205080204" pitchFamily="34" charset="-128"/>
              </a:rPr>
              <a:t>		P7 : a ∙ a= 0		P’7 : a + a= 1</a:t>
            </a:r>
          </a:p>
        </p:txBody>
      </p:sp>
      <p:sp>
        <p:nvSpPr>
          <p:cNvPr id="32772" name="Line 4">
            <a:extLst>
              <a:ext uri="{FF2B5EF4-FFF2-40B4-BE49-F238E27FC236}">
                <a16:creationId xmlns:a16="http://schemas.microsoft.com/office/drawing/2014/main" id="{FB57D9D8-17D8-4212-90DD-4FB1111077BC}"/>
              </a:ext>
            </a:extLst>
          </p:cNvPr>
          <p:cNvSpPr>
            <a:spLocks noChangeShapeType="1"/>
          </p:cNvSpPr>
          <p:nvPr/>
        </p:nvSpPr>
        <p:spPr bwMode="auto">
          <a:xfrm>
            <a:off x="3132138" y="4679950"/>
            <a:ext cx="2159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32773" name="Line 5">
            <a:extLst>
              <a:ext uri="{FF2B5EF4-FFF2-40B4-BE49-F238E27FC236}">
                <a16:creationId xmlns:a16="http://schemas.microsoft.com/office/drawing/2014/main" id="{C4568451-2C9B-B180-5F55-3386C86F6FA6}"/>
              </a:ext>
            </a:extLst>
          </p:cNvPr>
          <p:cNvSpPr>
            <a:spLocks noChangeShapeType="1"/>
          </p:cNvSpPr>
          <p:nvPr/>
        </p:nvSpPr>
        <p:spPr bwMode="auto">
          <a:xfrm>
            <a:off x="6948488" y="4679950"/>
            <a:ext cx="2159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B324320C-0D19-792B-5CB4-D348B431BD9D}"/>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Postulati: ricapitolando</a:t>
            </a:r>
          </a:p>
        </p:txBody>
      </p:sp>
      <p:graphicFrame>
        <p:nvGraphicFramePr>
          <p:cNvPr id="42431" name="Group 447">
            <a:extLst>
              <a:ext uri="{FF2B5EF4-FFF2-40B4-BE49-F238E27FC236}">
                <a16:creationId xmlns:a16="http://schemas.microsoft.com/office/drawing/2014/main" id="{260F0438-8F31-7C0D-102F-F931026AF86F}"/>
              </a:ext>
            </a:extLst>
          </p:cNvPr>
          <p:cNvGraphicFramePr>
            <a:graphicFrameLocks noGrp="1"/>
          </p:cNvGraphicFramePr>
          <p:nvPr>
            <p:ph sz="half" idx="2"/>
          </p:nvPr>
        </p:nvGraphicFramePr>
        <p:xfrm>
          <a:off x="287338" y="1525588"/>
          <a:ext cx="9144000" cy="4354509"/>
        </p:xfrm>
        <a:graphic>
          <a:graphicData uri="http://schemas.openxmlformats.org/drawingml/2006/table">
            <a:tbl>
              <a:tblPr/>
              <a:tblGrid>
                <a:gridCol w="2001837">
                  <a:extLst>
                    <a:ext uri="{9D8B030D-6E8A-4147-A177-3AD203B41FA5}">
                      <a16:colId xmlns:a16="http://schemas.microsoft.com/office/drawing/2014/main" val="20000"/>
                    </a:ext>
                  </a:extLst>
                </a:gridCol>
                <a:gridCol w="611188">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692150">
                  <a:extLst>
                    <a:ext uri="{9D8B030D-6E8A-4147-A177-3AD203B41FA5}">
                      <a16:colId xmlns:a16="http://schemas.microsoft.com/office/drawing/2014/main" val="20003"/>
                    </a:ext>
                  </a:extLst>
                </a:gridCol>
                <a:gridCol w="2867025">
                  <a:extLst>
                    <a:ext uri="{9D8B030D-6E8A-4147-A177-3AD203B41FA5}">
                      <a16:colId xmlns:a16="http://schemas.microsoft.com/office/drawing/2014/main" val="20004"/>
                    </a:ext>
                  </a:extLst>
                </a:gridCol>
              </a:tblGrid>
              <a:tr h="611187">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Commutativa</a:t>
                      </a:r>
                    </a:p>
                  </a:txBody>
                  <a:tcPr marL="97203" marR="97203" marT="43201" marB="43201" anchor="ctr"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P1</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a+b=b+a</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P’1</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b=b</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a:t>
                      </a:r>
                    </a:p>
                  </a:txBody>
                  <a:tcPr marL="97203" marR="97203" marT="43201" marB="43201" anchor="ctr"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3887">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Associativa</a:t>
                      </a:r>
                    </a:p>
                  </a:txBody>
                  <a:tcPr marL="97203" marR="97203" marT="43201" marB="43201" anchor="ctr"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P2</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  (a+b)+c =a+(b+c)</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P’2</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b) </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c=a</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 (b</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c)</a:t>
                      </a:r>
                    </a:p>
                  </a:txBody>
                  <a:tcPr marL="97203" marR="97203" marT="43201" marB="43201" anchor="ctr"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3887">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Idempotenza</a:t>
                      </a:r>
                    </a:p>
                  </a:txBody>
                  <a:tcPr marL="97203" marR="97203" marT="43201" marB="43201" anchor="ctr"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P3</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  (a+a)=a</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P’3</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457200" marR="0" lvl="1"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a)=a</a:t>
                      </a:r>
                      <a:endParaRPr kumimoji="0" lang="it-IT" altLang="it-IT" sz="1700" b="0"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endParaRPr>
                    </a:p>
                  </a:txBody>
                  <a:tcPr marL="97203" marR="97203" marT="43201" marB="43201" anchor="ctr"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3887">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Assorbimento</a:t>
                      </a:r>
                    </a:p>
                  </a:txBody>
                  <a:tcPr marL="97203" marR="97203" marT="43201" marB="43201" anchor="ctr"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P4</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     a+(a</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b)=a</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P’4</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 (a+b)=a</a:t>
                      </a:r>
                    </a:p>
                  </a:txBody>
                  <a:tcPr marL="97203" marR="97203" marT="43201" marB="43201" anchor="ctr"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3887">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Distributiva</a:t>
                      </a:r>
                    </a:p>
                  </a:txBody>
                  <a:tcPr marL="97203" marR="97203" marT="43201" marB="43201" anchor="ctr"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P5</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 (b+c)=a</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b+a</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c</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P’5</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       a+(b</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c)=(a+b)</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(a+c)</a:t>
                      </a:r>
                    </a:p>
                  </a:txBody>
                  <a:tcPr marL="97203" marR="97203" marT="43201" marB="43201" anchor="ctr"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23887">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Min e max</a:t>
                      </a:r>
                    </a:p>
                  </a:txBody>
                  <a:tcPr marL="97203" marR="97203" marT="43201" marB="43201" anchor="ctr"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P6</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a•0=0</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P’6</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457200" marR="0" lvl="1"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          a+1=1</a:t>
                      </a:r>
                    </a:p>
                  </a:txBody>
                  <a:tcPr marL="97203" marR="97203" marT="43201" marB="43201" anchor="ctr"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23887">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Complemento</a:t>
                      </a:r>
                    </a:p>
                  </a:txBody>
                  <a:tcPr marL="97203" marR="97203" marT="43201" marB="43201" anchor="ctr"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P7</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a:t>
                      </a:r>
                      <a:r>
                        <a:rPr kumimoji="0" lang="it-IT" altLang="it-IT" sz="1700" b="1" i="0" u="none" strike="noStrike" cap="none" normalizeH="0" baseline="0">
                          <a:ln>
                            <a:noFill/>
                          </a:ln>
                          <a:solidFill>
                            <a:schemeClr val="tx2"/>
                          </a:solidFill>
                          <a:effectLst/>
                          <a:latin typeface="ZapfChancery" pitchFamily="18" charset="0"/>
                          <a:ea typeface="ＭＳ Ｐゴシック" panose="020B0600070205080204" pitchFamily="34" charset="-128"/>
                        </a:rPr>
                        <a:t>•</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a:t>
                      </a:r>
                      <a:r>
                        <a:rPr kumimoji="0" lang="en-US"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ā</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)=0</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P’7</a:t>
                      </a:r>
                    </a:p>
                  </a:txBody>
                  <a:tcPr marL="97203" marR="97203" marT="43201" marB="43201"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457200" marR="0" lvl="1" indent="0" algn="l"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          a+(</a:t>
                      </a:r>
                      <a:r>
                        <a:rPr kumimoji="0" lang="en-US"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ā</a:t>
                      </a:r>
                      <a:r>
                        <a:rPr kumimoji="0" lang="it-IT" altLang="it-IT" sz="1700" b="1" i="0" u="none" strike="noStrike" cap="none" normalizeH="0" baseline="0">
                          <a:ln>
                            <a:noFill/>
                          </a:ln>
                          <a:solidFill>
                            <a:schemeClr val="tx2"/>
                          </a:solidFill>
                          <a:effectLst/>
                          <a:latin typeface="Verdana" panose="020B0604030504040204" pitchFamily="34" charset="0"/>
                          <a:ea typeface="ＭＳ Ｐゴシック" panose="020B0600070205080204" pitchFamily="34" charset="-128"/>
                        </a:rPr>
                        <a:t>)=1</a:t>
                      </a:r>
                    </a:p>
                  </a:txBody>
                  <a:tcPr marL="97203" marR="97203" marT="43201" marB="43201" anchor="ctr"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egnaposto numero diapositiva 3">
            <a:extLst>
              <a:ext uri="{FF2B5EF4-FFF2-40B4-BE49-F238E27FC236}">
                <a16:creationId xmlns:a16="http://schemas.microsoft.com/office/drawing/2014/main" id="{7810A571-9A30-4DD1-52ED-A93C707C7B6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A475D787-0273-4CF6-8C52-0CACF3B2F019}" type="slidenum">
              <a:rPr lang="it-IT" altLang="it-IT" sz="1400" smtClean="0">
                <a:solidFill>
                  <a:schemeClr val="folHlink"/>
                </a:solidFill>
              </a:rPr>
              <a:pPr>
                <a:spcBef>
                  <a:spcPct val="0"/>
                </a:spcBef>
                <a:buClrTx/>
                <a:buFontTx/>
                <a:buNone/>
              </a:pPr>
              <a:t>12</a:t>
            </a:fld>
            <a:endParaRPr lang="it-IT" altLang="it-IT" sz="1400">
              <a:solidFill>
                <a:schemeClr val="folHlink"/>
              </a:solidFill>
            </a:endParaRPr>
          </a:p>
        </p:txBody>
      </p:sp>
      <p:sp>
        <p:nvSpPr>
          <p:cNvPr id="34818" name="Rectangle 2">
            <a:extLst>
              <a:ext uri="{FF2B5EF4-FFF2-40B4-BE49-F238E27FC236}">
                <a16:creationId xmlns:a16="http://schemas.microsoft.com/office/drawing/2014/main" id="{BB122E49-CBAB-D1AC-8E50-0B9A419E8B2E}"/>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Definizione di AdB</a:t>
            </a:r>
          </a:p>
        </p:txBody>
      </p:sp>
      <p:sp>
        <p:nvSpPr>
          <p:cNvPr id="34819" name="Rectangle 3">
            <a:extLst>
              <a:ext uri="{FF2B5EF4-FFF2-40B4-BE49-F238E27FC236}">
                <a16:creationId xmlns:a16="http://schemas.microsoft.com/office/drawing/2014/main" id="{10D608A3-F291-88DB-48DB-C0B27900B6F3}"/>
              </a:ext>
            </a:extLst>
          </p:cNvPr>
          <p:cNvSpPr>
            <a:spLocks noGrp="1" noChangeArrowheads="1"/>
          </p:cNvSpPr>
          <p:nvPr>
            <p:ph type="body" idx="1"/>
          </p:nvPr>
        </p:nvSpPr>
        <p:spPr/>
        <p:txBody>
          <a:bodyPr/>
          <a:lstStyle/>
          <a:p>
            <a:pPr eaLnBrk="1" hangingPunct="1"/>
            <a:r>
              <a:rPr lang="it-IT" altLang="it-IT">
                <a:solidFill>
                  <a:srgbClr val="FF0000"/>
                </a:solidFill>
                <a:ea typeface="ＭＳ Ｐゴシック" panose="020B0600070205080204" pitchFamily="34" charset="-128"/>
              </a:rPr>
              <a:t>Un reticolo distributivo, dotato di minimo e massimo assoluti e complementato, si dice un'algebra di Boole:</a:t>
            </a:r>
          </a:p>
          <a:p>
            <a:pPr eaLnBrk="1" hangingPunct="1"/>
            <a:r>
              <a:rPr lang="it-IT" altLang="it-IT">
                <a:ea typeface="ＭＳ Ｐゴシック" panose="020B0600070205080204" pitchFamily="34" charset="-128"/>
              </a:rPr>
              <a:t>La sestupla</a:t>
            </a:r>
          </a:p>
          <a:p>
            <a:pPr algn="ctr" eaLnBrk="1" hangingPunct="1">
              <a:buFont typeface="Wingdings" panose="05000000000000000000" pitchFamily="2" charset="2"/>
              <a:buNone/>
            </a:pPr>
            <a:r>
              <a:rPr lang="it-IT" altLang="it-IT" sz="3600">
                <a:ea typeface="ＭＳ Ｐゴシック" panose="020B0600070205080204" pitchFamily="34" charset="-128"/>
              </a:rPr>
              <a:t>&lt;K, +, </a:t>
            </a:r>
            <a:r>
              <a:rPr lang="en-US" altLang="it-IT" sz="3600">
                <a:ea typeface="ＭＳ Ｐゴシック" panose="020B0600070205080204" pitchFamily="34" charset="-128"/>
                <a:cs typeface="Arial" panose="020B0604020202020204" pitchFamily="34" charset="0"/>
              </a:rPr>
              <a:t>·,</a:t>
            </a:r>
            <a:r>
              <a:rPr lang="it-IT" altLang="it-IT" sz="3600">
                <a:ea typeface="ＭＳ Ｐゴシック" panose="020B0600070205080204" pitchFamily="34" charset="-128"/>
              </a:rPr>
              <a:t>   ,0,1&gt;</a:t>
            </a:r>
          </a:p>
        </p:txBody>
      </p:sp>
      <p:sp>
        <p:nvSpPr>
          <p:cNvPr id="34820" name="Line 4">
            <a:extLst>
              <a:ext uri="{FF2B5EF4-FFF2-40B4-BE49-F238E27FC236}">
                <a16:creationId xmlns:a16="http://schemas.microsoft.com/office/drawing/2014/main" id="{10AB17D4-EDD2-3922-D90A-ECF9613B7AF8}"/>
              </a:ext>
            </a:extLst>
          </p:cNvPr>
          <p:cNvSpPr>
            <a:spLocks noChangeShapeType="1"/>
          </p:cNvSpPr>
          <p:nvPr/>
        </p:nvSpPr>
        <p:spPr bwMode="auto">
          <a:xfrm>
            <a:off x="5076825" y="4032250"/>
            <a:ext cx="2159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egnaposto numero diapositiva 3">
            <a:extLst>
              <a:ext uri="{FF2B5EF4-FFF2-40B4-BE49-F238E27FC236}">
                <a16:creationId xmlns:a16="http://schemas.microsoft.com/office/drawing/2014/main" id="{B84596A3-368A-B99A-8B5A-5942C73DEB3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4831AE28-3B01-426E-AC5B-1C9741294AFC}" type="slidenum">
              <a:rPr lang="it-IT" altLang="it-IT" sz="1400" smtClean="0">
                <a:solidFill>
                  <a:schemeClr val="folHlink"/>
                </a:solidFill>
              </a:rPr>
              <a:pPr>
                <a:spcBef>
                  <a:spcPct val="0"/>
                </a:spcBef>
                <a:buClrTx/>
                <a:buFontTx/>
                <a:buNone/>
              </a:pPr>
              <a:t>13</a:t>
            </a:fld>
            <a:endParaRPr lang="it-IT" altLang="it-IT" sz="1400">
              <a:solidFill>
                <a:schemeClr val="folHlink"/>
              </a:solidFill>
            </a:endParaRPr>
          </a:p>
        </p:txBody>
      </p:sp>
      <p:sp>
        <p:nvSpPr>
          <p:cNvPr id="35842" name="Rectangle 2">
            <a:extLst>
              <a:ext uri="{FF2B5EF4-FFF2-40B4-BE49-F238E27FC236}">
                <a16:creationId xmlns:a16="http://schemas.microsoft.com/office/drawing/2014/main" id="{6FE88BB1-EE11-3DEE-538C-FF9FF975846C}"/>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Legge di dualità</a:t>
            </a:r>
          </a:p>
        </p:txBody>
      </p:sp>
      <p:sp>
        <p:nvSpPr>
          <p:cNvPr id="35843" name="Rectangle 3">
            <a:extLst>
              <a:ext uri="{FF2B5EF4-FFF2-40B4-BE49-F238E27FC236}">
                <a16:creationId xmlns:a16="http://schemas.microsoft.com/office/drawing/2014/main" id="{E04E880C-3AC1-3D48-C3B5-7841290634D7}"/>
              </a:ext>
            </a:extLst>
          </p:cNvPr>
          <p:cNvSpPr>
            <a:spLocks noGrp="1" noChangeArrowheads="1"/>
          </p:cNvSpPr>
          <p:nvPr>
            <p:ph type="body" idx="1"/>
          </p:nvPr>
        </p:nvSpPr>
        <p:spPr/>
        <p:txBody>
          <a:bodyPr/>
          <a:lstStyle/>
          <a:p>
            <a:pPr eaLnBrk="1" hangingPunct="1"/>
            <a:r>
              <a:rPr lang="it-IT" altLang="it-IT">
                <a:ea typeface="ＭＳ Ｐゴシック" panose="020B0600070205080204" pitchFamily="34" charset="-128"/>
              </a:rPr>
              <a:t>Da qualsiasi identità booleana se ne può trarre un'altra per </a:t>
            </a:r>
            <a:r>
              <a:rPr lang="it-IT" altLang="it-IT" i="1">
                <a:ea typeface="ＭＳ Ｐゴシック" panose="020B0600070205080204" pitchFamily="34" charset="-128"/>
              </a:rPr>
              <a:t>dualità</a:t>
            </a:r>
            <a:r>
              <a:rPr lang="it-IT" altLang="it-IT">
                <a:ea typeface="ＭＳ Ｐゴシック" panose="020B0600070205080204" pitchFamily="34" charset="-128"/>
              </a:rPr>
              <a:t>, sostituendo cioè ad ogni operatore e agli elementi 0 ed 1 il rispettivo duale.</a:t>
            </a:r>
          </a:p>
          <a:p>
            <a:pPr eaLnBrk="1" hangingPunct="1"/>
            <a:r>
              <a:rPr lang="it-IT" altLang="it-IT">
                <a:ea typeface="ＭＳ Ｐゴシック" panose="020B0600070205080204" pitchFamily="34" charset="-128"/>
              </a:rPr>
              <a:t>In altre parole, i 14 postulati impiegati per definire l'algebra non sono tutti indipendenti fra loro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egnaposto numero diapositiva 4">
            <a:extLst>
              <a:ext uri="{FF2B5EF4-FFF2-40B4-BE49-F238E27FC236}">
                <a16:creationId xmlns:a16="http://schemas.microsoft.com/office/drawing/2014/main" id="{90FB01C7-4971-5499-462D-C2A90C37795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4C87643F-A9C1-4790-8010-A480E0A8A828}" type="slidenum">
              <a:rPr lang="it-IT" altLang="it-IT" sz="1400" smtClean="0">
                <a:solidFill>
                  <a:schemeClr val="folHlink"/>
                </a:solidFill>
              </a:rPr>
              <a:pPr>
                <a:spcBef>
                  <a:spcPct val="0"/>
                </a:spcBef>
                <a:buClrTx/>
                <a:buFontTx/>
                <a:buNone/>
              </a:pPr>
              <a:t>14</a:t>
            </a:fld>
            <a:endParaRPr lang="it-IT" altLang="it-IT" sz="1400">
              <a:solidFill>
                <a:schemeClr val="folHlink"/>
              </a:solidFill>
            </a:endParaRPr>
          </a:p>
        </p:txBody>
      </p:sp>
      <p:sp>
        <p:nvSpPr>
          <p:cNvPr id="36866" name="Rectangle 2">
            <a:extLst>
              <a:ext uri="{FF2B5EF4-FFF2-40B4-BE49-F238E27FC236}">
                <a16:creationId xmlns:a16="http://schemas.microsoft.com/office/drawing/2014/main" id="{FB3ED2D9-CD19-18D1-8967-6448AFE21A99}"/>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Variabili e funzioni booleane</a:t>
            </a:r>
          </a:p>
        </p:txBody>
      </p:sp>
      <p:sp>
        <p:nvSpPr>
          <p:cNvPr id="36867" name="Rectangle 3">
            <a:extLst>
              <a:ext uri="{FF2B5EF4-FFF2-40B4-BE49-F238E27FC236}">
                <a16:creationId xmlns:a16="http://schemas.microsoft.com/office/drawing/2014/main" id="{D4890A61-3F08-FB61-C4C5-CEFD7ED0D698}"/>
              </a:ext>
            </a:extLst>
          </p:cNvPr>
          <p:cNvSpPr>
            <a:spLocks noGrp="1" noChangeArrowheads="1"/>
          </p:cNvSpPr>
          <p:nvPr>
            <p:ph type="body" sz="half" idx="1"/>
          </p:nvPr>
        </p:nvSpPr>
        <p:spPr>
          <a:xfrm>
            <a:off x="684213" y="1454150"/>
            <a:ext cx="8351837" cy="1800225"/>
          </a:xfrm>
        </p:spPr>
        <p:txBody>
          <a:bodyPr/>
          <a:lstStyle/>
          <a:p>
            <a:pPr eaLnBrk="1" hangingPunct="1"/>
            <a:r>
              <a:rPr lang="it-IT" altLang="it-IT" sz="2400">
                <a:ea typeface="ＭＳ Ｐゴシック" panose="020B0600070205080204" pitchFamily="34" charset="-128"/>
              </a:rPr>
              <a:t>Elementi del sostegno dell’algebra </a:t>
            </a:r>
            <a:r>
              <a:rPr lang="it-IT" altLang="it-IT" sz="2400" i="1">
                <a:ea typeface="ＭＳ Ｐゴシック" panose="020B0600070205080204" pitchFamily="34" charset="-128"/>
              </a:rPr>
              <a:t>K</a:t>
            </a:r>
            <a:r>
              <a:rPr lang="it-IT" altLang="it-IT" sz="2400">
                <a:ea typeface="ＭＳ Ｐゴシック" panose="020B0600070205080204" pitchFamily="34" charset="-128"/>
              </a:rPr>
              <a:t> </a:t>
            </a:r>
            <a:r>
              <a:rPr lang="it-IT" altLang="it-IT" sz="2400">
                <a:ea typeface="ＭＳ Ｐゴシック" panose="020B0600070205080204" pitchFamily="34" charset="-128"/>
                <a:sym typeface="Wingdings" panose="05000000000000000000" pitchFamily="2" charset="2"/>
              </a:rPr>
              <a:t> </a:t>
            </a:r>
            <a:r>
              <a:rPr lang="it-IT" altLang="it-IT" sz="2400" b="1" i="1">
                <a:solidFill>
                  <a:srgbClr val="FF0000"/>
                </a:solidFill>
                <a:ea typeface="ＭＳ Ｐゴシック" panose="020B0600070205080204" pitchFamily="34" charset="-128"/>
                <a:sym typeface="Wingdings" panose="05000000000000000000" pitchFamily="2" charset="2"/>
              </a:rPr>
              <a:t>valori booleani</a:t>
            </a:r>
          </a:p>
          <a:p>
            <a:pPr eaLnBrk="1" hangingPunct="1"/>
            <a:r>
              <a:rPr lang="it-IT" altLang="it-IT" sz="2400">
                <a:ea typeface="ＭＳ Ｐゴシック" panose="020B0600070205080204" pitchFamily="34" charset="-128"/>
                <a:sym typeface="Wingdings" panose="05000000000000000000" pitchFamily="2" charset="2"/>
              </a:rPr>
              <a:t>Variabili che possono assumere valori booleani  </a:t>
            </a:r>
            <a:r>
              <a:rPr lang="it-IT" altLang="it-IT" sz="2400" b="1" i="1">
                <a:solidFill>
                  <a:srgbClr val="FF0000"/>
                </a:solidFill>
                <a:ea typeface="ＭＳ Ｐゴシック" panose="020B0600070205080204" pitchFamily="34" charset="-128"/>
                <a:sym typeface="Wingdings" panose="05000000000000000000" pitchFamily="2" charset="2"/>
              </a:rPr>
              <a:t>variabili booleane</a:t>
            </a:r>
          </a:p>
          <a:p>
            <a:pPr eaLnBrk="1" hangingPunct="1"/>
            <a:r>
              <a:rPr lang="it-IT" altLang="it-IT" sz="2400">
                <a:ea typeface="ＭＳ Ｐゴシック" panose="020B0600070205080204" pitchFamily="34" charset="-128"/>
                <a:sym typeface="Wingdings" panose="05000000000000000000" pitchFamily="2" charset="2"/>
              </a:rPr>
              <a:t>Funzioni di variabili booleane in </a:t>
            </a:r>
            <a:r>
              <a:rPr lang="it-IT" altLang="it-IT" sz="2400" i="1">
                <a:ea typeface="ＭＳ Ｐゴシック" panose="020B0600070205080204" pitchFamily="34" charset="-128"/>
                <a:sym typeface="Wingdings" panose="05000000000000000000" pitchFamily="2" charset="2"/>
              </a:rPr>
              <a:t>K</a:t>
            </a:r>
            <a:r>
              <a:rPr lang="it-IT" altLang="it-IT" sz="2400">
                <a:ea typeface="ＭＳ Ｐゴシック" panose="020B0600070205080204" pitchFamily="34" charset="-128"/>
                <a:sym typeface="Wingdings" panose="05000000000000000000" pitchFamily="2" charset="2"/>
              </a:rPr>
              <a:t>  </a:t>
            </a:r>
            <a:r>
              <a:rPr lang="it-IT" altLang="it-IT" sz="2400" b="1" i="1">
                <a:solidFill>
                  <a:srgbClr val="FF0000"/>
                </a:solidFill>
                <a:ea typeface="ＭＳ Ｐゴシック" panose="020B0600070205080204" pitchFamily="34" charset="-128"/>
                <a:sym typeface="Wingdings" panose="05000000000000000000" pitchFamily="2" charset="2"/>
              </a:rPr>
              <a:t>funzioni booleane</a:t>
            </a:r>
          </a:p>
          <a:p>
            <a:pPr eaLnBrk="1" hangingPunct="1">
              <a:buFont typeface="Wingdings" panose="05000000000000000000" pitchFamily="2" charset="2"/>
              <a:buNone/>
            </a:pPr>
            <a:endParaRPr lang="it-IT" altLang="it-IT" sz="2400" i="1">
              <a:ea typeface="ＭＳ Ｐゴシック" panose="020B0600070205080204" pitchFamily="34" charset="-128"/>
              <a:sym typeface="Wingdings" panose="05000000000000000000" pitchFamily="2" charset="2"/>
            </a:endParaRPr>
          </a:p>
        </p:txBody>
      </p:sp>
      <p:graphicFrame>
        <p:nvGraphicFramePr>
          <p:cNvPr id="36868" name="Object 4">
            <a:extLst>
              <a:ext uri="{FF2B5EF4-FFF2-40B4-BE49-F238E27FC236}">
                <a16:creationId xmlns:a16="http://schemas.microsoft.com/office/drawing/2014/main" id="{0E8F6888-3128-B91C-A92D-C31C3B62E1C8}"/>
              </a:ext>
            </a:extLst>
          </p:cNvPr>
          <p:cNvGraphicFramePr>
            <a:graphicFrameLocks noGrp="1" noChangeAspect="1"/>
          </p:cNvGraphicFramePr>
          <p:nvPr>
            <p:ph sz="half" idx="2"/>
          </p:nvPr>
        </p:nvGraphicFramePr>
        <p:xfrm>
          <a:off x="2987675" y="3311525"/>
          <a:ext cx="3240088" cy="614363"/>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3311525"/>
                        <a:ext cx="3240088" cy="614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869" name="Rectangle 6">
            <a:extLst>
              <a:ext uri="{FF2B5EF4-FFF2-40B4-BE49-F238E27FC236}">
                <a16:creationId xmlns:a16="http://schemas.microsoft.com/office/drawing/2014/main" id="{CC767673-3334-74E9-A2BF-EDAB8871A3AB}"/>
              </a:ext>
            </a:extLst>
          </p:cNvPr>
          <p:cNvSpPr>
            <a:spLocks noChangeArrowheads="1"/>
          </p:cNvSpPr>
          <p:nvPr/>
        </p:nvSpPr>
        <p:spPr bwMode="auto">
          <a:xfrm>
            <a:off x="684213" y="4032250"/>
            <a:ext cx="835183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sz="2400"/>
              <a:t>Le variabili possono essere a loro volta funzioni booleane</a:t>
            </a:r>
          </a:p>
          <a:p>
            <a:pPr eaLnBrk="1" hangingPunct="1"/>
            <a:r>
              <a:rPr lang="it-IT" altLang="it-IT" sz="2400"/>
              <a:t>Un insieme </a:t>
            </a:r>
            <a:r>
              <a:rPr lang="it-IT" altLang="it-IT" sz="2400" i="1"/>
              <a:t>F</a:t>
            </a:r>
            <a:r>
              <a:rPr lang="it-IT" altLang="it-IT" sz="2400"/>
              <a:t> di funzioni sul sostegno di un’algebra si dice </a:t>
            </a:r>
            <a:r>
              <a:rPr lang="it-IT" altLang="it-IT" sz="2400" b="1">
                <a:solidFill>
                  <a:srgbClr val="FF0000"/>
                </a:solidFill>
              </a:rPr>
              <a:t>funzionalmente completo </a:t>
            </a:r>
            <a:r>
              <a:rPr lang="it-IT" altLang="it-IT" sz="2400"/>
              <a:t>se </a:t>
            </a:r>
            <a:r>
              <a:rPr lang="it-IT" altLang="it-IT" sz="2400" i="1"/>
              <a:t>qualsiasi</a:t>
            </a:r>
            <a:r>
              <a:rPr lang="it-IT" altLang="it-IT" sz="2400"/>
              <a:t> funzione dell’algebra può essere ottenuta come composizione di funzioni appartenenti ad </a:t>
            </a:r>
            <a:r>
              <a:rPr lang="it-IT" altLang="it-IT" sz="2400" i="1"/>
              <a:t>F</a:t>
            </a:r>
            <a:endParaRPr lang="it-IT" altLang="it-IT" sz="2400" i="1">
              <a:sym typeface="Wingdings" panose="05000000000000000000" pitchFamily="2" charset="2"/>
            </a:endParaRPr>
          </a:p>
          <a:p>
            <a:pPr eaLnBrk="1" hangingPunct="1">
              <a:buFont typeface="Wingdings" panose="05000000000000000000" pitchFamily="2" charset="2"/>
              <a:buNone/>
            </a:pPr>
            <a:endParaRPr lang="it-IT" altLang="it-IT" sz="2400" i="1">
              <a:sym typeface="Wingdings" panose="05000000000000000000" pitchFamily="2" charset="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egnaposto numero diapositiva 3">
            <a:extLst>
              <a:ext uri="{FF2B5EF4-FFF2-40B4-BE49-F238E27FC236}">
                <a16:creationId xmlns:a16="http://schemas.microsoft.com/office/drawing/2014/main" id="{01A4F9D2-C0C8-F47B-132C-743FE51926C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7B57493C-8C08-45B9-9DD9-B2D7AFE32E26}" type="slidenum">
              <a:rPr lang="it-IT" altLang="it-IT" sz="1400" smtClean="0">
                <a:solidFill>
                  <a:schemeClr val="folHlink"/>
                </a:solidFill>
              </a:rPr>
              <a:pPr>
                <a:spcBef>
                  <a:spcPct val="0"/>
                </a:spcBef>
                <a:buClrTx/>
                <a:buFontTx/>
                <a:buNone/>
              </a:pPr>
              <a:t>15</a:t>
            </a:fld>
            <a:endParaRPr lang="it-IT" altLang="it-IT" sz="1400">
              <a:solidFill>
                <a:schemeClr val="folHlink"/>
              </a:solidFill>
            </a:endParaRPr>
          </a:p>
        </p:txBody>
      </p:sp>
      <p:sp>
        <p:nvSpPr>
          <p:cNvPr id="37890" name="Rectangle 2">
            <a:extLst>
              <a:ext uri="{FF2B5EF4-FFF2-40B4-BE49-F238E27FC236}">
                <a16:creationId xmlns:a16="http://schemas.microsoft.com/office/drawing/2014/main" id="{39CC670B-E777-25EF-18D3-A8C22EB814DE}"/>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Variabili e funzioni booleane</a:t>
            </a:r>
          </a:p>
        </p:txBody>
      </p:sp>
      <p:sp>
        <p:nvSpPr>
          <p:cNvPr id="37891" name="Rectangle 3">
            <a:extLst>
              <a:ext uri="{FF2B5EF4-FFF2-40B4-BE49-F238E27FC236}">
                <a16:creationId xmlns:a16="http://schemas.microsoft.com/office/drawing/2014/main" id="{5FF859BB-CC99-1F5A-9179-782FA770208E}"/>
              </a:ext>
            </a:extLst>
          </p:cNvPr>
          <p:cNvSpPr>
            <a:spLocks noGrp="1" noChangeArrowheads="1"/>
          </p:cNvSpPr>
          <p:nvPr>
            <p:ph type="body" idx="1"/>
          </p:nvPr>
        </p:nvSpPr>
        <p:spPr>
          <a:xfrm>
            <a:off x="684213" y="5262563"/>
            <a:ext cx="8459787" cy="498475"/>
          </a:xfrm>
        </p:spPr>
        <p:txBody>
          <a:bodyPr/>
          <a:lstStyle/>
          <a:p>
            <a:pPr eaLnBrk="1" hangingPunct="1">
              <a:lnSpc>
                <a:spcPct val="90000"/>
              </a:lnSpc>
            </a:pPr>
            <a:r>
              <a:rPr lang="it-IT" altLang="it-IT" sz="2800">
                <a:ea typeface="ＭＳ Ｐゴシック" panose="020B0600070205080204" pitchFamily="34" charset="-128"/>
              </a:rPr>
              <a:t>Livello di una variabile in una funzione composta </a:t>
            </a:r>
          </a:p>
        </p:txBody>
      </p:sp>
      <p:sp>
        <p:nvSpPr>
          <p:cNvPr id="37892" name="Rectangle 5">
            <a:extLst>
              <a:ext uri="{FF2B5EF4-FFF2-40B4-BE49-F238E27FC236}">
                <a16:creationId xmlns:a16="http://schemas.microsoft.com/office/drawing/2014/main" id="{26B282C5-09CC-E1BC-C350-D96AFD5DA38A}"/>
              </a:ext>
            </a:extLst>
          </p:cNvPr>
          <p:cNvSpPr>
            <a:spLocks noChangeArrowheads="1"/>
          </p:cNvSpPr>
          <p:nvPr/>
        </p:nvSpPr>
        <p:spPr bwMode="auto">
          <a:xfrm>
            <a:off x="0" y="0"/>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aphicFrame>
        <p:nvGraphicFramePr>
          <p:cNvPr id="37893" name="Object 4">
            <a:extLst>
              <a:ext uri="{FF2B5EF4-FFF2-40B4-BE49-F238E27FC236}">
                <a16:creationId xmlns:a16="http://schemas.microsoft.com/office/drawing/2014/main" id="{9A547A39-4EA5-8B05-1835-7B52557B1161}"/>
              </a:ext>
            </a:extLst>
          </p:cNvPr>
          <p:cNvGraphicFramePr>
            <a:graphicFrameLocks noChangeAspect="1"/>
          </p:cNvGraphicFramePr>
          <p:nvPr/>
        </p:nvGraphicFramePr>
        <p:xfrm>
          <a:off x="1042988" y="2376488"/>
          <a:ext cx="1828800" cy="1352550"/>
        </p:xfrm>
        <a:graphic>
          <a:graphicData uri="http://schemas.openxmlformats.org/presentationml/2006/ole">
            <mc:AlternateContent xmlns:mc="http://schemas.openxmlformats.org/markup-compatibility/2006">
              <mc:Choice xmlns:v="urn:schemas-microsoft-com:vml" Requires="v">
                <p:oleObj name="Immagine" r:id="rId3" imgW="0" imgH="0" progId="Word.Picture.8">
                  <p:embed/>
                </p:oleObj>
              </mc:Choice>
              <mc:Fallback>
                <p:oleObj name="Immagine" r:id="rId3" imgW="0" imgH="0"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376488"/>
                        <a:ext cx="182880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4" name="Rectangle 7">
            <a:extLst>
              <a:ext uri="{FF2B5EF4-FFF2-40B4-BE49-F238E27FC236}">
                <a16:creationId xmlns:a16="http://schemas.microsoft.com/office/drawing/2014/main" id="{4BA86E81-87AA-35BF-A252-58A4296B5B4D}"/>
              </a:ext>
            </a:extLst>
          </p:cNvPr>
          <p:cNvSpPr>
            <a:spLocks noChangeArrowheads="1"/>
          </p:cNvSpPr>
          <p:nvPr/>
        </p:nvSpPr>
        <p:spPr bwMode="auto">
          <a:xfrm>
            <a:off x="0" y="2149475"/>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aphicFrame>
        <p:nvGraphicFramePr>
          <p:cNvPr id="37895" name="Object 6">
            <a:extLst>
              <a:ext uri="{FF2B5EF4-FFF2-40B4-BE49-F238E27FC236}">
                <a16:creationId xmlns:a16="http://schemas.microsoft.com/office/drawing/2014/main" id="{B01F52DF-A618-C517-794D-A8F0F93E662A}"/>
              </a:ext>
            </a:extLst>
          </p:cNvPr>
          <p:cNvGraphicFramePr>
            <a:graphicFrameLocks noChangeAspect="1"/>
          </p:cNvGraphicFramePr>
          <p:nvPr/>
        </p:nvGraphicFramePr>
        <p:xfrm>
          <a:off x="3060700" y="1439863"/>
          <a:ext cx="3529013" cy="3181350"/>
        </p:xfrm>
        <a:graphic>
          <a:graphicData uri="http://schemas.openxmlformats.org/presentationml/2006/ole">
            <mc:AlternateContent xmlns:mc="http://schemas.openxmlformats.org/markup-compatibility/2006">
              <mc:Choice xmlns:v="urn:schemas-microsoft-com:vml" Requires="v">
                <p:oleObj name="Immagine" r:id="rId5" imgW="0" imgH="0" progId="Word.Picture.8">
                  <p:embed/>
                </p:oleObj>
              </mc:Choice>
              <mc:Fallback>
                <p:oleObj name="Immagine" r:id="rId5" imgW="0" imgH="0" progId="Word.Picture.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0700" y="1439863"/>
                        <a:ext cx="3529013"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6" name="Line 8">
            <a:extLst>
              <a:ext uri="{FF2B5EF4-FFF2-40B4-BE49-F238E27FC236}">
                <a16:creationId xmlns:a16="http://schemas.microsoft.com/office/drawing/2014/main" id="{509029A3-435A-E1B1-EC27-E1A233117D08}"/>
              </a:ext>
            </a:extLst>
          </p:cNvPr>
          <p:cNvSpPr>
            <a:spLocks noChangeShapeType="1"/>
          </p:cNvSpPr>
          <p:nvPr/>
        </p:nvSpPr>
        <p:spPr bwMode="auto">
          <a:xfrm flipH="1" flipV="1">
            <a:off x="3851275" y="4679950"/>
            <a:ext cx="288925" cy="576263"/>
          </a:xfrm>
          <a:prstGeom prst="line">
            <a:avLst/>
          </a:prstGeom>
          <a:noFill/>
          <a:ln w="635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37897" name="Line 9">
            <a:extLst>
              <a:ext uri="{FF2B5EF4-FFF2-40B4-BE49-F238E27FC236}">
                <a16:creationId xmlns:a16="http://schemas.microsoft.com/office/drawing/2014/main" id="{521C047C-947F-3DDC-387F-FFCC2E538B09}"/>
              </a:ext>
            </a:extLst>
          </p:cNvPr>
          <p:cNvSpPr>
            <a:spLocks noChangeShapeType="1"/>
          </p:cNvSpPr>
          <p:nvPr/>
        </p:nvSpPr>
        <p:spPr bwMode="auto">
          <a:xfrm flipV="1">
            <a:off x="4356100" y="4679950"/>
            <a:ext cx="144463" cy="576263"/>
          </a:xfrm>
          <a:prstGeom prst="line">
            <a:avLst/>
          </a:prstGeom>
          <a:noFill/>
          <a:ln w="635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37898" name="Line 10">
            <a:extLst>
              <a:ext uri="{FF2B5EF4-FFF2-40B4-BE49-F238E27FC236}">
                <a16:creationId xmlns:a16="http://schemas.microsoft.com/office/drawing/2014/main" id="{1448E753-C465-CDE7-869B-E32777E8ADA2}"/>
              </a:ext>
            </a:extLst>
          </p:cNvPr>
          <p:cNvSpPr>
            <a:spLocks noChangeShapeType="1"/>
          </p:cNvSpPr>
          <p:nvPr/>
        </p:nvSpPr>
        <p:spPr bwMode="auto">
          <a:xfrm flipV="1">
            <a:off x="4572000" y="4464050"/>
            <a:ext cx="792163" cy="792163"/>
          </a:xfrm>
          <a:prstGeom prst="line">
            <a:avLst/>
          </a:prstGeom>
          <a:noFill/>
          <a:ln w="635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egnaposto numero diapositiva 3">
            <a:extLst>
              <a:ext uri="{FF2B5EF4-FFF2-40B4-BE49-F238E27FC236}">
                <a16:creationId xmlns:a16="http://schemas.microsoft.com/office/drawing/2014/main" id="{45781C83-D261-15EF-5B51-CFC4550E267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26677B8F-8786-4D54-AC50-A4460645F8F9}" type="slidenum">
              <a:rPr lang="it-IT" altLang="it-IT" sz="1400" smtClean="0">
                <a:solidFill>
                  <a:schemeClr val="folHlink"/>
                </a:solidFill>
              </a:rPr>
              <a:pPr>
                <a:spcBef>
                  <a:spcPct val="0"/>
                </a:spcBef>
                <a:buClrTx/>
                <a:buFontTx/>
                <a:buNone/>
              </a:pPr>
              <a:t>16</a:t>
            </a:fld>
            <a:endParaRPr lang="it-IT" altLang="it-IT" sz="1400">
              <a:solidFill>
                <a:schemeClr val="folHlink"/>
              </a:solidFill>
            </a:endParaRPr>
          </a:p>
        </p:txBody>
      </p:sp>
      <p:sp>
        <p:nvSpPr>
          <p:cNvPr id="39938" name="Rectangle 2">
            <a:extLst>
              <a:ext uri="{FF2B5EF4-FFF2-40B4-BE49-F238E27FC236}">
                <a16:creationId xmlns:a16="http://schemas.microsoft.com/office/drawing/2014/main" id="{CF47A12F-7544-3AF0-25C9-8C10FD2AFF1D}"/>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Un esempio (1/3)</a:t>
            </a:r>
          </a:p>
        </p:txBody>
      </p:sp>
      <p:sp>
        <p:nvSpPr>
          <p:cNvPr id="39939" name="Rectangle 5">
            <a:extLst>
              <a:ext uri="{FF2B5EF4-FFF2-40B4-BE49-F238E27FC236}">
                <a16:creationId xmlns:a16="http://schemas.microsoft.com/office/drawing/2014/main" id="{A11D2FCD-85CF-B3E5-A53C-AA564D3DE39B}"/>
              </a:ext>
            </a:extLst>
          </p:cNvPr>
          <p:cNvSpPr>
            <a:spLocks noChangeArrowheads="1"/>
          </p:cNvSpPr>
          <p:nvPr/>
        </p:nvSpPr>
        <p:spPr bwMode="auto">
          <a:xfrm>
            <a:off x="0" y="0"/>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aphicFrame>
        <p:nvGraphicFramePr>
          <p:cNvPr id="39940" name="Object 4">
            <a:extLst>
              <a:ext uri="{FF2B5EF4-FFF2-40B4-BE49-F238E27FC236}">
                <a16:creationId xmlns:a16="http://schemas.microsoft.com/office/drawing/2014/main" id="{40006D85-57D4-CBE8-AAC8-5776266B4510}"/>
              </a:ext>
            </a:extLst>
          </p:cNvPr>
          <p:cNvGraphicFramePr>
            <a:graphicFrameLocks noChangeAspect="1"/>
          </p:cNvGraphicFramePr>
          <p:nvPr/>
        </p:nvGraphicFramePr>
        <p:xfrm>
          <a:off x="1836738" y="3384550"/>
          <a:ext cx="5111750" cy="2687638"/>
        </p:xfrm>
        <a:graphic>
          <a:graphicData uri="http://schemas.openxmlformats.org/presentationml/2006/ole">
            <mc:AlternateContent xmlns:mc="http://schemas.openxmlformats.org/markup-compatibility/2006">
              <mc:Choice xmlns:v="urn:schemas-microsoft-com:vml" Requires="v">
                <p:oleObj name="Immagine bitmap" r:id="rId2" imgW="5152381" imgH="2723810" progId="Paint.Picture">
                  <p:embed/>
                </p:oleObj>
              </mc:Choice>
              <mc:Fallback>
                <p:oleObj name="Immagine bitmap" r:id="rId2" imgW="5152381" imgH="2723810"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6738" y="3384550"/>
                        <a:ext cx="5111750" cy="268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41" name="Object 6">
            <a:extLst>
              <a:ext uri="{FF2B5EF4-FFF2-40B4-BE49-F238E27FC236}">
                <a16:creationId xmlns:a16="http://schemas.microsoft.com/office/drawing/2014/main" id="{32E2FDCD-59BE-263D-7249-E74C9D9C3EB5}"/>
              </a:ext>
            </a:extLst>
          </p:cNvPr>
          <p:cNvGraphicFramePr>
            <a:graphicFrameLocks noGrp="1" noChangeAspect="1"/>
          </p:cNvGraphicFramePr>
          <p:nvPr>
            <p:ph idx="1"/>
          </p:nvPr>
        </p:nvGraphicFramePr>
        <p:xfrm>
          <a:off x="1042988" y="2519363"/>
          <a:ext cx="5500687" cy="622300"/>
        </p:xfrm>
        <a:graphic>
          <a:graphicData uri="http://schemas.openxmlformats.org/presentationml/2006/ole">
            <mc:AlternateContent xmlns:mc="http://schemas.openxmlformats.org/markup-compatibility/2006">
              <mc:Choice xmlns:v="urn:schemas-microsoft-com:vml" Requires="v">
                <p:oleObj name="Equation" r:id="rId4" imgW="0" imgH="0" progId="Equation.3">
                  <p:embed/>
                </p:oleObj>
              </mc:Choice>
              <mc:Fallback>
                <p:oleObj name="Equation" r:id="rId4" imgW="0" imgH="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2519363"/>
                        <a:ext cx="5500687"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9942" name="Rectangle 9">
            <a:extLst>
              <a:ext uri="{FF2B5EF4-FFF2-40B4-BE49-F238E27FC236}">
                <a16:creationId xmlns:a16="http://schemas.microsoft.com/office/drawing/2014/main" id="{A6231581-555C-354F-40AD-F6A8A417C580}"/>
              </a:ext>
            </a:extLst>
          </p:cNvPr>
          <p:cNvSpPr>
            <a:spLocks noChangeArrowheads="1"/>
          </p:cNvSpPr>
          <p:nvPr/>
        </p:nvSpPr>
        <p:spPr bwMode="auto">
          <a:xfrm>
            <a:off x="0" y="2763838"/>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39943" name="Rectangle 23">
            <a:extLst>
              <a:ext uri="{FF2B5EF4-FFF2-40B4-BE49-F238E27FC236}">
                <a16:creationId xmlns:a16="http://schemas.microsoft.com/office/drawing/2014/main" id="{10EDE4B3-13B6-3289-B7BE-DB43DEEAD546}"/>
              </a:ext>
            </a:extLst>
          </p:cNvPr>
          <p:cNvSpPr>
            <a:spLocks noChangeArrowheads="1"/>
          </p:cNvSpPr>
          <p:nvPr/>
        </p:nvSpPr>
        <p:spPr bwMode="auto">
          <a:xfrm>
            <a:off x="684213" y="1655763"/>
            <a:ext cx="8459787"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lnSpc>
                <a:spcPct val="90000"/>
              </a:lnSpc>
            </a:pPr>
            <a:r>
              <a:rPr lang="it-IT" altLang="it-IT" sz="2800"/>
              <a:t>Applichiamo le proprietà viste sinora per trasformare questa funzione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egnaposto numero diapositiva 4">
            <a:extLst>
              <a:ext uri="{FF2B5EF4-FFF2-40B4-BE49-F238E27FC236}">
                <a16:creationId xmlns:a16="http://schemas.microsoft.com/office/drawing/2014/main" id="{CEA4C40D-3FB9-CD62-1E99-B605A3A8185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8B51CA03-C211-4FE8-B651-422A96CA764C}" type="slidenum">
              <a:rPr lang="it-IT" altLang="it-IT" sz="1400" smtClean="0">
                <a:solidFill>
                  <a:schemeClr val="folHlink"/>
                </a:solidFill>
              </a:rPr>
              <a:pPr>
                <a:spcBef>
                  <a:spcPct val="0"/>
                </a:spcBef>
                <a:buClrTx/>
                <a:buFontTx/>
                <a:buNone/>
              </a:pPr>
              <a:t>17</a:t>
            </a:fld>
            <a:endParaRPr lang="it-IT" altLang="it-IT" sz="1400">
              <a:solidFill>
                <a:schemeClr val="folHlink"/>
              </a:solidFill>
            </a:endParaRPr>
          </a:p>
        </p:txBody>
      </p:sp>
      <p:sp>
        <p:nvSpPr>
          <p:cNvPr id="40962" name="Rectangle 2">
            <a:extLst>
              <a:ext uri="{FF2B5EF4-FFF2-40B4-BE49-F238E27FC236}">
                <a16:creationId xmlns:a16="http://schemas.microsoft.com/office/drawing/2014/main" id="{D4311C15-23D4-3D85-617C-795125C0F900}"/>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Un esempio (2/3)</a:t>
            </a:r>
          </a:p>
        </p:txBody>
      </p:sp>
      <p:sp>
        <p:nvSpPr>
          <p:cNvPr id="40963" name="Rectangle 3">
            <a:extLst>
              <a:ext uri="{FF2B5EF4-FFF2-40B4-BE49-F238E27FC236}">
                <a16:creationId xmlns:a16="http://schemas.microsoft.com/office/drawing/2014/main" id="{C24DCB60-379D-D742-AB0D-DE0D3C4F8F02}"/>
              </a:ext>
            </a:extLst>
          </p:cNvPr>
          <p:cNvSpPr>
            <a:spLocks noGrp="1" noChangeArrowheads="1"/>
          </p:cNvSpPr>
          <p:nvPr>
            <p:ph type="body" sz="half" idx="1"/>
          </p:nvPr>
        </p:nvSpPr>
        <p:spPr>
          <a:xfrm>
            <a:off x="684213" y="1727200"/>
            <a:ext cx="8208962" cy="2017713"/>
          </a:xfrm>
        </p:spPr>
        <p:txBody>
          <a:bodyPr/>
          <a:lstStyle/>
          <a:p>
            <a:pPr eaLnBrk="1" hangingPunct="1"/>
            <a:r>
              <a:rPr lang="it-IT" altLang="it-IT" sz="2400">
                <a:ea typeface="ＭＳ Ｐゴシック" panose="020B0600070205080204" pitchFamily="34" charset="-128"/>
              </a:rPr>
              <a:t>Provate ad applicare tutte le proprietà viste sinora (nell’ordine, distributiva, commutativa, idempotenza, assorbimento)</a:t>
            </a:r>
          </a:p>
          <a:p>
            <a:pPr eaLnBrk="1" hangingPunct="1"/>
            <a:r>
              <a:rPr lang="it-IT" altLang="it-IT" sz="2400">
                <a:ea typeface="ＭＳ Ｐゴシック" panose="020B0600070205080204" pitchFamily="34" charset="-128"/>
              </a:rPr>
              <a:t>Possiamo trasformare la precedente funzione in questa:</a:t>
            </a:r>
          </a:p>
        </p:txBody>
      </p:sp>
      <p:pic>
        <p:nvPicPr>
          <p:cNvPr id="40964" name="Picture 5">
            <a:extLst>
              <a:ext uri="{FF2B5EF4-FFF2-40B4-BE49-F238E27FC236}">
                <a16:creationId xmlns:a16="http://schemas.microsoft.com/office/drawing/2014/main" id="{89168590-E899-31B7-D52A-4F76793C2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7763" y="4073525"/>
            <a:ext cx="2017712" cy="161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0965" name="Object 6">
            <a:extLst>
              <a:ext uri="{FF2B5EF4-FFF2-40B4-BE49-F238E27FC236}">
                <a16:creationId xmlns:a16="http://schemas.microsoft.com/office/drawing/2014/main" id="{2826ECFB-7F24-5615-F2C5-ADCE7A70B1BC}"/>
              </a:ext>
            </a:extLst>
          </p:cNvPr>
          <p:cNvGraphicFramePr>
            <a:graphicFrameLocks noGrp="1" noChangeAspect="1"/>
          </p:cNvGraphicFramePr>
          <p:nvPr>
            <p:ph sz="half" idx="2"/>
          </p:nvPr>
        </p:nvGraphicFramePr>
        <p:xfrm>
          <a:off x="1331913" y="4197350"/>
          <a:ext cx="3600450" cy="855663"/>
        </p:xfrm>
        <a:graphic>
          <a:graphicData uri="http://schemas.openxmlformats.org/presentationml/2006/ole">
            <mc:AlternateContent xmlns:mc="http://schemas.openxmlformats.org/markup-compatibility/2006">
              <mc:Choice xmlns:v="urn:schemas-microsoft-com:vml" Requires="v">
                <p:oleObj name="Equation" r:id="rId3" imgW="0" imgH="0" progId="Equation.3">
                  <p:embed/>
                </p:oleObj>
              </mc:Choice>
              <mc:Fallback>
                <p:oleObj name="Equation" r:id="rId3" imgW="0" imgH="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4197350"/>
                        <a:ext cx="3600450"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1E0301AE-6402-D384-C17E-A6E80A25A65E}"/>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Soluzione (3/3)</a:t>
            </a:r>
          </a:p>
        </p:txBody>
      </p:sp>
      <p:sp>
        <p:nvSpPr>
          <p:cNvPr id="41986" name="Rectangle 3">
            <a:extLst>
              <a:ext uri="{FF2B5EF4-FFF2-40B4-BE49-F238E27FC236}">
                <a16:creationId xmlns:a16="http://schemas.microsoft.com/office/drawing/2014/main" id="{19A8061A-4754-3928-A3A5-B1800DDDBE2F}"/>
              </a:ext>
            </a:extLst>
          </p:cNvPr>
          <p:cNvSpPr>
            <a:spLocks noGrp="1" noChangeArrowheads="1"/>
          </p:cNvSpPr>
          <p:nvPr>
            <p:ph type="body" sz="half" idx="1"/>
          </p:nvPr>
        </p:nvSpPr>
        <p:spPr>
          <a:xfrm>
            <a:off x="485775" y="1373188"/>
            <a:ext cx="7877175" cy="5081587"/>
          </a:xfrm>
        </p:spPr>
        <p:txBody>
          <a:bodyPr/>
          <a:lstStyle/>
          <a:p>
            <a:pPr eaLnBrk="1" hangingPunct="1">
              <a:lnSpc>
                <a:spcPct val="80000"/>
              </a:lnSpc>
              <a:buFont typeface="Wingdings" panose="05000000000000000000" pitchFamily="2" charset="2"/>
              <a:buNone/>
            </a:pPr>
            <a:endParaRPr lang="it-IT" altLang="it-IT" sz="1800" i="1">
              <a:ea typeface="ＭＳ Ｐゴシック" panose="020B0600070205080204" pitchFamily="34" charset="-128"/>
            </a:endParaRPr>
          </a:p>
          <a:p>
            <a:pPr eaLnBrk="1" hangingPunct="1">
              <a:lnSpc>
                <a:spcPct val="80000"/>
              </a:lnSpc>
              <a:buFont typeface="Wingdings" panose="05000000000000000000" pitchFamily="2" charset="2"/>
              <a:buNone/>
            </a:pPr>
            <a:r>
              <a:rPr lang="it-IT" altLang="it-IT" sz="1600" i="1">
                <a:ea typeface="ＭＳ Ｐゴシック" panose="020B0600070205080204" pitchFamily="34" charset="-128"/>
              </a:rPr>
              <a:t>			</a:t>
            </a:r>
            <a:r>
              <a:rPr lang="it-IT" altLang="it-IT" sz="1400" b="1" i="1">
                <a:solidFill>
                  <a:schemeClr val="accent1"/>
                </a:solidFill>
                <a:ea typeface="ＭＳ Ｐゴシック" panose="020B0600070205080204" pitchFamily="34" charset="-128"/>
              </a:rPr>
              <a:t>Proprietà distributiva</a:t>
            </a:r>
          </a:p>
          <a:p>
            <a:pPr eaLnBrk="1" hangingPunct="1">
              <a:lnSpc>
                <a:spcPct val="80000"/>
              </a:lnSpc>
              <a:buFont typeface="Wingdings" panose="05000000000000000000" pitchFamily="2" charset="2"/>
              <a:buNone/>
            </a:pPr>
            <a:endParaRPr lang="it-IT" altLang="it-IT" sz="1600" i="1">
              <a:ea typeface="ＭＳ Ｐゴシック" panose="020B0600070205080204" pitchFamily="34" charset="-128"/>
            </a:endParaRPr>
          </a:p>
          <a:p>
            <a:pPr lvl="4" eaLnBrk="1" hangingPunct="1">
              <a:lnSpc>
                <a:spcPct val="80000"/>
              </a:lnSpc>
              <a:buFont typeface="Wingdings" panose="05000000000000000000" pitchFamily="2" charset="2"/>
              <a:buNone/>
            </a:pPr>
            <a:endParaRPr lang="it-IT" altLang="it-IT" sz="1400" b="1" i="1">
              <a:solidFill>
                <a:schemeClr val="accent1"/>
              </a:solidFill>
              <a:ea typeface="ＭＳ Ｐゴシック" panose="020B0600070205080204" pitchFamily="34" charset="-128"/>
            </a:endParaRPr>
          </a:p>
          <a:p>
            <a:pPr lvl="4" eaLnBrk="1" hangingPunct="1">
              <a:lnSpc>
                <a:spcPct val="80000"/>
              </a:lnSpc>
              <a:buFont typeface="Wingdings" panose="05000000000000000000" pitchFamily="2" charset="2"/>
              <a:buNone/>
            </a:pPr>
            <a:endParaRPr lang="it-IT" altLang="it-IT" sz="1400" b="1" i="1">
              <a:solidFill>
                <a:schemeClr val="accent1"/>
              </a:solidFill>
              <a:ea typeface="ＭＳ Ｐゴシック" panose="020B0600070205080204" pitchFamily="34" charset="-128"/>
            </a:endParaRPr>
          </a:p>
          <a:p>
            <a:pPr lvl="4" eaLnBrk="1" hangingPunct="1">
              <a:lnSpc>
                <a:spcPct val="80000"/>
              </a:lnSpc>
              <a:buFont typeface="Wingdings" panose="05000000000000000000" pitchFamily="2" charset="2"/>
              <a:buNone/>
            </a:pPr>
            <a:endParaRPr lang="it-IT" altLang="it-IT" sz="1400" b="1" i="1">
              <a:solidFill>
                <a:schemeClr val="accent1"/>
              </a:solidFill>
              <a:ea typeface="ＭＳ Ｐゴシック" panose="020B0600070205080204" pitchFamily="34" charset="-128"/>
            </a:endParaRPr>
          </a:p>
          <a:p>
            <a:pPr lvl="4" eaLnBrk="1" hangingPunct="1">
              <a:lnSpc>
                <a:spcPct val="80000"/>
              </a:lnSpc>
              <a:buFont typeface="Wingdings" panose="05000000000000000000" pitchFamily="2" charset="2"/>
              <a:buNone/>
            </a:pPr>
            <a:r>
              <a:rPr lang="it-IT" altLang="it-IT" sz="1400" b="1" i="1">
                <a:solidFill>
                  <a:schemeClr val="accent1"/>
                </a:solidFill>
                <a:ea typeface="ＭＳ Ｐゴシック" panose="020B0600070205080204" pitchFamily="34" charset="-128"/>
              </a:rPr>
              <a:t>Proprietà commutativa </a:t>
            </a:r>
          </a:p>
          <a:p>
            <a:pPr lvl="4" eaLnBrk="1" hangingPunct="1">
              <a:lnSpc>
                <a:spcPct val="80000"/>
              </a:lnSpc>
              <a:buFont typeface="Wingdings" panose="05000000000000000000" pitchFamily="2" charset="2"/>
              <a:buNone/>
            </a:pPr>
            <a:r>
              <a:rPr lang="it-IT" altLang="it-IT" sz="1400" b="1" i="1">
                <a:solidFill>
                  <a:schemeClr val="accent1"/>
                </a:solidFill>
                <a:ea typeface="ＭＳ Ｐゴシック" panose="020B0600070205080204" pitchFamily="34" charset="-128"/>
              </a:rPr>
              <a:t>bb</a:t>
            </a:r>
            <a:r>
              <a:rPr lang="en-US" altLang="it-IT" sz="1400" b="1" i="1">
                <a:solidFill>
                  <a:schemeClr val="accent1"/>
                </a:solidFill>
                <a:ea typeface="ＭＳ Ｐゴシック" panose="020B0600070205080204" pitchFamily="34" charset="-128"/>
                <a:cs typeface="Arial" panose="020B0604020202020204" pitchFamily="34" charset="0"/>
              </a:rPr>
              <a:t>¯</a:t>
            </a:r>
            <a:r>
              <a:rPr lang="it-IT" altLang="it-IT" sz="1400" b="1" i="1">
                <a:solidFill>
                  <a:schemeClr val="accent1"/>
                </a:solidFill>
                <a:ea typeface="ＭＳ Ｐゴシック" panose="020B0600070205080204" pitchFamily="34" charset="-128"/>
              </a:rPr>
              <a:t> =cc </a:t>
            </a:r>
            <a:r>
              <a:rPr lang="en-US" altLang="it-IT" sz="1400" b="1" i="1">
                <a:solidFill>
                  <a:schemeClr val="accent1"/>
                </a:solidFill>
                <a:ea typeface="ＭＳ Ｐゴシック" panose="020B0600070205080204" pitchFamily="34" charset="-128"/>
                <a:cs typeface="Arial" panose="020B0604020202020204" pitchFamily="34" charset="0"/>
              </a:rPr>
              <a:t>¯</a:t>
            </a:r>
            <a:r>
              <a:rPr lang="it-IT" altLang="it-IT" sz="1400" b="1" i="1">
                <a:solidFill>
                  <a:schemeClr val="accent1"/>
                </a:solidFill>
                <a:ea typeface="ＭＳ Ｐゴシック" panose="020B0600070205080204" pitchFamily="34" charset="-128"/>
              </a:rPr>
              <a:t>= 0; cc = c</a:t>
            </a:r>
          </a:p>
          <a:p>
            <a:pPr eaLnBrk="1" hangingPunct="1">
              <a:lnSpc>
                <a:spcPct val="80000"/>
              </a:lnSpc>
              <a:buFont typeface="Wingdings" panose="05000000000000000000" pitchFamily="2" charset="2"/>
              <a:buNone/>
            </a:pPr>
            <a:endParaRPr lang="it-IT" altLang="it-IT" sz="1400" b="1" i="1">
              <a:solidFill>
                <a:schemeClr val="accent1"/>
              </a:solidFill>
              <a:ea typeface="ＭＳ Ｐゴシック" panose="020B0600070205080204" pitchFamily="34" charset="-128"/>
            </a:endParaRPr>
          </a:p>
          <a:p>
            <a:pPr eaLnBrk="1" hangingPunct="1">
              <a:lnSpc>
                <a:spcPct val="80000"/>
              </a:lnSpc>
              <a:buFont typeface="Wingdings" panose="05000000000000000000" pitchFamily="2" charset="2"/>
              <a:buNone/>
            </a:pPr>
            <a:r>
              <a:rPr lang="it-IT" altLang="it-IT" sz="1600" i="1">
                <a:ea typeface="ＭＳ Ｐゴシック" panose="020B0600070205080204" pitchFamily="34" charset="-128"/>
              </a:rPr>
              <a:t>					</a:t>
            </a:r>
            <a:endParaRPr lang="it-IT" altLang="it-IT" sz="1600">
              <a:ea typeface="ＭＳ Ｐゴシック" panose="020B0600070205080204" pitchFamily="34" charset="-128"/>
            </a:endParaRPr>
          </a:p>
          <a:p>
            <a:pPr lvl="4" eaLnBrk="1" hangingPunct="1">
              <a:lnSpc>
                <a:spcPct val="80000"/>
              </a:lnSpc>
              <a:buFont typeface="Wingdings" panose="05000000000000000000" pitchFamily="2" charset="2"/>
              <a:buNone/>
            </a:pPr>
            <a:r>
              <a:rPr lang="it-IT" altLang="it-IT" sz="1400" b="1" i="1">
                <a:solidFill>
                  <a:schemeClr val="accent1"/>
                </a:solidFill>
                <a:ea typeface="ＭＳ Ｐゴシック" panose="020B0600070205080204" pitchFamily="34" charset="-128"/>
              </a:rPr>
              <a:t>Assorbimento, (bc = bc + abcd </a:t>
            </a:r>
            <a:r>
              <a:rPr lang="en-US" altLang="it-IT" sz="1400" b="1" i="1">
                <a:solidFill>
                  <a:schemeClr val="accent1"/>
                </a:solidFill>
                <a:ea typeface="ＭＳ Ｐゴシック" panose="020B0600070205080204" pitchFamily="34" charset="-128"/>
                <a:cs typeface="Arial" panose="020B0604020202020204" pitchFamily="34" charset="0"/>
              </a:rPr>
              <a:t>¯</a:t>
            </a:r>
            <a:r>
              <a:rPr lang="it-IT" altLang="it-IT" sz="1400" b="1" i="1">
                <a:solidFill>
                  <a:schemeClr val="accent1"/>
                </a:solidFill>
                <a:ea typeface="ＭＳ Ｐゴシック" panose="020B0600070205080204" pitchFamily="34" charset="-128"/>
              </a:rPr>
              <a:t>)</a:t>
            </a:r>
            <a:r>
              <a:rPr lang="it-IT" altLang="it-IT" sz="1000" i="1">
                <a:ea typeface="ＭＳ Ｐゴシック" panose="020B0600070205080204" pitchFamily="34" charset="-128"/>
              </a:rPr>
              <a:t> </a:t>
            </a:r>
          </a:p>
          <a:p>
            <a:pPr eaLnBrk="1" hangingPunct="1">
              <a:lnSpc>
                <a:spcPct val="80000"/>
              </a:lnSpc>
              <a:buFont typeface="Wingdings" panose="05000000000000000000" pitchFamily="2" charset="2"/>
              <a:buNone/>
            </a:pPr>
            <a:endParaRPr lang="fr-FR" altLang="it-IT" sz="1600" i="1">
              <a:ea typeface="ＭＳ Ｐゴシック" panose="020B0600070205080204" pitchFamily="34" charset="-128"/>
            </a:endParaRPr>
          </a:p>
          <a:p>
            <a:pPr eaLnBrk="1" hangingPunct="1">
              <a:lnSpc>
                <a:spcPct val="80000"/>
              </a:lnSpc>
              <a:buFont typeface="Wingdings" panose="05000000000000000000" pitchFamily="2" charset="2"/>
              <a:buNone/>
            </a:pPr>
            <a:endParaRPr lang="fr-FR" altLang="it-IT" sz="1600" i="1">
              <a:ea typeface="ＭＳ Ｐゴシック" panose="020B0600070205080204" pitchFamily="34" charset="-128"/>
            </a:endParaRPr>
          </a:p>
          <a:p>
            <a:pPr eaLnBrk="1" hangingPunct="1">
              <a:lnSpc>
                <a:spcPct val="80000"/>
              </a:lnSpc>
              <a:buFont typeface="Wingdings" panose="05000000000000000000" pitchFamily="2" charset="2"/>
              <a:buNone/>
            </a:pPr>
            <a:r>
              <a:rPr lang="fr-FR" altLang="it-IT" sz="1600" i="1">
                <a:ea typeface="ＭＳ Ｐゴシック" panose="020B0600070205080204" pitchFamily="34" charset="-128"/>
              </a:rPr>
              <a:t>	</a:t>
            </a:r>
            <a:r>
              <a:rPr lang="pt-PT" altLang="it-IT" sz="1600" i="1">
                <a:ea typeface="ＭＳ Ｐゴシック" panose="020B0600070205080204" pitchFamily="34" charset="-128"/>
              </a:rPr>
              <a:t>				</a:t>
            </a:r>
          </a:p>
          <a:p>
            <a:pPr eaLnBrk="1" hangingPunct="1">
              <a:lnSpc>
                <a:spcPct val="80000"/>
              </a:lnSpc>
              <a:buFont typeface="Wingdings" panose="05000000000000000000" pitchFamily="2" charset="2"/>
              <a:buNone/>
            </a:pPr>
            <a:r>
              <a:rPr lang="pt-PT" altLang="it-IT" sz="1600" i="1">
                <a:ea typeface="ＭＳ Ｐゴシック" panose="020B0600070205080204" pitchFamily="34" charset="-128"/>
              </a:rPr>
              <a:t>					</a:t>
            </a:r>
          </a:p>
          <a:p>
            <a:pPr eaLnBrk="1" hangingPunct="1">
              <a:lnSpc>
                <a:spcPct val="80000"/>
              </a:lnSpc>
              <a:buFont typeface="Wingdings" panose="05000000000000000000" pitchFamily="2" charset="2"/>
              <a:buNone/>
            </a:pPr>
            <a:r>
              <a:rPr lang="it-IT" altLang="it-IT" sz="1400" b="1" i="1">
                <a:solidFill>
                  <a:schemeClr val="accent1"/>
                </a:solidFill>
                <a:ea typeface="ＭＳ Ｐゴシック" panose="020B0600070205080204" pitchFamily="34" charset="-128"/>
              </a:rPr>
              <a:t>					Proprietà distributiva [a+bc=(a+b)(a+c)]</a:t>
            </a:r>
            <a:endParaRPr lang="it-IT" altLang="it-IT" sz="1600" i="1">
              <a:ea typeface="ＭＳ Ｐゴシック" panose="020B0600070205080204" pitchFamily="34" charset="-128"/>
            </a:endParaRPr>
          </a:p>
          <a:p>
            <a:pPr eaLnBrk="1" hangingPunct="1">
              <a:lnSpc>
                <a:spcPct val="80000"/>
              </a:lnSpc>
              <a:buFont typeface="Wingdings" panose="05000000000000000000" pitchFamily="2" charset="2"/>
              <a:buNone/>
            </a:pPr>
            <a:endParaRPr lang="it-IT" altLang="it-IT" sz="1600" i="1">
              <a:ea typeface="ＭＳ Ｐゴシック" panose="020B0600070205080204" pitchFamily="34" charset="-128"/>
            </a:endParaRPr>
          </a:p>
          <a:p>
            <a:pPr eaLnBrk="1" hangingPunct="1">
              <a:lnSpc>
                <a:spcPct val="80000"/>
              </a:lnSpc>
              <a:buFont typeface="Wingdings" panose="05000000000000000000" pitchFamily="2" charset="2"/>
              <a:buNone/>
            </a:pPr>
            <a:r>
              <a:rPr lang="it-IT" altLang="it-IT" sz="1600" i="1">
                <a:ea typeface="ＭＳ Ｐゴシック" panose="020B0600070205080204" pitchFamily="34" charset="-128"/>
              </a:rPr>
              <a:t>	</a:t>
            </a:r>
            <a:r>
              <a:rPr lang="pt-PT" altLang="it-IT" sz="1800" i="1">
                <a:ea typeface="ＭＳ Ｐゴシック" panose="020B0600070205080204" pitchFamily="34" charset="-128"/>
              </a:rPr>
              <a:t>		</a:t>
            </a:r>
          </a:p>
          <a:p>
            <a:pPr eaLnBrk="1" hangingPunct="1">
              <a:lnSpc>
                <a:spcPct val="80000"/>
              </a:lnSpc>
              <a:buFont typeface="Wingdings" panose="05000000000000000000" pitchFamily="2" charset="2"/>
              <a:buNone/>
            </a:pPr>
            <a:r>
              <a:rPr lang="pt-PT" altLang="it-IT" sz="1800" i="1">
                <a:ea typeface="ＭＳ Ｐゴシック" panose="020B0600070205080204" pitchFamily="34" charset="-128"/>
              </a:rPr>
              <a:t>	</a:t>
            </a:r>
            <a:r>
              <a:rPr lang="pt-PT" altLang="it-IT" sz="1600" i="1">
                <a:ea typeface="ＭＳ Ｐゴシック" panose="020B0600070205080204" pitchFamily="34" charset="-128"/>
              </a:rPr>
              <a:t>								</a:t>
            </a:r>
          </a:p>
          <a:p>
            <a:pPr eaLnBrk="1" hangingPunct="1">
              <a:lnSpc>
                <a:spcPct val="80000"/>
              </a:lnSpc>
              <a:buFont typeface="Wingdings" panose="05000000000000000000" pitchFamily="2" charset="2"/>
              <a:buNone/>
            </a:pPr>
            <a:r>
              <a:rPr lang="pt-PT" altLang="it-IT" sz="1600" i="1">
                <a:ea typeface="ＭＳ Ｐゴシック" panose="020B0600070205080204" pitchFamily="34" charset="-128"/>
              </a:rPr>
              <a:t>										</a:t>
            </a:r>
            <a:endParaRPr lang="it-IT" altLang="it-IT" sz="1600" i="1">
              <a:ea typeface="ＭＳ Ｐゴシック" panose="020B0600070205080204" pitchFamily="34" charset="-128"/>
            </a:endParaRPr>
          </a:p>
        </p:txBody>
      </p:sp>
      <p:graphicFrame>
        <p:nvGraphicFramePr>
          <p:cNvPr id="41987" name="Object 2">
            <a:extLst>
              <a:ext uri="{FF2B5EF4-FFF2-40B4-BE49-F238E27FC236}">
                <a16:creationId xmlns:a16="http://schemas.microsoft.com/office/drawing/2014/main" id="{F7474550-2A7D-8394-A145-A1E9F0EE3787}"/>
              </a:ext>
            </a:extLst>
          </p:cNvPr>
          <p:cNvGraphicFramePr>
            <a:graphicFrameLocks noGrp="1" noChangeAspect="1"/>
          </p:cNvGraphicFramePr>
          <p:nvPr>
            <p:ph sz="quarter" idx="2"/>
          </p:nvPr>
        </p:nvGraphicFramePr>
        <p:xfrm>
          <a:off x="425450" y="1249363"/>
          <a:ext cx="3857625" cy="338137"/>
        </p:xfrm>
        <a:graphic>
          <a:graphicData uri="http://schemas.openxmlformats.org/presentationml/2006/ole">
            <mc:AlternateContent xmlns:mc="http://schemas.openxmlformats.org/markup-compatibility/2006">
              <mc:Choice xmlns:v="urn:schemas-microsoft-com:vml" Requires="v">
                <p:oleObj name="Equation" r:id="rId2" imgW="0" imgH="0" progId="Equation.DSMT4">
                  <p:embed/>
                </p:oleObj>
              </mc:Choice>
              <mc:Fallback>
                <p:oleObj name="Equation" r:id="rId2" imgW="0" imgH="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450" y="1249363"/>
                        <a:ext cx="3857625"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1988" name="Rectangle 6">
            <a:extLst>
              <a:ext uri="{FF2B5EF4-FFF2-40B4-BE49-F238E27FC236}">
                <a16:creationId xmlns:a16="http://schemas.microsoft.com/office/drawing/2014/main" id="{EF7D7E63-EE83-8DCF-B8F6-3A861345A17C}"/>
              </a:ext>
            </a:extLst>
          </p:cNvPr>
          <p:cNvSpPr>
            <a:spLocks noChangeArrowheads="1"/>
          </p:cNvSpPr>
          <p:nvPr/>
        </p:nvSpPr>
        <p:spPr bwMode="auto">
          <a:xfrm>
            <a:off x="0" y="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aphicFrame>
        <p:nvGraphicFramePr>
          <p:cNvPr id="41989" name="Object 3">
            <a:extLst>
              <a:ext uri="{FF2B5EF4-FFF2-40B4-BE49-F238E27FC236}">
                <a16:creationId xmlns:a16="http://schemas.microsoft.com/office/drawing/2014/main" id="{99DAE517-489A-12F2-CD40-EA72ACC13514}"/>
              </a:ext>
            </a:extLst>
          </p:cNvPr>
          <p:cNvGraphicFramePr>
            <a:graphicFrameLocks noChangeAspect="1"/>
          </p:cNvGraphicFramePr>
          <p:nvPr/>
        </p:nvGraphicFramePr>
        <p:xfrm>
          <a:off x="6034088" y="1370013"/>
          <a:ext cx="3382962" cy="2325687"/>
        </p:xfrm>
        <a:graphic>
          <a:graphicData uri="http://schemas.openxmlformats.org/presentationml/2006/ole">
            <mc:AlternateContent xmlns:mc="http://schemas.openxmlformats.org/markup-compatibility/2006">
              <mc:Choice xmlns:v="urn:schemas-microsoft-com:vml" Requires="v">
                <p:oleObj name="Immagine bitmap" r:id="rId4" imgW="5152381" imgH="2723810" progId="Paint.Picture">
                  <p:embed/>
                </p:oleObj>
              </mc:Choice>
              <mc:Fallback>
                <p:oleObj name="Immagine bitmap" r:id="rId4" imgW="5152381" imgH="2723810" progId="Paint.Picture">
                  <p:embed/>
                  <p:pic>
                    <p:nvPicPr>
                      <p:cNvPr id="0" name="Object 3"/>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13235"/>
                      <a:stretch>
                        <a:fillRect/>
                      </a:stretch>
                    </p:blipFill>
                    <p:spPr bwMode="auto">
                      <a:xfrm>
                        <a:off x="6034088" y="1370013"/>
                        <a:ext cx="3382962" cy="232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0" name="AutoShape 7">
            <a:extLst>
              <a:ext uri="{FF2B5EF4-FFF2-40B4-BE49-F238E27FC236}">
                <a16:creationId xmlns:a16="http://schemas.microsoft.com/office/drawing/2014/main" id="{3C65F5DB-D022-8999-16B8-78C69CBC3215}"/>
              </a:ext>
            </a:extLst>
          </p:cNvPr>
          <p:cNvSpPr>
            <a:spLocks noChangeArrowheads="1"/>
          </p:cNvSpPr>
          <p:nvPr/>
        </p:nvSpPr>
        <p:spPr bwMode="auto">
          <a:xfrm rot="5400000">
            <a:off x="1380332" y="1624806"/>
            <a:ext cx="541338" cy="485775"/>
          </a:xfrm>
          <a:prstGeom prst="rightArrow">
            <a:avLst>
              <a:gd name="adj1" fmla="val 50000"/>
              <a:gd name="adj2" fmla="val 31342"/>
            </a:avLst>
          </a:prstGeom>
          <a:solidFill>
            <a:schemeClr val="accent1"/>
          </a:solidFill>
          <a:ln w="9525">
            <a:solidFill>
              <a:schemeClr val="tx1"/>
            </a:solidFill>
            <a:miter lim="800000"/>
            <a:headEnd/>
            <a:tailEnd/>
          </a:ln>
        </p:spPr>
        <p:txBody>
          <a:bodyPr rot="10800000" vert="eaVert"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50000"/>
              </a:spcBef>
              <a:buClrTx/>
              <a:buFontTx/>
              <a:buNone/>
            </a:pPr>
            <a:endParaRPr lang="it-IT" altLang="it-IT" sz="2400">
              <a:solidFill>
                <a:schemeClr val="tx1"/>
              </a:solidFill>
            </a:endParaRPr>
          </a:p>
        </p:txBody>
      </p:sp>
      <p:sp>
        <p:nvSpPr>
          <p:cNvPr id="41991" name="AutoShape 8">
            <a:extLst>
              <a:ext uri="{FF2B5EF4-FFF2-40B4-BE49-F238E27FC236}">
                <a16:creationId xmlns:a16="http://schemas.microsoft.com/office/drawing/2014/main" id="{8815291A-55E0-63BA-E013-8BE655A68900}"/>
              </a:ext>
            </a:extLst>
          </p:cNvPr>
          <p:cNvSpPr>
            <a:spLocks noChangeArrowheads="1"/>
          </p:cNvSpPr>
          <p:nvPr/>
        </p:nvSpPr>
        <p:spPr bwMode="auto">
          <a:xfrm rot="5400000">
            <a:off x="1379538" y="2524125"/>
            <a:ext cx="504825" cy="517525"/>
          </a:xfrm>
          <a:prstGeom prst="rightArrow">
            <a:avLst>
              <a:gd name="adj1" fmla="val 50000"/>
              <a:gd name="adj2" fmla="val 27449"/>
            </a:avLst>
          </a:prstGeom>
          <a:solidFill>
            <a:schemeClr val="accent1"/>
          </a:solidFill>
          <a:ln w="9525">
            <a:solidFill>
              <a:schemeClr val="tx1"/>
            </a:solidFill>
            <a:miter lim="800000"/>
            <a:headEnd/>
            <a:tailEnd/>
          </a:ln>
        </p:spPr>
        <p:txBody>
          <a:bodyPr rot="10800000" vert="eaVert"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50000"/>
              </a:spcBef>
              <a:buClrTx/>
              <a:buFontTx/>
              <a:buNone/>
            </a:pPr>
            <a:endParaRPr lang="it-IT" altLang="it-IT" sz="2400">
              <a:solidFill>
                <a:schemeClr val="tx1"/>
              </a:solidFill>
            </a:endParaRPr>
          </a:p>
        </p:txBody>
      </p:sp>
      <p:sp>
        <p:nvSpPr>
          <p:cNvPr id="41992" name="AutoShape 9">
            <a:extLst>
              <a:ext uri="{FF2B5EF4-FFF2-40B4-BE49-F238E27FC236}">
                <a16:creationId xmlns:a16="http://schemas.microsoft.com/office/drawing/2014/main" id="{E8C93520-F31B-D7DE-A7C2-55E6935F84CB}"/>
              </a:ext>
            </a:extLst>
          </p:cNvPr>
          <p:cNvSpPr>
            <a:spLocks noChangeArrowheads="1"/>
          </p:cNvSpPr>
          <p:nvPr/>
        </p:nvSpPr>
        <p:spPr bwMode="auto">
          <a:xfrm rot="5400000">
            <a:off x="1315244" y="3475832"/>
            <a:ext cx="504825" cy="515937"/>
          </a:xfrm>
          <a:prstGeom prst="rightArrow">
            <a:avLst>
              <a:gd name="adj1" fmla="val 50000"/>
              <a:gd name="adj2" fmla="val 27449"/>
            </a:avLst>
          </a:prstGeom>
          <a:solidFill>
            <a:schemeClr val="accent1"/>
          </a:solidFill>
          <a:ln w="9525">
            <a:solidFill>
              <a:schemeClr val="tx1"/>
            </a:solidFill>
            <a:miter lim="800000"/>
            <a:headEnd/>
            <a:tailEnd/>
          </a:ln>
        </p:spPr>
        <p:txBody>
          <a:bodyPr rot="10800000" vert="eaVert"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50000"/>
              </a:spcBef>
              <a:buClrTx/>
              <a:buFontTx/>
              <a:buNone/>
            </a:pPr>
            <a:endParaRPr lang="it-IT" altLang="it-IT" sz="2400">
              <a:solidFill>
                <a:schemeClr val="tx1"/>
              </a:solidFill>
            </a:endParaRPr>
          </a:p>
        </p:txBody>
      </p:sp>
      <p:sp>
        <p:nvSpPr>
          <p:cNvPr id="41993" name="AutoShape 10">
            <a:extLst>
              <a:ext uri="{FF2B5EF4-FFF2-40B4-BE49-F238E27FC236}">
                <a16:creationId xmlns:a16="http://schemas.microsoft.com/office/drawing/2014/main" id="{A3A97F22-DAC3-FDE8-E51C-2FD53D3E7EE9}"/>
              </a:ext>
            </a:extLst>
          </p:cNvPr>
          <p:cNvSpPr>
            <a:spLocks noChangeArrowheads="1"/>
          </p:cNvSpPr>
          <p:nvPr/>
        </p:nvSpPr>
        <p:spPr bwMode="auto">
          <a:xfrm>
            <a:off x="2930525" y="4041775"/>
            <a:ext cx="568325" cy="458788"/>
          </a:xfrm>
          <a:prstGeom prst="rightArrow">
            <a:avLst>
              <a:gd name="adj1" fmla="val 50000"/>
              <a:gd name="adj2" fmla="val 27528"/>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50000"/>
              </a:spcBef>
              <a:buClrTx/>
              <a:buFontTx/>
              <a:buNone/>
            </a:pPr>
            <a:endParaRPr lang="it-IT" altLang="it-IT" sz="2400">
              <a:solidFill>
                <a:schemeClr val="tx1"/>
              </a:solidFill>
            </a:endParaRPr>
          </a:p>
        </p:txBody>
      </p:sp>
      <p:sp>
        <p:nvSpPr>
          <p:cNvPr id="41994" name="AutoShape 11">
            <a:extLst>
              <a:ext uri="{FF2B5EF4-FFF2-40B4-BE49-F238E27FC236}">
                <a16:creationId xmlns:a16="http://schemas.microsoft.com/office/drawing/2014/main" id="{4CD3FAF3-F439-FAE3-BB10-D06BFE2CE2E8}"/>
              </a:ext>
            </a:extLst>
          </p:cNvPr>
          <p:cNvSpPr>
            <a:spLocks noChangeArrowheads="1"/>
          </p:cNvSpPr>
          <p:nvPr/>
        </p:nvSpPr>
        <p:spPr bwMode="auto">
          <a:xfrm rot="5400000">
            <a:off x="3762375" y="4452938"/>
            <a:ext cx="504825" cy="517525"/>
          </a:xfrm>
          <a:prstGeom prst="rightArrow">
            <a:avLst>
              <a:gd name="adj1" fmla="val 50000"/>
              <a:gd name="adj2" fmla="val 27449"/>
            </a:avLst>
          </a:prstGeom>
          <a:solidFill>
            <a:schemeClr val="accent1"/>
          </a:solidFill>
          <a:ln w="9525">
            <a:solidFill>
              <a:schemeClr val="tx1"/>
            </a:solidFill>
            <a:miter lim="800000"/>
            <a:headEnd/>
            <a:tailEnd/>
          </a:ln>
        </p:spPr>
        <p:txBody>
          <a:bodyPr rot="10800000" vert="eaVert"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50000"/>
              </a:spcBef>
              <a:buClrTx/>
              <a:buFontTx/>
              <a:buNone/>
            </a:pPr>
            <a:endParaRPr lang="it-IT" altLang="it-IT" sz="2400">
              <a:solidFill>
                <a:schemeClr val="tx1"/>
              </a:solidFill>
            </a:endParaRPr>
          </a:p>
        </p:txBody>
      </p:sp>
      <p:sp>
        <p:nvSpPr>
          <p:cNvPr id="41995" name="AutoShape 13">
            <a:extLst>
              <a:ext uri="{FF2B5EF4-FFF2-40B4-BE49-F238E27FC236}">
                <a16:creationId xmlns:a16="http://schemas.microsoft.com/office/drawing/2014/main" id="{E501F5FA-5556-56DC-4832-6945B0A6E6D8}"/>
              </a:ext>
            </a:extLst>
          </p:cNvPr>
          <p:cNvSpPr>
            <a:spLocks noChangeArrowheads="1"/>
          </p:cNvSpPr>
          <p:nvPr/>
        </p:nvSpPr>
        <p:spPr bwMode="auto">
          <a:xfrm rot="1865533">
            <a:off x="2216150" y="5421313"/>
            <a:ext cx="566738" cy="458787"/>
          </a:xfrm>
          <a:prstGeom prst="rightArrow">
            <a:avLst>
              <a:gd name="adj1" fmla="val 50000"/>
              <a:gd name="adj2" fmla="val 27451"/>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50000"/>
              </a:spcBef>
              <a:buClrTx/>
              <a:buFontTx/>
              <a:buNone/>
            </a:pPr>
            <a:endParaRPr lang="it-IT" altLang="it-IT" sz="2400" i="1">
              <a:solidFill>
                <a:schemeClr val="tx1"/>
              </a:solidFill>
            </a:endParaRPr>
          </a:p>
        </p:txBody>
      </p:sp>
      <p:graphicFrame>
        <p:nvGraphicFramePr>
          <p:cNvPr id="41996" name="Object 4">
            <a:extLst>
              <a:ext uri="{FF2B5EF4-FFF2-40B4-BE49-F238E27FC236}">
                <a16:creationId xmlns:a16="http://schemas.microsoft.com/office/drawing/2014/main" id="{4CA723DD-23B0-BBA1-0FA5-9C4F2EE903C7}"/>
              </a:ext>
            </a:extLst>
          </p:cNvPr>
          <p:cNvGraphicFramePr>
            <a:graphicFrameLocks noChangeAspect="1"/>
          </p:cNvGraphicFramePr>
          <p:nvPr/>
        </p:nvGraphicFramePr>
        <p:xfrm>
          <a:off x="7604125" y="4756150"/>
          <a:ext cx="2114550" cy="1503363"/>
        </p:xfrm>
        <a:graphic>
          <a:graphicData uri="http://schemas.openxmlformats.org/presentationml/2006/ole">
            <mc:AlternateContent xmlns:mc="http://schemas.openxmlformats.org/markup-compatibility/2006">
              <mc:Choice xmlns:v="urn:schemas-microsoft-com:vml" Requires="v">
                <p:oleObj name="Immagine bitmap" r:id="rId6" imgW="1809524" imgH="1457143" progId="Paint.Picture">
                  <p:embed/>
                </p:oleObj>
              </mc:Choice>
              <mc:Fallback>
                <p:oleObj name="Immagine bitmap" r:id="rId6" imgW="1809524" imgH="1457143" progId="Paint.Picture">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04125" y="4756150"/>
                        <a:ext cx="2114550"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97" name="Object 5">
            <a:extLst>
              <a:ext uri="{FF2B5EF4-FFF2-40B4-BE49-F238E27FC236}">
                <a16:creationId xmlns:a16="http://schemas.microsoft.com/office/drawing/2014/main" id="{E6130430-4F9B-C228-A71F-D1C286863F1B}"/>
              </a:ext>
            </a:extLst>
          </p:cNvPr>
          <p:cNvGraphicFramePr>
            <a:graphicFrameLocks noGrp="1" noChangeAspect="1"/>
          </p:cNvGraphicFramePr>
          <p:nvPr>
            <p:ph sz="quarter" idx="3"/>
          </p:nvPr>
        </p:nvGraphicFramePr>
        <p:xfrm>
          <a:off x="292100" y="2112963"/>
          <a:ext cx="5597525" cy="363537"/>
        </p:xfrm>
        <a:graphic>
          <a:graphicData uri="http://schemas.openxmlformats.org/presentationml/2006/ole">
            <mc:AlternateContent xmlns:mc="http://schemas.openxmlformats.org/markup-compatibility/2006">
              <mc:Choice xmlns:v="urn:schemas-microsoft-com:vml" Requires="v">
                <p:oleObj name="Equation" r:id="rId8" imgW="0" imgH="0" progId="Equation.DSMT4">
                  <p:embed/>
                </p:oleObj>
              </mc:Choice>
              <mc:Fallback>
                <p:oleObj name="Equation" r:id="rId8" imgW="0" imgH="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2100" y="2112963"/>
                        <a:ext cx="5597525" cy="363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8" name="Object 6">
            <a:extLst>
              <a:ext uri="{FF2B5EF4-FFF2-40B4-BE49-F238E27FC236}">
                <a16:creationId xmlns:a16="http://schemas.microsoft.com/office/drawing/2014/main" id="{B86357EA-ABEC-B529-8BCC-D7EA0FD873E3}"/>
              </a:ext>
            </a:extLst>
          </p:cNvPr>
          <p:cNvGraphicFramePr>
            <a:graphicFrameLocks noChangeAspect="1"/>
          </p:cNvGraphicFramePr>
          <p:nvPr/>
        </p:nvGraphicFramePr>
        <p:xfrm>
          <a:off x="352425" y="3144838"/>
          <a:ext cx="5772150" cy="368300"/>
        </p:xfrm>
        <a:graphic>
          <a:graphicData uri="http://schemas.openxmlformats.org/presentationml/2006/ole">
            <mc:AlternateContent xmlns:mc="http://schemas.openxmlformats.org/markup-compatibility/2006">
              <mc:Choice xmlns:v="urn:schemas-microsoft-com:vml" Requires="v">
                <p:oleObj name="Equation" r:id="rId10" imgW="0" imgH="0" progId="Equation.DSMT4">
                  <p:embed/>
                </p:oleObj>
              </mc:Choice>
              <mc:Fallback>
                <p:oleObj name="Equation" r:id="rId10" imgW="0" imgH="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2425" y="3144838"/>
                        <a:ext cx="57721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999" name="Object 7">
            <a:extLst>
              <a:ext uri="{FF2B5EF4-FFF2-40B4-BE49-F238E27FC236}">
                <a16:creationId xmlns:a16="http://schemas.microsoft.com/office/drawing/2014/main" id="{EB515AC0-4C7D-A742-C5D7-5264ECD3E10A}"/>
              </a:ext>
            </a:extLst>
          </p:cNvPr>
          <p:cNvGraphicFramePr>
            <a:graphicFrameLocks noChangeAspect="1"/>
          </p:cNvGraphicFramePr>
          <p:nvPr/>
        </p:nvGraphicFramePr>
        <p:xfrm>
          <a:off x="3565525" y="4084638"/>
          <a:ext cx="2668588" cy="371475"/>
        </p:xfrm>
        <a:graphic>
          <a:graphicData uri="http://schemas.openxmlformats.org/presentationml/2006/ole">
            <mc:AlternateContent xmlns:mc="http://schemas.openxmlformats.org/markup-compatibility/2006">
              <mc:Choice xmlns:v="urn:schemas-microsoft-com:vml" Requires="v">
                <p:oleObj name="Equation" r:id="rId12" imgW="0" imgH="0" progId="Equation.DSMT4">
                  <p:embed/>
                </p:oleObj>
              </mc:Choice>
              <mc:Fallback>
                <p:oleObj name="Equation" r:id="rId12" imgW="0" imgH="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65525" y="4084638"/>
                        <a:ext cx="2668588"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2000" name="Object 8">
            <a:extLst>
              <a:ext uri="{FF2B5EF4-FFF2-40B4-BE49-F238E27FC236}">
                <a16:creationId xmlns:a16="http://schemas.microsoft.com/office/drawing/2014/main" id="{23D9B0F4-E94E-6360-5359-30973E564063}"/>
              </a:ext>
            </a:extLst>
          </p:cNvPr>
          <p:cNvGraphicFramePr>
            <a:graphicFrameLocks noChangeAspect="1"/>
          </p:cNvGraphicFramePr>
          <p:nvPr/>
        </p:nvGraphicFramePr>
        <p:xfrm>
          <a:off x="311150" y="4094163"/>
          <a:ext cx="2578100" cy="361950"/>
        </p:xfrm>
        <a:graphic>
          <a:graphicData uri="http://schemas.openxmlformats.org/presentationml/2006/ole">
            <mc:AlternateContent xmlns:mc="http://schemas.openxmlformats.org/markup-compatibility/2006">
              <mc:Choice xmlns:v="urn:schemas-microsoft-com:vml" Requires="v">
                <p:oleObj name="Equation" r:id="rId14" imgW="0" imgH="0" progId="Equation.DSMT4">
                  <p:embed/>
                </p:oleObj>
              </mc:Choice>
              <mc:Fallback>
                <p:oleObj name="Equation" r:id="rId14" imgW="0" imgH="0" progId="Equation.DSMT4">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1150" y="4094163"/>
                        <a:ext cx="2578100"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2001" name="Object 9">
            <a:extLst>
              <a:ext uri="{FF2B5EF4-FFF2-40B4-BE49-F238E27FC236}">
                <a16:creationId xmlns:a16="http://schemas.microsoft.com/office/drawing/2014/main" id="{DFCEE80D-186C-9B79-8FFE-12E2E2F68C80}"/>
              </a:ext>
            </a:extLst>
          </p:cNvPr>
          <p:cNvGraphicFramePr>
            <a:graphicFrameLocks noChangeAspect="1"/>
          </p:cNvGraphicFramePr>
          <p:nvPr/>
        </p:nvGraphicFramePr>
        <p:xfrm>
          <a:off x="284163" y="5076825"/>
          <a:ext cx="7112000" cy="368300"/>
        </p:xfrm>
        <a:graphic>
          <a:graphicData uri="http://schemas.openxmlformats.org/presentationml/2006/ole">
            <mc:AlternateContent xmlns:mc="http://schemas.openxmlformats.org/markup-compatibility/2006">
              <mc:Choice xmlns:v="urn:schemas-microsoft-com:vml" Requires="v">
                <p:oleObj name="Equation" r:id="rId16" imgW="0" imgH="0" progId="Equation.DSMT4">
                  <p:embed/>
                </p:oleObj>
              </mc:Choice>
              <mc:Fallback>
                <p:oleObj name="Equation" r:id="rId16" imgW="0" imgH="0" progId="Equation.DSMT4">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4163" y="5076825"/>
                        <a:ext cx="7112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2002" name="Object 10">
            <a:extLst>
              <a:ext uri="{FF2B5EF4-FFF2-40B4-BE49-F238E27FC236}">
                <a16:creationId xmlns:a16="http://schemas.microsoft.com/office/drawing/2014/main" id="{5C2DA9A0-A217-C852-FE01-5E662007250D}"/>
              </a:ext>
            </a:extLst>
          </p:cNvPr>
          <p:cNvGraphicFramePr>
            <a:graphicFrameLocks noChangeAspect="1"/>
          </p:cNvGraphicFramePr>
          <p:nvPr/>
        </p:nvGraphicFramePr>
        <p:xfrm>
          <a:off x="2990850" y="5461000"/>
          <a:ext cx="2182813" cy="750888"/>
        </p:xfrm>
        <a:graphic>
          <a:graphicData uri="http://schemas.openxmlformats.org/presentationml/2006/ole">
            <mc:AlternateContent xmlns:mc="http://schemas.openxmlformats.org/markup-compatibility/2006">
              <mc:Choice xmlns:v="urn:schemas-microsoft-com:vml" Requires="v">
                <p:oleObj name="Equation" r:id="rId18" imgW="0" imgH="0" progId="Equation.DSMT4">
                  <p:embed/>
                </p:oleObj>
              </mc:Choice>
              <mc:Fallback>
                <p:oleObj name="Equation" r:id="rId18" imgW="0" imgH="0" progId="Equation.DSMT4">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90850" y="5461000"/>
                        <a:ext cx="2182813" cy="750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2003" name="AutoShape 25">
            <a:extLst>
              <a:ext uri="{FF2B5EF4-FFF2-40B4-BE49-F238E27FC236}">
                <a16:creationId xmlns:a16="http://schemas.microsoft.com/office/drawing/2014/main" id="{E4B4A682-9D3C-0DB4-7575-1E184CE772DA}"/>
              </a:ext>
            </a:extLst>
          </p:cNvPr>
          <p:cNvSpPr>
            <a:spLocks noChangeArrowheads="1"/>
          </p:cNvSpPr>
          <p:nvPr/>
        </p:nvSpPr>
        <p:spPr bwMode="auto">
          <a:xfrm>
            <a:off x="6040438" y="5553075"/>
            <a:ext cx="749300" cy="458788"/>
          </a:xfrm>
          <a:prstGeom prst="rightArrow">
            <a:avLst>
              <a:gd name="adj1" fmla="val 50000"/>
              <a:gd name="adj2" fmla="val 36294"/>
            </a:avLst>
          </a:prstGeom>
          <a:solidFill>
            <a:schemeClr val="accent1"/>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50000"/>
              </a:spcBef>
              <a:buClrTx/>
              <a:buFontTx/>
              <a:buNone/>
            </a:pPr>
            <a:endParaRPr lang="it-IT" altLang="it-IT" sz="2400">
              <a:solidFill>
                <a:schemeClr val="tx1"/>
              </a:solidFill>
            </a:endParaRPr>
          </a:p>
        </p:txBody>
      </p:sp>
      <p:sp>
        <p:nvSpPr>
          <p:cNvPr id="42004" name="Rettangolo 20">
            <a:extLst>
              <a:ext uri="{FF2B5EF4-FFF2-40B4-BE49-F238E27FC236}">
                <a16:creationId xmlns:a16="http://schemas.microsoft.com/office/drawing/2014/main" id="{62272F4D-B96A-714A-2BE0-96988DC9E158}"/>
              </a:ext>
            </a:extLst>
          </p:cNvPr>
          <p:cNvSpPr>
            <a:spLocks noChangeArrowheads="1"/>
          </p:cNvSpPr>
          <p:nvPr/>
        </p:nvSpPr>
        <p:spPr bwMode="auto">
          <a:xfrm>
            <a:off x="4502150" y="5026025"/>
            <a:ext cx="214313" cy="463550"/>
          </a:xfrm>
          <a:prstGeom prst="rect">
            <a:avLst/>
          </a:prstGeom>
          <a:solidFill>
            <a:schemeClr val="bg1"/>
          </a:solidFill>
          <a:ln>
            <a:noFill/>
          </a:ln>
          <a:extLst>
            <a:ext uri="{91240B29-F687-4F45-9708-019B960494DF}">
              <a14:hiddenLine xmlns:a14="http://schemas.microsoft.com/office/drawing/2010/main" w="25400">
                <a:solidFill>
                  <a:srgbClr val="000000"/>
                </a:solidFill>
                <a:round/>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cxnSp>
        <p:nvCxnSpPr>
          <p:cNvPr id="42005" name="Connettore 1 22">
            <a:extLst>
              <a:ext uri="{FF2B5EF4-FFF2-40B4-BE49-F238E27FC236}">
                <a16:creationId xmlns:a16="http://schemas.microsoft.com/office/drawing/2014/main" id="{81E92DEC-D4B9-0BC1-7791-07CF9D7E6B86}"/>
              </a:ext>
            </a:extLst>
          </p:cNvPr>
          <p:cNvCxnSpPr>
            <a:cxnSpLocks noChangeShapeType="1"/>
          </p:cNvCxnSpPr>
          <p:nvPr/>
        </p:nvCxnSpPr>
        <p:spPr bwMode="auto">
          <a:xfrm>
            <a:off x="3430588" y="5145088"/>
            <a:ext cx="214312"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egnaposto numero diapositiva 4">
            <a:extLst>
              <a:ext uri="{FF2B5EF4-FFF2-40B4-BE49-F238E27FC236}">
                <a16:creationId xmlns:a16="http://schemas.microsoft.com/office/drawing/2014/main" id="{67F611EA-6E46-BDD8-DA58-E7FC6C3C087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5E168835-612D-40C9-822C-FDD270013ABA}" type="slidenum">
              <a:rPr lang="it-IT" altLang="it-IT" sz="1400" smtClean="0">
                <a:solidFill>
                  <a:schemeClr val="folHlink"/>
                </a:solidFill>
              </a:rPr>
              <a:pPr>
                <a:spcBef>
                  <a:spcPct val="0"/>
                </a:spcBef>
                <a:buClrTx/>
                <a:buFontTx/>
                <a:buNone/>
              </a:pPr>
              <a:t>19</a:t>
            </a:fld>
            <a:endParaRPr lang="it-IT" altLang="it-IT" sz="1400">
              <a:solidFill>
                <a:schemeClr val="folHlink"/>
              </a:solidFill>
            </a:endParaRPr>
          </a:p>
        </p:txBody>
      </p:sp>
      <p:sp>
        <p:nvSpPr>
          <p:cNvPr id="43010" name="Rectangle 2">
            <a:extLst>
              <a:ext uri="{FF2B5EF4-FFF2-40B4-BE49-F238E27FC236}">
                <a16:creationId xmlns:a16="http://schemas.microsoft.com/office/drawing/2014/main" id="{5D2AD99D-EC17-032C-8D63-BFF7FF92F4A1}"/>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Funzione duale</a:t>
            </a:r>
          </a:p>
        </p:txBody>
      </p:sp>
      <p:sp>
        <p:nvSpPr>
          <p:cNvPr id="43011" name="Rectangle 3">
            <a:extLst>
              <a:ext uri="{FF2B5EF4-FFF2-40B4-BE49-F238E27FC236}">
                <a16:creationId xmlns:a16="http://schemas.microsoft.com/office/drawing/2014/main" id="{80279703-23ED-EB01-7DFA-E67627EC665A}"/>
              </a:ext>
            </a:extLst>
          </p:cNvPr>
          <p:cNvSpPr>
            <a:spLocks noGrp="1" noChangeArrowheads="1"/>
          </p:cNvSpPr>
          <p:nvPr>
            <p:ph type="body" sz="half" idx="1"/>
          </p:nvPr>
        </p:nvSpPr>
        <p:spPr>
          <a:xfrm>
            <a:off x="684213" y="1727200"/>
            <a:ext cx="8351837" cy="1873250"/>
          </a:xfrm>
        </p:spPr>
        <p:txBody>
          <a:bodyPr/>
          <a:lstStyle/>
          <a:p>
            <a:pPr eaLnBrk="1" hangingPunct="1">
              <a:lnSpc>
                <a:spcPct val="90000"/>
              </a:lnSpc>
            </a:pPr>
            <a:r>
              <a:rPr lang="it-IT" altLang="it-IT" sz="2800">
                <a:ea typeface="ＭＳ Ｐゴシック" panose="020B0600070205080204" pitchFamily="34" charset="-128"/>
              </a:rPr>
              <a:t>Data una funzione f(x</a:t>
            </a:r>
            <a:r>
              <a:rPr lang="it-IT" altLang="it-IT" sz="2800" baseline="-25000">
                <a:ea typeface="ＭＳ Ｐゴシック" panose="020B0600070205080204" pitchFamily="34" charset="-128"/>
              </a:rPr>
              <a:t>1</a:t>
            </a:r>
            <a:r>
              <a:rPr lang="it-IT" altLang="it-IT" sz="2800">
                <a:ea typeface="ＭＳ Ｐゴシック" panose="020B0600070205080204" pitchFamily="34" charset="-128"/>
              </a:rPr>
              <a:t>, x</a:t>
            </a:r>
            <a:r>
              <a:rPr lang="it-IT" altLang="it-IT" sz="2800" baseline="-25000">
                <a:ea typeface="ＭＳ Ｐゴシック" panose="020B0600070205080204" pitchFamily="34" charset="-128"/>
              </a:rPr>
              <a:t>2</a:t>
            </a:r>
            <a:r>
              <a:rPr lang="it-IT" altLang="it-IT" sz="2800">
                <a:ea typeface="ＭＳ Ｐゴシック" panose="020B0600070205080204" pitchFamily="34" charset="-128"/>
              </a:rPr>
              <a:t>, ... ,x</a:t>
            </a:r>
            <a:r>
              <a:rPr lang="it-IT" altLang="it-IT" sz="2800" baseline="-25000">
                <a:ea typeface="ＭＳ Ｐゴシック" panose="020B0600070205080204" pitchFamily="34" charset="-128"/>
              </a:rPr>
              <a:t>n</a:t>
            </a:r>
            <a:r>
              <a:rPr lang="it-IT" altLang="it-IT" sz="2800">
                <a:ea typeface="ＭＳ Ｐゴシック" panose="020B0600070205080204" pitchFamily="34" charset="-128"/>
              </a:rPr>
              <a:t>) in una qualsiasi forma, diremo funzione duale di </a:t>
            </a:r>
            <a:r>
              <a:rPr lang="it-IT" altLang="it-IT" sz="2800" i="1">
                <a:ea typeface="ＭＳ Ｐゴシック" panose="020B0600070205080204" pitchFamily="34" charset="-128"/>
              </a:rPr>
              <a:t>f</a:t>
            </a:r>
            <a:r>
              <a:rPr lang="it-IT" altLang="it-IT" sz="2800">
                <a:ea typeface="ＭＳ Ｐゴシック" panose="020B0600070205080204" pitchFamily="34" charset="-128"/>
              </a:rPr>
              <a:t> la funzione δ</a:t>
            </a:r>
            <a:r>
              <a:rPr lang="it-IT" altLang="it-IT" sz="2800" baseline="-25000">
                <a:ea typeface="ＭＳ Ｐゴシック" panose="020B0600070205080204" pitchFamily="34" charset="-128"/>
              </a:rPr>
              <a:t>ƒ</a:t>
            </a:r>
            <a:r>
              <a:rPr lang="it-IT" altLang="it-IT" sz="2800">
                <a:ea typeface="ＭＳ Ｐゴシック" panose="020B0600070205080204" pitchFamily="34" charset="-128"/>
              </a:rPr>
              <a:t> che ha per forma la forma duale di </a:t>
            </a:r>
            <a:r>
              <a:rPr lang="it-IT" altLang="it-IT" sz="2800" i="1">
                <a:ea typeface="ＭＳ Ｐゴシック" panose="020B0600070205080204" pitchFamily="34" charset="-128"/>
              </a:rPr>
              <a:t>f</a:t>
            </a:r>
            <a:r>
              <a:rPr lang="it-IT" altLang="it-IT" sz="2800">
                <a:ea typeface="ＭＳ Ｐゴシック" panose="020B0600070205080204" pitchFamily="34" charset="-128"/>
              </a:rPr>
              <a:t> </a:t>
            </a:r>
          </a:p>
          <a:p>
            <a:pPr eaLnBrk="1" hangingPunct="1">
              <a:lnSpc>
                <a:spcPct val="90000"/>
              </a:lnSpc>
            </a:pPr>
            <a:r>
              <a:rPr lang="it-IT" altLang="it-IT" sz="2800">
                <a:ea typeface="ＭＳ Ｐゴシック" panose="020B0600070205080204" pitchFamily="34" charset="-128"/>
              </a:rPr>
              <a:t>Ad esempio:</a:t>
            </a:r>
          </a:p>
        </p:txBody>
      </p:sp>
      <p:graphicFrame>
        <p:nvGraphicFramePr>
          <p:cNvPr id="43012" name="Object 4">
            <a:extLst>
              <a:ext uri="{FF2B5EF4-FFF2-40B4-BE49-F238E27FC236}">
                <a16:creationId xmlns:a16="http://schemas.microsoft.com/office/drawing/2014/main" id="{5220A64B-47FD-6F0D-82A9-1812AE95B30E}"/>
              </a:ext>
            </a:extLst>
          </p:cNvPr>
          <p:cNvGraphicFramePr>
            <a:graphicFrameLocks noGrp="1" noChangeAspect="1"/>
          </p:cNvGraphicFramePr>
          <p:nvPr>
            <p:ph sz="half" idx="2"/>
          </p:nvPr>
        </p:nvGraphicFramePr>
        <p:xfrm>
          <a:off x="1908175" y="3671888"/>
          <a:ext cx="2808288" cy="1593850"/>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3671888"/>
                        <a:ext cx="2808288" cy="159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egnaposto numero diapositiva 3">
            <a:extLst>
              <a:ext uri="{FF2B5EF4-FFF2-40B4-BE49-F238E27FC236}">
                <a16:creationId xmlns:a16="http://schemas.microsoft.com/office/drawing/2014/main" id="{AF2565CE-A42C-A236-2BD9-F4CBA4C1AB3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57AE0528-D807-4411-927C-C98FF3428FB6}" type="slidenum">
              <a:rPr lang="it-IT" altLang="it-IT" sz="1400" smtClean="0">
                <a:solidFill>
                  <a:schemeClr val="folHlink"/>
                </a:solidFill>
              </a:rPr>
              <a:pPr>
                <a:spcBef>
                  <a:spcPct val="0"/>
                </a:spcBef>
                <a:buClrTx/>
                <a:buFontTx/>
                <a:buNone/>
              </a:pPr>
              <a:t>20</a:t>
            </a:fld>
            <a:endParaRPr lang="it-IT" altLang="it-IT" sz="1400">
              <a:solidFill>
                <a:schemeClr val="folHlink"/>
              </a:solidFill>
            </a:endParaRPr>
          </a:p>
        </p:txBody>
      </p:sp>
      <p:sp>
        <p:nvSpPr>
          <p:cNvPr id="44034" name="Rectangle 2">
            <a:extLst>
              <a:ext uri="{FF2B5EF4-FFF2-40B4-BE49-F238E27FC236}">
                <a16:creationId xmlns:a16="http://schemas.microsoft.com/office/drawing/2014/main" id="{B3E15B19-6EC7-26AC-2737-B004B3AA92DC}"/>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Alcuni “teoremi”</a:t>
            </a:r>
          </a:p>
        </p:txBody>
      </p:sp>
      <p:sp>
        <p:nvSpPr>
          <p:cNvPr id="44035" name="Rectangle 3">
            <a:extLst>
              <a:ext uri="{FF2B5EF4-FFF2-40B4-BE49-F238E27FC236}">
                <a16:creationId xmlns:a16="http://schemas.microsoft.com/office/drawing/2014/main" id="{DA0A44EA-D903-70F8-9991-C38C532F5C89}"/>
              </a:ext>
            </a:extLst>
          </p:cNvPr>
          <p:cNvSpPr>
            <a:spLocks noGrp="1" noChangeArrowheads="1"/>
          </p:cNvSpPr>
          <p:nvPr>
            <p:ph type="body" idx="1"/>
          </p:nvPr>
        </p:nvSpPr>
        <p:spPr/>
        <p:txBody>
          <a:bodyPr/>
          <a:lstStyle/>
          <a:p>
            <a:pPr eaLnBrk="1" hangingPunct="1"/>
            <a:r>
              <a:rPr lang="it-IT" altLang="it-IT" i="1">
                <a:ea typeface="ＭＳ Ｐゴシック" panose="020B0600070205080204" pitchFamily="34" charset="-128"/>
              </a:rPr>
              <a:t>0</a:t>
            </a:r>
            <a:r>
              <a:rPr lang="it-IT" altLang="it-IT">
                <a:ea typeface="ＭＳ Ｐゴシック" panose="020B0600070205080204" pitchFamily="34" charset="-128"/>
              </a:rPr>
              <a:t> ed </a:t>
            </a:r>
            <a:r>
              <a:rPr lang="it-IT" altLang="it-IT" i="1">
                <a:ea typeface="ＭＳ Ｐゴシック" panose="020B0600070205080204" pitchFamily="34" charset="-128"/>
              </a:rPr>
              <a:t>1</a:t>
            </a:r>
            <a:r>
              <a:rPr lang="it-IT" altLang="it-IT">
                <a:ea typeface="ＭＳ Ｐゴシック" panose="020B0600070205080204" pitchFamily="34" charset="-128"/>
              </a:rPr>
              <a:t> sono l’uno il complemento dell’altro</a:t>
            </a:r>
          </a:p>
          <a:p>
            <a:pPr eaLnBrk="1" hangingPunct="1"/>
            <a:r>
              <a:rPr lang="it-IT" altLang="it-IT">
                <a:ea typeface="ＭＳ Ｐゴシック" panose="020B0600070205080204" pitchFamily="34" charset="-128"/>
              </a:rPr>
              <a:t>Per la dimostrazione:</a:t>
            </a:r>
          </a:p>
          <a:p>
            <a:pPr lvl="1" eaLnBrk="1" hangingPunct="1"/>
            <a:r>
              <a:rPr lang="it-IT" altLang="it-IT">
                <a:ea typeface="ＭＳ Ｐゴシック" panose="020B0600070205080204" pitchFamily="34" charset="-128"/>
              </a:rPr>
              <a:t>Ricordate come sono definiti il “minimo” ed il “massimo” (a=1 per la P</a:t>
            </a:r>
            <a:r>
              <a:rPr lang="it-IT" altLang="it-IT" baseline="-25000">
                <a:ea typeface="ＭＳ Ｐゴシック" panose="020B0600070205080204" pitchFamily="34" charset="-128"/>
              </a:rPr>
              <a:t>6</a:t>
            </a:r>
            <a:r>
              <a:rPr lang="it-IT" altLang="it-IT">
                <a:ea typeface="ＭＳ Ｐゴシック" panose="020B0600070205080204" pitchFamily="34" charset="-128"/>
              </a:rPr>
              <a:t> e a=0 per la P’</a:t>
            </a:r>
            <a:r>
              <a:rPr lang="it-IT" altLang="ja-JP" baseline="-25000">
                <a:ea typeface="ＭＳ Ｐゴシック" panose="020B0600070205080204" pitchFamily="34" charset="-128"/>
              </a:rPr>
              <a:t>6</a:t>
            </a:r>
            <a:r>
              <a:rPr lang="it-IT" altLang="ja-JP">
                <a:ea typeface="ＭＳ Ｐゴシック" panose="020B0600070205080204" pitchFamily="34" charset="-128"/>
              </a:rPr>
              <a:t>)</a:t>
            </a:r>
          </a:p>
          <a:p>
            <a:pPr lvl="1" eaLnBrk="1" hangingPunct="1"/>
            <a:r>
              <a:rPr lang="it-IT" altLang="it-IT">
                <a:ea typeface="ＭＳ Ｐゴシック" panose="020B0600070205080204" pitchFamily="34" charset="-128"/>
              </a:rPr>
              <a:t>verificate la definizione di complemento (esiste ed è </a:t>
            </a:r>
            <a:r>
              <a:rPr lang="it-IT" altLang="it-IT" i="1">
                <a:ea typeface="ＭＳ Ｐゴシック" panose="020B0600070205080204" pitchFamily="34" charset="-128"/>
              </a:rPr>
              <a:t>unico</a:t>
            </a:r>
            <a:r>
              <a:rPr lang="it-IT" altLang="it-IT">
                <a:ea typeface="ＭＳ Ｐゴシック" panose="020B0600070205080204" pitchFamily="34" charset="-128"/>
              </a:rPr>
              <a:t>…)</a:t>
            </a:r>
          </a:p>
        </p:txBody>
      </p:sp>
      <p:pic>
        <p:nvPicPr>
          <p:cNvPr id="44036" name="Picture 4">
            <a:extLst>
              <a:ext uri="{FF2B5EF4-FFF2-40B4-BE49-F238E27FC236}">
                <a16:creationId xmlns:a16="http://schemas.microsoft.com/office/drawing/2014/main" id="{2BD1B34F-CC0C-5171-4775-05DCF4123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1772" t="39410" r="31128" b="57466"/>
          <a:stretch>
            <a:fillRect/>
          </a:stretch>
        </p:blipFill>
        <p:spPr bwMode="auto">
          <a:xfrm>
            <a:off x="1858963" y="4811713"/>
            <a:ext cx="66087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egnaposto numero diapositiva 3">
            <a:extLst>
              <a:ext uri="{FF2B5EF4-FFF2-40B4-BE49-F238E27FC236}">
                <a16:creationId xmlns:a16="http://schemas.microsoft.com/office/drawing/2014/main" id="{88DF2A37-B6DF-796C-D388-1EC15EB7501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04E556D6-329F-4B20-A05C-0188549C7773}" type="slidenum">
              <a:rPr lang="it-IT" altLang="it-IT" sz="1400" smtClean="0">
                <a:solidFill>
                  <a:schemeClr val="folHlink"/>
                </a:solidFill>
              </a:rPr>
              <a:pPr>
                <a:spcBef>
                  <a:spcPct val="0"/>
                </a:spcBef>
                <a:buClrTx/>
                <a:buFontTx/>
                <a:buNone/>
              </a:pPr>
              <a:t>21</a:t>
            </a:fld>
            <a:endParaRPr lang="it-IT" altLang="it-IT" sz="1400">
              <a:solidFill>
                <a:schemeClr val="folHlink"/>
              </a:solidFill>
            </a:endParaRPr>
          </a:p>
        </p:txBody>
      </p:sp>
      <p:sp>
        <p:nvSpPr>
          <p:cNvPr id="45058" name="Rectangle 2">
            <a:extLst>
              <a:ext uri="{FF2B5EF4-FFF2-40B4-BE49-F238E27FC236}">
                <a16:creationId xmlns:a16="http://schemas.microsoft.com/office/drawing/2014/main" id="{914FD507-709B-0DFA-6807-BEA0174AFE89}"/>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Convoluzione</a:t>
            </a:r>
          </a:p>
        </p:txBody>
      </p:sp>
      <p:sp>
        <p:nvSpPr>
          <p:cNvPr id="45059" name="Rectangle 3">
            <a:extLst>
              <a:ext uri="{FF2B5EF4-FFF2-40B4-BE49-F238E27FC236}">
                <a16:creationId xmlns:a16="http://schemas.microsoft.com/office/drawing/2014/main" id="{80A1AEBD-81B7-2FAF-C57E-9E786B1A9456}"/>
              </a:ext>
            </a:extLst>
          </p:cNvPr>
          <p:cNvSpPr>
            <a:spLocks noGrp="1" noChangeArrowheads="1"/>
          </p:cNvSpPr>
          <p:nvPr>
            <p:ph type="body" idx="1"/>
          </p:nvPr>
        </p:nvSpPr>
        <p:spPr>
          <a:xfrm>
            <a:off x="684213" y="1382713"/>
            <a:ext cx="8459787" cy="3667125"/>
          </a:xfrm>
        </p:spPr>
        <p:txBody>
          <a:bodyPr/>
          <a:lstStyle/>
          <a:p>
            <a:pPr eaLnBrk="1" hangingPunct="1"/>
            <a:r>
              <a:rPr lang="it-IT" altLang="it-IT">
                <a:ea typeface="ＭＳ Ｐゴシック" panose="020B0600070205080204" pitchFamily="34" charset="-128"/>
              </a:rPr>
              <a:t>Negando due volte un elemento si ottiene l’elemento stesso</a:t>
            </a:r>
          </a:p>
          <a:p>
            <a:pPr eaLnBrk="1" hangingPunct="1"/>
            <a:r>
              <a:rPr lang="it-IT" altLang="it-IT">
                <a:ea typeface="ＭＳ Ｐゴシック" panose="020B0600070205080204" pitchFamily="34" charset="-128"/>
              </a:rPr>
              <a:t>Per la dimostrazione</a:t>
            </a:r>
          </a:p>
          <a:p>
            <a:pPr lvl="1" eaLnBrk="1" hangingPunct="1"/>
            <a:r>
              <a:rPr lang="it-IT" altLang="it-IT">
                <a:ea typeface="ＭＳ Ｐゴシック" panose="020B0600070205080204" pitchFamily="34" charset="-128"/>
              </a:rPr>
              <a:t>Applicate la definizione di complemento sia ad un elemento </a:t>
            </a:r>
            <a:r>
              <a:rPr lang="it-IT" altLang="it-IT" i="1">
                <a:ea typeface="ＭＳ Ｐゴシック" panose="020B0600070205080204" pitchFamily="34" charset="-128"/>
              </a:rPr>
              <a:t>a</a:t>
            </a:r>
            <a:r>
              <a:rPr lang="it-IT" altLang="it-IT">
                <a:ea typeface="ＭＳ Ｐゴシック" panose="020B0600070205080204" pitchFamily="34" charset="-128"/>
              </a:rPr>
              <a:t> che al suo negato (e poi la proprietà commutativa), e ricordate che il complemento è unico</a:t>
            </a:r>
          </a:p>
        </p:txBody>
      </p:sp>
      <p:pic>
        <p:nvPicPr>
          <p:cNvPr id="45060" name="Picture 4">
            <a:extLst>
              <a:ext uri="{FF2B5EF4-FFF2-40B4-BE49-F238E27FC236}">
                <a16:creationId xmlns:a16="http://schemas.microsoft.com/office/drawing/2014/main" id="{18AA4B21-8F2D-534C-5D99-A94CE6D10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0308" t="47807" r="23071" b="43990"/>
          <a:stretch>
            <a:fillRect/>
          </a:stretch>
        </p:blipFill>
        <p:spPr bwMode="auto">
          <a:xfrm>
            <a:off x="1346200" y="4811713"/>
            <a:ext cx="7229475"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egnaposto numero diapositiva 3">
            <a:extLst>
              <a:ext uri="{FF2B5EF4-FFF2-40B4-BE49-F238E27FC236}">
                <a16:creationId xmlns:a16="http://schemas.microsoft.com/office/drawing/2014/main" id="{407F466D-B143-1156-2B63-FD713BA230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F89CEF15-1917-4D48-9F61-B06F4164E031}" type="slidenum">
              <a:rPr lang="it-IT" altLang="it-IT" sz="1400" smtClean="0">
                <a:solidFill>
                  <a:schemeClr val="folHlink"/>
                </a:solidFill>
              </a:rPr>
              <a:pPr>
                <a:spcBef>
                  <a:spcPct val="0"/>
                </a:spcBef>
                <a:buClrTx/>
                <a:buFontTx/>
                <a:buNone/>
              </a:pPr>
              <a:t>22</a:t>
            </a:fld>
            <a:endParaRPr lang="it-IT" altLang="it-IT" sz="1400">
              <a:solidFill>
                <a:schemeClr val="folHlink"/>
              </a:solidFill>
            </a:endParaRPr>
          </a:p>
        </p:txBody>
      </p:sp>
      <p:sp>
        <p:nvSpPr>
          <p:cNvPr id="47106" name="Rectangle 2">
            <a:extLst>
              <a:ext uri="{FF2B5EF4-FFF2-40B4-BE49-F238E27FC236}">
                <a16:creationId xmlns:a16="http://schemas.microsoft.com/office/drawing/2014/main" id="{AF2F16A0-9D19-894E-2F37-029F9DBF922F}"/>
              </a:ext>
            </a:extLst>
          </p:cNvPr>
          <p:cNvSpPr>
            <a:spLocks noGrp="1" noChangeArrowheads="1"/>
          </p:cNvSpPr>
          <p:nvPr>
            <p:ph type="title"/>
          </p:nvPr>
        </p:nvSpPr>
        <p:spPr>
          <a:xfrm>
            <a:off x="323850" y="215900"/>
            <a:ext cx="9396413" cy="503238"/>
          </a:xfrm>
        </p:spPr>
        <p:txBody>
          <a:bodyPr/>
          <a:lstStyle/>
          <a:p>
            <a:pPr eaLnBrk="1" hangingPunct="1"/>
            <a:r>
              <a:rPr lang="it-IT" altLang="it-IT">
                <a:ea typeface="ＭＳ Ｐゴシック" panose="020B0600070205080204" pitchFamily="34" charset="-128"/>
              </a:rPr>
              <a:t>Elementi neutri di somma e prodotto</a:t>
            </a:r>
          </a:p>
        </p:txBody>
      </p:sp>
      <p:sp>
        <p:nvSpPr>
          <p:cNvPr id="47107" name="Rectangle 3">
            <a:extLst>
              <a:ext uri="{FF2B5EF4-FFF2-40B4-BE49-F238E27FC236}">
                <a16:creationId xmlns:a16="http://schemas.microsoft.com/office/drawing/2014/main" id="{452B624C-83A9-6FAF-2A73-302E1AC01964}"/>
              </a:ext>
            </a:extLst>
          </p:cNvPr>
          <p:cNvSpPr>
            <a:spLocks noGrp="1" noChangeArrowheads="1"/>
          </p:cNvSpPr>
          <p:nvPr>
            <p:ph type="body" idx="1"/>
          </p:nvPr>
        </p:nvSpPr>
        <p:spPr>
          <a:xfrm>
            <a:off x="758825" y="1239838"/>
            <a:ext cx="8459788" cy="3667125"/>
          </a:xfrm>
        </p:spPr>
        <p:txBody>
          <a:bodyPr/>
          <a:lstStyle/>
          <a:p>
            <a:pPr eaLnBrk="1" hangingPunct="1"/>
            <a:r>
              <a:rPr lang="it-IT" altLang="it-IT" i="1">
                <a:ea typeface="ＭＳ Ｐゴシック" panose="020B0600070205080204" pitchFamily="34" charset="-128"/>
              </a:rPr>
              <a:t>0</a:t>
            </a:r>
            <a:r>
              <a:rPr lang="it-IT" altLang="it-IT">
                <a:ea typeface="ＭＳ Ｐゴシック" panose="020B0600070205080204" pitchFamily="34" charset="-128"/>
              </a:rPr>
              <a:t> è l’elemento neutro della somma</a:t>
            </a:r>
          </a:p>
          <a:p>
            <a:pPr eaLnBrk="1" hangingPunct="1"/>
            <a:r>
              <a:rPr lang="it-IT" altLang="it-IT" i="1">
                <a:ea typeface="ＭＳ Ｐゴシック" panose="020B0600070205080204" pitchFamily="34" charset="-128"/>
              </a:rPr>
              <a:t>1</a:t>
            </a:r>
            <a:r>
              <a:rPr lang="it-IT" altLang="it-IT">
                <a:ea typeface="ＭＳ Ｐゴシック" panose="020B0600070205080204" pitchFamily="34" charset="-128"/>
              </a:rPr>
              <a:t> è l’elemento neutro del prodotto</a:t>
            </a:r>
          </a:p>
          <a:p>
            <a:pPr eaLnBrk="1" hangingPunct="1"/>
            <a:r>
              <a:rPr lang="it-IT" altLang="it-IT">
                <a:ea typeface="ＭＳ Ｐゴシック" panose="020B0600070205080204" pitchFamily="34" charset="-128"/>
              </a:rPr>
              <a:t>Per la dimostrazione</a:t>
            </a:r>
          </a:p>
          <a:p>
            <a:pPr lvl="1" eaLnBrk="1" hangingPunct="1"/>
            <a:r>
              <a:rPr lang="it-IT" altLang="it-IT">
                <a:ea typeface="ＭＳ Ｐゴシック" panose="020B0600070205080204" pitchFamily="34" charset="-128"/>
              </a:rPr>
              <a:t>Per le proprietà dell’assorbimento</a:t>
            </a:r>
          </a:p>
          <a:p>
            <a:pPr lvl="2" eaLnBrk="1" hangingPunct="1"/>
            <a:r>
              <a:rPr lang="it-IT" altLang="it-IT" i="1">
                <a:ea typeface="ＭＳ Ｐゴシック" panose="020B0600070205080204" pitchFamily="34" charset="-128"/>
              </a:rPr>
              <a:t>a + (a*0) = a 	e 	a </a:t>
            </a:r>
            <a:r>
              <a:rPr lang="it-IT" altLang="it-IT" i="1">
                <a:ea typeface="ＭＳ Ｐゴシック" panose="020B0600070205080204" pitchFamily="34" charset="-128"/>
                <a:sym typeface="Symbol" panose="05050102010706020507" pitchFamily="18" charset="2"/>
              </a:rPr>
              <a:t> (a + 1) = a</a:t>
            </a:r>
            <a:endParaRPr lang="it-IT" altLang="it-IT" i="1">
              <a:ea typeface="ＭＳ Ｐゴシック" panose="020B0600070205080204" pitchFamily="34" charset="-128"/>
            </a:endParaRPr>
          </a:p>
          <a:p>
            <a:pPr lvl="1"/>
            <a:r>
              <a:rPr lang="it-IT" altLang="it-IT">
                <a:ea typeface="ＭＳ Ｐゴシック" panose="020B0600070205080204" pitchFamily="34" charset="-128"/>
              </a:rPr>
              <a:t>Per la proprietà del minimo e del massimo si ha che</a:t>
            </a:r>
          </a:p>
          <a:p>
            <a:pPr lvl="2"/>
            <a:r>
              <a:rPr lang="it-IT" altLang="it-IT">
                <a:ea typeface="ＭＳ Ｐゴシック" panose="020B0600070205080204" pitchFamily="34" charset="-128"/>
              </a:rPr>
              <a:t> a </a:t>
            </a:r>
            <a:r>
              <a:rPr lang="it-IT" altLang="it-IT" i="1">
                <a:ea typeface="ＭＳ Ｐゴシック" panose="020B0600070205080204" pitchFamily="34" charset="-128"/>
                <a:sym typeface="Symbol" panose="05050102010706020507" pitchFamily="18" charset="2"/>
              </a:rPr>
              <a:t></a:t>
            </a:r>
            <a:r>
              <a:rPr lang="it-IT" altLang="it-IT">
                <a:ea typeface="ＭＳ Ｐゴシック" panose="020B0600070205080204" pitchFamily="34" charset="-128"/>
              </a:rPr>
              <a:t> 0 = 0 e a + 1 = 1</a:t>
            </a:r>
          </a:p>
          <a:p>
            <a:pPr lvl="1"/>
            <a:r>
              <a:rPr lang="it-IT" altLang="it-IT">
                <a:ea typeface="ＭＳ Ｐゴシック" panose="020B0600070205080204" pitchFamily="34" charset="-128"/>
              </a:rPr>
              <a:t>Quindi a + 0 = a 	e	a</a:t>
            </a:r>
            <a:r>
              <a:rPr lang="it-IT" altLang="it-IT" i="1">
                <a:ea typeface="ＭＳ Ｐゴシック" panose="020B0600070205080204" pitchFamily="34" charset="-128"/>
                <a:sym typeface="Symbol" panose="05050102010706020507" pitchFamily="18" charset="2"/>
              </a:rPr>
              <a:t>  1 = a </a:t>
            </a:r>
            <a:endParaRPr lang="it-IT" altLang="it-IT">
              <a:ea typeface="ＭＳ Ｐゴシック" panose="020B0600070205080204" pitchFamily="34" charset="-128"/>
            </a:endParaRPr>
          </a:p>
          <a:p>
            <a:pPr lvl="1" eaLnBrk="1" hangingPunct="1"/>
            <a:endParaRPr lang="it-IT" altLang="it-IT" i="1">
              <a:ea typeface="ＭＳ Ｐゴシック" panose="020B0600070205080204" pitchFamily="34" charset="-12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egnaposto numero diapositiva 3">
            <a:extLst>
              <a:ext uri="{FF2B5EF4-FFF2-40B4-BE49-F238E27FC236}">
                <a16:creationId xmlns:a16="http://schemas.microsoft.com/office/drawing/2014/main" id="{BA095552-3F6C-6E78-C73C-B973F32A3AA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0D7349ED-E594-4088-AFC8-7E95B8D9B48C}" type="slidenum">
              <a:rPr lang="it-IT" altLang="it-IT" sz="1400" smtClean="0">
                <a:solidFill>
                  <a:schemeClr val="folHlink"/>
                </a:solidFill>
              </a:rPr>
              <a:pPr>
                <a:spcBef>
                  <a:spcPct val="0"/>
                </a:spcBef>
                <a:buClrTx/>
                <a:buFontTx/>
                <a:buNone/>
              </a:pPr>
              <a:t>23</a:t>
            </a:fld>
            <a:endParaRPr lang="it-IT" altLang="it-IT" sz="1400">
              <a:solidFill>
                <a:schemeClr val="folHlink"/>
              </a:solidFill>
            </a:endParaRPr>
          </a:p>
        </p:txBody>
      </p:sp>
      <p:sp>
        <p:nvSpPr>
          <p:cNvPr id="49154" name="Rectangle 2">
            <a:extLst>
              <a:ext uri="{FF2B5EF4-FFF2-40B4-BE49-F238E27FC236}">
                <a16:creationId xmlns:a16="http://schemas.microsoft.com/office/drawing/2014/main" id="{F2603CF8-F5A1-E51C-C1BC-CBBF5D2F746F}"/>
              </a:ext>
            </a:extLst>
          </p:cNvPr>
          <p:cNvSpPr>
            <a:spLocks noGrp="1" noChangeArrowheads="1"/>
          </p:cNvSpPr>
          <p:nvPr>
            <p:ph type="title"/>
          </p:nvPr>
        </p:nvSpPr>
        <p:spPr>
          <a:xfrm>
            <a:off x="323850" y="215900"/>
            <a:ext cx="9001125" cy="503238"/>
          </a:xfrm>
        </p:spPr>
        <p:txBody>
          <a:bodyPr/>
          <a:lstStyle/>
          <a:p>
            <a:pPr eaLnBrk="1" hangingPunct="1"/>
            <a:r>
              <a:rPr lang="it-IT" altLang="it-IT">
                <a:ea typeface="ＭＳ Ｐゴシック" panose="020B0600070205080204" pitchFamily="34" charset="-128"/>
              </a:rPr>
              <a:t>Assorbimento del complemento</a:t>
            </a:r>
          </a:p>
        </p:txBody>
      </p:sp>
      <p:graphicFrame>
        <p:nvGraphicFramePr>
          <p:cNvPr id="49155" name="Object 4">
            <a:extLst>
              <a:ext uri="{FF2B5EF4-FFF2-40B4-BE49-F238E27FC236}">
                <a16:creationId xmlns:a16="http://schemas.microsoft.com/office/drawing/2014/main" id="{D3EDB337-96A1-3675-27F4-BF06E916EEC1}"/>
              </a:ext>
            </a:extLst>
          </p:cNvPr>
          <p:cNvGraphicFramePr>
            <a:graphicFrameLocks noGrp="1" noChangeAspect="1"/>
          </p:cNvGraphicFramePr>
          <p:nvPr>
            <p:ph idx="1"/>
          </p:nvPr>
        </p:nvGraphicFramePr>
        <p:xfrm>
          <a:off x="1331913" y="1511300"/>
          <a:ext cx="3384550" cy="858838"/>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511300"/>
                        <a:ext cx="3384550"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9156" name="Rectangle 6">
            <a:extLst>
              <a:ext uri="{FF2B5EF4-FFF2-40B4-BE49-F238E27FC236}">
                <a16:creationId xmlns:a16="http://schemas.microsoft.com/office/drawing/2014/main" id="{972417DC-423A-D99C-4F22-F5EEBE71E9DB}"/>
              </a:ext>
            </a:extLst>
          </p:cNvPr>
          <p:cNvSpPr>
            <a:spLocks noChangeArrowheads="1"/>
          </p:cNvSpPr>
          <p:nvPr/>
        </p:nvSpPr>
        <p:spPr bwMode="auto">
          <a:xfrm>
            <a:off x="684213" y="2735263"/>
            <a:ext cx="8459787" cy="265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a:t>Per la dimostrazione</a:t>
            </a:r>
          </a:p>
          <a:p>
            <a:pPr lvl="1" eaLnBrk="1" hangingPunct="1"/>
            <a:r>
              <a:rPr lang="it-IT" altLang="it-IT"/>
              <a:t>Usate la proprietà distributiva ed infine il complemento</a:t>
            </a:r>
          </a:p>
        </p:txBody>
      </p:sp>
      <p:pic>
        <p:nvPicPr>
          <p:cNvPr id="49157" name="Picture 4">
            <a:extLst>
              <a:ext uri="{FF2B5EF4-FFF2-40B4-BE49-F238E27FC236}">
                <a16:creationId xmlns:a16="http://schemas.microsoft.com/office/drawing/2014/main" id="{D0878DBC-3155-5E9C-34D6-A00AD93B80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1040" t="70451" r="30962" b="25215"/>
          <a:stretch>
            <a:fillRect/>
          </a:stretch>
        </p:blipFill>
        <p:spPr bwMode="auto">
          <a:xfrm>
            <a:off x="1001713" y="4454525"/>
            <a:ext cx="8002587"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egnaposto numero diapositiva 3">
            <a:extLst>
              <a:ext uri="{FF2B5EF4-FFF2-40B4-BE49-F238E27FC236}">
                <a16:creationId xmlns:a16="http://schemas.microsoft.com/office/drawing/2014/main" id="{92DECB7E-678C-DC64-7E8D-6868EC56C12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4D7F693A-7F55-48F9-B033-B8409B6D60AA}" type="slidenum">
              <a:rPr lang="it-IT" altLang="it-IT" sz="1400" smtClean="0">
                <a:solidFill>
                  <a:schemeClr val="folHlink"/>
                </a:solidFill>
              </a:rPr>
              <a:pPr>
                <a:spcBef>
                  <a:spcPct val="0"/>
                </a:spcBef>
                <a:buClrTx/>
                <a:buFontTx/>
                <a:buNone/>
              </a:pPr>
              <a:t>24</a:t>
            </a:fld>
            <a:endParaRPr lang="it-IT" altLang="it-IT" sz="1400">
              <a:solidFill>
                <a:schemeClr val="folHlink"/>
              </a:solidFill>
            </a:endParaRPr>
          </a:p>
        </p:txBody>
      </p:sp>
      <p:sp>
        <p:nvSpPr>
          <p:cNvPr id="50178" name="Rectangle 2">
            <a:extLst>
              <a:ext uri="{FF2B5EF4-FFF2-40B4-BE49-F238E27FC236}">
                <a16:creationId xmlns:a16="http://schemas.microsoft.com/office/drawing/2014/main" id="{E416BB4A-7468-9809-BDBB-803830792F40}"/>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Teoremi di De Morgan</a:t>
            </a:r>
          </a:p>
        </p:txBody>
      </p:sp>
      <p:graphicFrame>
        <p:nvGraphicFramePr>
          <p:cNvPr id="50179" name="Object 4">
            <a:extLst>
              <a:ext uri="{FF2B5EF4-FFF2-40B4-BE49-F238E27FC236}">
                <a16:creationId xmlns:a16="http://schemas.microsoft.com/office/drawing/2014/main" id="{B87E1756-F6B9-46C1-B31D-69A878F7E79B}"/>
              </a:ext>
            </a:extLst>
          </p:cNvPr>
          <p:cNvGraphicFramePr>
            <a:graphicFrameLocks noGrp="1" noChangeAspect="1"/>
          </p:cNvGraphicFramePr>
          <p:nvPr>
            <p:ph idx="1"/>
          </p:nvPr>
        </p:nvGraphicFramePr>
        <p:xfrm>
          <a:off x="1403350" y="1655763"/>
          <a:ext cx="2305050" cy="1455737"/>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655763"/>
                        <a:ext cx="2305050" cy="1455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0180" name="Rectangle 6">
            <a:extLst>
              <a:ext uri="{FF2B5EF4-FFF2-40B4-BE49-F238E27FC236}">
                <a16:creationId xmlns:a16="http://schemas.microsoft.com/office/drawing/2014/main" id="{F38A1022-32DB-3989-ECB2-7F5B81F9091D}"/>
              </a:ext>
            </a:extLst>
          </p:cNvPr>
          <p:cNvSpPr>
            <a:spLocks noChangeArrowheads="1"/>
          </p:cNvSpPr>
          <p:nvPr/>
        </p:nvSpPr>
        <p:spPr bwMode="auto">
          <a:xfrm>
            <a:off x="684213" y="3317875"/>
            <a:ext cx="8459787" cy="265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a:t>Per la dimostrazione</a:t>
            </a:r>
          </a:p>
          <a:p>
            <a:pPr lvl="1" eaLnBrk="1" hangingPunct="1"/>
            <a:r>
              <a:rPr lang="it-IT" altLang="it-IT"/>
              <a:t>Consideriamo ad esempio la prima: dovete dimostrare che a+b è il complemento dell’espressione al secondo membro. Per farlo applicate la definizione di complemento.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a:extLst>
              <a:ext uri="{FF2B5EF4-FFF2-40B4-BE49-F238E27FC236}">
                <a16:creationId xmlns:a16="http://schemas.microsoft.com/office/drawing/2014/main" id="{43F87C5C-055D-0F19-3CFB-633B857CACB6}"/>
              </a:ext>
            </a:extLst>
          </p:cNvPr>
          <p:cNvSpPr>
            <a:spLocks noGrp="1" noChangeArrowheads="1"/>
          </p:cNvSpPr>
          <p:nvPr>
            <p:ph type="title"/>
          </p:nvPr>
        </p:nvSpPr>
        <p:spPr>
          <a:xfrm>
            <a:off x="439738" y="161925"/>
            <a:ext cx="8748712" cy="860425"/>
          </a:xfrm>
        </p:spPr>
        <p:txBody>
          <a:bodyPr/>
          <a:lstStyle/>
          <a:p>
            <a:pPr eaLnBrk="1" hangingPunct="1"/>
            <a:r>
              <a:rPr lang="it-IT" altLang="it-IT">
                <a:ea typeface="ＭＳ Ｐゴシック" panose="020B0600070205080204" pitchFamily="34" charset="-128"/>
              </a:rPr>
              <a:t>Teorema di De Morgan</a:t>
            </a:r>
          </a:p>
        </p:txBody>
      </p:sp>
      <p:graphicFrame>
        <p:nvGraphicFramePr>
          <p:cNvPr id="51202" name="Object 2">
            <a:extLst>
              <a:ext uri="{FF2B5EF4-FFF2-40B4-BE49-F238E27FC236}">
                <a16:creationId xmlns:a16="http://schemas.microsoft.com/office/drawing/2014/main" id="{7C4D56AB-A5A6-94CE-1469-46B3C15908E8}"/>
              </a:ext>
            </a:extLst>
          </p:cNvPr>
          <p:cNvGraphicFramePr>
            <a:graphicFrameLocks noGrp="1" noChangeAspect="1"/>
          </p:cNvGraphicFramePr>
          <p:nvPr>
            <p:ph sz="quarter" idx="2"/>
          </p:nvPr>
        </p:nvGraphicFramePr>
        <p:xfrm>
          <a:off x="781050" y="1184275"/>
          <a:ext cx="2935288" cy="957263"/>
        </p:xfrm>
        <a:graphic>
          <a:graphicData uri="http://schemas.openxmlformats.org/presentationml/2006/ole">
            <mc:AlternateContent xmlns:mc="http://schemas.openxmlformats.org/markup-compatibility/2006">
              <mc:Choice xmlns:v="urn:schemas-microsoft-com:vml" Requires="v">
                <p:oleObj name="Equation" r:id="rId2" imgW="0" imgH="0" progId="Equation.DSMT4">
                  <p:embed/>
                </p:oleObj>
              </mc:Choice>
              <mc:Fallback>
                <p:oleObj name="Equation" r:id="rId2" imgW="0" imgH="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050" y="1184275"/>
                        <a:ext cx="2935288" cy="957263"/>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1203" name="Object 3">
            <a:extLst>
              <a:ext uri="{FF2B5EF4-FFF2-40B4-BE49-F238E27FC236}">
                <a16:creationId xmlns:a16="http://schemas.microsoft.com/office/drawing/2014/main" id="{15C084C6-F6FF-79B2-FB3E-73CB18432E28}"/>
              </a:ext>
            </a:extLst>
          </p:cNvPr>
          <p:cNvGraphicFramePr>
            <a:graphicFrameLocks noGrp="1" noChangeAspect="1"/>
          </p:cNvGraphicFramePr>
          <p:nvPr>
            <p:ph sz="quarter" idx="3"/>
          </p:nvPr>
        </p:nvGraphicFramePr>
        <p:xfrm>
          <a:off x="4002088" y="1382713"/>
          <a:ext cx="5713412" cy="1571625"/>
        </p:xfrm>
        <a:graphic>
          <a:graphicData uri="http://schemas.openxmlformats.org/presentationml/2006/ole">
            <mc:AlternateContent xmlns:mc="http://schemas.openxmlformats.org/markup-compatibility/2006">
              <mc:Choice xmlns:v="urn:schemas-microsoft-com:vml" Requires="v">
                <p:oleObj name="Equation" r:id="rId4" imgW="0" imgH="0" progId="Equation.DSMT4">
                  <p:embed/>
                </p:oleObj>
              </mc:Choice>
              <mc:Fallback>
                <p:oleObj name="Equation" r:id="rId4" imgW="0" imgH="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2088" y="1382713"/>
                        <a:ext cx="5713412" cy="1571625"/>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1204" name="Rectangle 15">
            <a:extLst>
              <a:ext uri="{FF2B5EF4-FFF2-40B4-BE49-F238E27FC236}">
                <a16:creationId xmlns:a16="http://schemas.microsoft.com/office/drawing/2014/main" id="{82658097-3FF6-D939-B746-A3E0A4C8D6D7}"/>
              </a:ext>
            </a:extLst>
          </p:cNvPr>
          <p:cNvSpPr>
            <a:spLocks noChangeArrowheads="1"/>
          </p:cNvSpPr>
          <p:nvPr/>
        </p:nvSpPr>
        <p:spPr bwMode="auto">
          <a:xfrm>
            <a:off x="0" y="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aphicFrame>
        <p:nvGraphicFramePr>
          <p:cNvPr id="51205" name="Object 4">
            <a:extLst>
              <a:ext uri="{FF2B5EF4-FFF2-40B4-BE49-F238E27FC236}">
                <a16:creationId xmlns:a16="http://schemas.microsoft.com/office/drawing/2014/main" id="{5340F536-FEE9-7EB8-2804-65818D72CA18}"/>
              </a:ext>
            </a:extLst>
          </p:cNvPr>
          <p:cNvGraphicFramePr>
            <a:graphicFrameLocks noChangeAspect="1"/>
          </p:cNvGraphicFramePr>
          <p:nvPr/>
        </p:nvGraphicFramePr>
        <p:xfrm>
          <a:off x="4002088" y="3883025"/>
          <a:ext cx="5345112" cy="1373188"/>
        </p:xfrm>
        <a:graphic>
          <a:graphicData uri="http://schemas.openxmlformats.org/presentationml/2006/ole">
            <mc:AlternateContent xmlns:mc="http://schemas.openxmlformats.org/markup-compatibility/2006">
              <mc:Choice xmlns:v="urn:schemas-microsoft-com:vml" Requires="v">
                <p:oleObj name="Equation" r:id="rId6" imgW="0" imgH="0" progId="Equation.DSMT4">
                  <p:embed/>
                </p:oleObj>
              </mc:Choice>
              <mc:Fallback>
                <p:oleObj name="Equation" r:id="rId6" imgW="0" imgH="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02088" y="3883025"/>
                        <a:ext cx="5345112" cy="1373188"/>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1206" name="Object 5">
            <a:extLst>
              <a:ext uri="{FF2B5EF4-FFF2-40B4-BE49-F238E27FC236}">
                <a16:creationId xmlns:a16="http://schemas.microsoft.com/office/drawing/2014/main" id="{29E777B0-D917-5DE6-40EB-3E8FF50D9EE0}"/>
              </a:ext>
            </a:extLst>
          </p:cNvPr>
          <p:cNvGraphicFramePr>
            <a:graphicFrameLocks noGrp="1" noChangeAspect="1"/>
          </p:cNvGraphicFramePr>
          <p:nvPr>
            <p:ph sz="half" idx="1"/>
          </p:nvPr>
        </p:nvGraphicFramePr>
        <p:xfrm>
          <a:off x="714375" y="2919413"/>
          <a:ext cx="3046413" cy="1122362"/>
        </p:xfrm>
        <a:graphic>
          <a:graphicData uri="http://schemas.openxmlformats.org/presentationml/2006/ole">
            <mc:AlternateContent xmlns:mc="http://schemas.openxmlformats.org/markup-compatibility/2006">
              <mc:Choice xmlns:v="urn:schemas-microsoft-com:vml" Requires="v">
                <p:oleObj name="Equation" r:id="rId8" imgW="0" imgH="0" progId="Equation.DSMT4">
                  <p:embed/>
                </p:oleObj>
              </mc:Choice>
              <mc:Fallback>
                <p:oleObj name="Equation" r:id="rId8" imgW="0" imgH="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4375" y="2919413"/>
                        <a:ext cx="3046413" cy="1122362"/>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cxnSp>
        <p:nvCxnSpPr>
          <p:cNvPr id="51207" name="AutoShape 48">
            <a:extLst>
              <a:ext uri="{FF2B5EF4-FFF2-40B4-BE49-F238E27FC236}">
                <a16:creationId xmlns:a16="http://schemas.microsoft.com/office/drawing/2014/main" id="{0369BD7B-D7C9-5C71-520F-9E5B9DBE1019}"/>
              </a:ext>
            </a:extLst>
          </p:cNvPr>
          <p:cNvCxnSpPr>
            <a:cxnSpLocks noChangeShapeType="1"/>
          </p:cNvCxnSpPr>
          <p:nvPr/>
        </p:nvCxnSpPr>
        <p:spPr bwMode="auto">
          <a:xfrm rot="10800000" flipH="1" flipV="1">
            <a:off x="752475" y="1393825"/>
            <a:ext cx="7938" cy="1928813"/>
          </a:xfrm>
          <a:prstGeom prst="curvedConnector3">
            <a:avLst>
              <a:gd name="adj1" fmla="val -2880000"/>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sp>
        <p:nvSpPr>
          <p:cNvPr id="51208" name="Text Box 49">
            <a:extLst>
              <a:ext uri="{FF2B5EF4-FFF2-40B4-BE49-F238E27FC236}">
                <a16:creationId xmlns:a16="http://schemas.microsoft.com/office/drawing/2014/main" id="{AEE389C1-BBD0-112F-67BB-9C70CD781396}"/>
              </a:ext>
            </a:extLst>
          </p:cNvPr>
          <p:cNvSpPr txBox="1">
            <a:spLocks noChangeArrowheads="1"/>
          </p:cNvSpPr>
          <p:nvPr/>
        </p:nvSpPr>
        <p:spPr bwMode="auto">
          <a:xfrm>
            <a:off x="604838" y="5334000"/>
            <a:ext cx="33607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1600" i="1">
                <a:solidFill>
                  <a:schemeClr val="tx2"/>
                </a:solidFill>
                <a:latin typeface="Verdana" panose="020B0604030504040204" pitchFamily="34" charset="0"/>
              </a:rPr>
              <a:t>La (2) vale per dualità</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5" name="Segnaposto numero diapositiva 4">
            <a:extLst>
              <a:ext uri="{FF2B5EF4-FFF2-40B4-BE49-F238E27FC236}">
                <a16:creationId xmlns:a16="http://schemas.microsoft.com/office/drawing/2014/main" id="{2FA872CC-C35E-61D8-902C-C3075A9730E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4E04C148-7EB2-4A34-8CF5-F04C78E752C8}" type="slidenum">
              <a:rPr lang="it-IT" altLang="it-IT" sz="1400" smtClean="0">
                <a:solidFill>
                  <a:schemeClr val="folHlink"/>
                </a:solidFill>
              </a:rPr>
              <a:pPr>
                <a:spcBef>
                  <a:spcPct val="0"/>
                </a:spcBef>
                <a:buClrTx/>
                <a:buFontTx/>
                <a:buNone/>
              </a:pPr>
              <a:t>26</a:t>
            </a:fld>
            <a:endParaRPr lang="it-IT" altLang="it-IT" sz="1400">
              <a:solidFill>
                <a:schemeClr val="folHlink"/>
              </a:solidFill>
            </a:endParaRPr>
          </a:p>
        </p:txBody>
      </p:sp>
      <p:sp>
        <p:nvSpPr>
          <p:cNvPr id="52226" name="Rectangle 2">
            <a:extLst>
              <a:ext uri="{FF2B5EF4-FFF2-40B4-BE49-F238E27FC236}">
                <a16:creationId xmlns:a16="http://schemas.microsoft.com/office/drawing/2014/main" id="{68DBAA7F-57A3-E678-EA67-40B63433243B}"/>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Teorema di Shannon</a:t>
            </a:r>
          </a:p>
        </p:txBody>
      </p:sp>
      <p:sp>
        <p:nvSpPr>
          <p:cNvPr id="52227" name="Rectangle 3">
            <a:extLst>
              <a:ext uri="{FF2B5EF4-FFF2-40B4-BE49-F238E27FC236}">
                <a16:creationId xmlns:a16="http://schemas.microsoft.com/office/drawing/2014/main" id="{C7CED566-4019-85AF-48A7-8101166541DF}"/>
              </a:ext>
            </a:extLst>
          </p:cNvPr>
          <p:cNvSpPr>
            <a:spLocks noGrp="1" noChangeArrowheads="1"/>
          </p:cNvSpPr>
          <p:nvPr>
            <p:ph type="body" sz="half" idx="1"/>
          </p:nvPr>
        </p:nvSpPr>
        <p:spPr>
          <a:xfrm>
            <a:off x="684213" y="1727200"/>
            <a:ext cx="8567737" cy="3667125"/>
          </a:xfrm>
        </p:spPr>
        <p:txBody>
          <a:bodyPr/>
          <a:lstStyle/>
          <a:p>
            <a:pPr eaLnBrk="1" hangingPunct="1"/>
            <a:r>
              <a:rPr lang="it-IT" altLang="it-IT" sz="2800">
                <a:ea typeface="ＭＳ Ｐゴシック" panose="020B0600070205080204" pitchFamily="34" charset="-128"/>
              </a:rPr>
              <a:t>Il complemento di una funzione è ottenuto sostituendo ad ogni variabile il suo complemento e scambiando ogni funzione componente con la sua duale.</a:t>
            </a:r>
          </a:p>
          <a:p>
            <a:pPr eaLnBrk="1" hangingPunct="1"/>
            <a:r>
              <a:rPr lang="it-IT" altLang="it-IT" sz="2800">
                <a:ea typeface="ＭＳ Ｐゴシック" panose="020B0600070205080204" pitchFamily="34" charset="-128"/>
              </a:rPr>
              <a:t>Generalizza De Morgan</a:t>
            </a:r>
          </a:p>
          <a:p>
            <a:pPr eaLnBrk="1" hangingPunct="1"/>
            <a:endParaRPr lang="it-IT" altLang="it-IT" sz="2800">
              <a:ea typeface="ＭＳ Ｐゴシック" panose="020B0600070205080204" pitchFamily="34" charset="-128"/>
            </a:endParaRPr>
          </a:p>
        </p:txBody>
      </p:sp>
      <p:graphicFrame>
        <p:nvGraphicFramePr>
          <p:cNvPr id="52228" name="Object 4">
            <a:extLst>
              <a:ext uri="{FF2B5EF4-FFF2-40B4-BE49-F238E27FC236}">
                <a16:creationId xmlns:a16="http://schemas.microsoft.com/office/drawing/2014/main" id="{1F8FDC7A-C9E5-3442-D1EA-7372A4D51D5A}"/>
              </a:ext>
            </a:extLst>
          </p:cNvPr>
          <p:cNvGraphicFramePr>
            <a:graphicFrameLocks noGrp="1" noChangeAspect="1"/>
          </p:cNvGraphicFramePr>
          <p:nvPr>
            <p:ph sz="half" idx="2"/>
          </p:nvPr>
        </p:nvGraphicFramePr>
        <p:xfrm>
          <a:off x="1979613" y="4535488"/>
          <a:ext cx="4154487" cy="692150"/>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4535488"/>
                        <a:ext cx="4154487" cy="692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49" name="Segnaposto numero diapositiva 3">
            <a:extLst>
              <a:ext uri="{FF2B5EF4-FFF2-40B4-BE49-F238E27FC236}">
                <a16:creationId xmlns:a16="http://schemas.microsoft.com/office/drawing/2014/main" id="{A4D6564B-A321-08F0-79EC-BC687BE86223}"/>
              </a:ext>
            </a:extLst>
          </p:cNvPr>
          <p:cNvSpPr>
            <a:spLocks noGrp="1"/>
          </p:cNvSpPr>
          <p:nvPr>
            <p:ph type="sldNum" sz="quarter" idx="10"/>
          </p:nvPr>
        </p:nvSpPr>
        <p:spPr>
          <a:xfrm>
            <a:off x="7061200" y="5808663"/>
            <a:ext cx="2332038" cy="431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D02985D5-2529-4680-A918-A650A2FF5B84}" type="slidenum">
              <a:rPr lang="it-IT" altLang="it-IT" sz="1400" smtClean="0">
                <a:solidFill>
                  <a:schemeClr val="folHlink"/>
                </a:solidFill>
              </a:rPr>
              <a:pPr>
                <a:spcBef>
                  <a:spcPct val="0"/>
                </a:spcBef>
                <a:buClrTx/>
                <a:buFontTx/>
                <a:buNone/>
              </a:pPr>
              <a:t>27</a:t>
            </a:fld>
            <a:endParaRPr lang="it-IT" altLang="it-IT" sz="1400">
              <a:solidFill>
                <a:schemeClr val="folHlink"/>
              </a:solidFill>
            </a:endParaRPr>
          </a:p>
        </p:txBody>
      </p:sp>
      <p:sp>
        <p:nvSpPr>
          <p:cNvPr id="53250" name="Rectangle 2">
            <a:extLst>
              <a:ext uri="{FF2B5EF4-FFF2-40B4-BE49-F238E27FC236}">
                <a16:creationId xmlns:a16="http://schemas.microsoft.com/office/drawing/2014/main" id="{0FBCDC70-83A5-0133-C23C-7681C0F646AB}"/>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Un altro teorema</a:t>
            </a:r>
          </a:p>
        </p:txBody>
      </p:sp>
      <p:graphicFrame>
        <p:nvGraphicFramePr>
          <p:cNvPr id="53251" name="Object 4">
            <a:extLst>
              <a:ext uri="{FF2B5EF4-FFF2-40B4-BE49-F238E27FC236}">
                <a16:creationId xmlns:a16="http://schemas.microsoft.com/office/drawing/2014/main" id="{08992AC9-0E4F-FC58-722A-3603514B27F2}"/>
              </a:ext>
            </a:extLst>
          </p:cNvPr>
          <p:cNvGraphicFramePr>
            <a:graphicFrameLocks noGrp="1" noChangeAspect="1"/>
          </p:cNvGraphicFramePr>
          <p:nvPr>
            <p:ph idx="1"/>
          </p:nvPr>
        </p:nvGraphicFramePr>
        <p:xfrm>
          <a:off x="1006475" y="1239838"/>
          <a:ext cx="3529013" cy="531812"/>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475" y="1239838"/>
                        <a:ext cx="3529013"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3252" name="Rectangle 6">
            <a:extLst>
              <a:ext uri="{FF2B5EF4-FFF2-40B4-BE49-F238E27FC236}">
                <a16:creationId xmlns:a16="http://schemas.microsoft.com/office/drawing/2014/main" id="{E15113D7-2F1C-AE07-88C0-C23B2EE2CD50}"/>
              </a:ext>
            </a:extLst>
          </p:cNvPr>
          <p:cNvSpPr>
            <a:spLocks noChangeArrowheads="1"/>
          </p:cNvSpPr>
          <p:nvPr/>
        </p:nvSpPr>
        <p:spPr bwMode="auto">
          <a:xfrm>
            <a:off x="430213" y="1893888"/>
            <a:ext cx="8567737" cy="366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08585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sz="2800"/>
              <a:t>Per la dimostrazione:</a:t>
            </a:r>
          </a:p>
          <a:p>
            <a:pPr lvl="1" eaLnBrk="1" hangingPunct="1"/>
            <a:r>
              <a:rPr lang="it-IT" altLang="it-IT" sz="2400"/>
              <a:t>Si può dimostrare che sono vere entrambe le seguenti diseguaglianze </a:t>
            </a:r>
            <a:r>
              <a:rPr lang="it-IT" altLang="it-IT" sz="2400" i="1"/>
              <a:t>x</a:t>
            </a:r>
            <a:r>
              <a:rPr lang="it-IT" altLang="it-IT" sz="2400" i="1">
                <a:cs typeface="Arial" panose="020B0604020202020204" pitchFamily="34" charset="0"/>
              </a:rPr>
              <a:t>≥y e y≥x</a:t>
            </a:r>
          </a:p>
          <a:p>
            <a:pPr lvl="1" eaLnBrk="1" hangingPunct="1"/>
            <a:r>
              <a:rPr lang="it-IT" altLang="it-IT" sz="2400">
                <a:cs typeface="Arial" panose="020B0604020202020204" pitchFamily="34" charset="0"/>
              </a:rPr>
              <a:t>Conviene tenere presenti le seguenti diseguaglianze, sempre vere:</a:t>
            </a:r>
          </a:p>
          <a:p>
            <a:pPr lvl="2" eaLnBrk="1" hangingPunct="1"/>
            <a:r>
              <a:rPr lang="it-IT" altLang="it-IT" sz="2000" i="1">
                <a:cs typeface="Arial" panose="020B0604020202020204" pitchFamily="34" charset="0"/>
              </a:rPr>
              <a:t>a≥ab </a:t>
            </a:r>
            <a:r>
              <a:rPr lang="it-IT" altLang="it-IT" sz="2000" i="1">
                <a:cs typeface="Arial" panose="020B0604020202020204" pitchFamily="34" charset="0"/>
                <a:sym typeface="Wingdings" panose="05000000000000000000" pitchFamily="2" charset="2"/>
              </a:rPr>
              <a:t> x </a:t>
            </a:r>
            <a:r>
              <a:rPr lang="it-IT" altLang="it-IT" sz="2000" i="1">
                <a:cs typeface="Arial" panose="020B0604020202020204" pitchFamily="34" charset="0"/>
              </a:rPr>
              <a:t>≥ xy e y ≥ xy</a:t>
            </a:r>
          </a:p>
          <a:p>
            <a:pPr lvl="2" eaLnBrk="1" hangingPunct="1"/>
            <a:r>
              <a:rPr lang="it-IT" altLang="it-IT" sz="2000" i="1">
                <a:cs typeface="Arial" panose="020B0604020202020204" pitchFamily="34" charset="0"/>
              </a:rPr>
              <a:t>a+b≥a </a:t>
            </a:r>
            <a:r>
              <a:rPr lang="it-IT" altLang="it-IT" sz="2000" i="1">
                <a:cs typeface="Arial" panose="020B0604020202020204" pitchFamily="34" charset="0"/>
                <a:sym typeface="Wingdings" panose="05000000000000000000" pitchFamily="2" charset="2"/>
              </a:rPr>
              <a:t> x + y </a:t>
            </a:r>
            <a:r>
              <a:rPr lang="it-IT" altLang="it-IT" sz="2000" i="1">
                <a:cs typeface="Arial" panose="020B0604020202020204" pitchFamily="34" charset="0"/>
              </a:rPr>
              <a:t>≥ y e x + y ≥ x</a:t>
            </a:r>
          </a:p>
          <a:p>
            <a:pPr lvl="1" eaLnBrk="1" hangingPunct="1">
              <a:buSzPct val="65000"/>
              <a:buFont typeface="Wingdings" panose="05000000000000000000" pitchFamily="2" charset="2"/>
              <a:buChar char="l"/>
            </a:pPr>
            <a:r>
              <a:rPr lang="it-IT" altLang="it-IT" sz="2400">
                <a:cs typeface="Arial" panose="020B0604020202020204" pitchFamily="34" charset="0"/>
              </a:rPr>
              <a:t>Per cui, se vale la (1)</a:t>
            </a:r>
          </a:p>
          <a:p>
            <a:pPr lvl="2" eaLnBrk="1" hangingPunct="1"/>
            <a:r>
              <a:rPr lang="it-IT" altLang="it-IT" sz="2000" i="1">
                <a:cs typeface="Arial" panose="020B0604020202020204" pitchFamily="34" charset="0"/>
                <a:sym typeface="Wingdings" panose="05000000000000000000" pitchFamily="2" charset="2"/>
              </a:rPr>
              <a:t>x </a:t>
            </a:r>
            <a:r>
              <a:rPr lang="it-IT" altLang="it-IT" sz="2000" i="1">
                <a:cs typeface="Arial" panose="020B0604020202020204" pitchFamily="34" charset="0"/>
              </a:rPr>
              <a:t>≥ xy = x+y ≥ y</a:t>
            </a:r>
          </a:p>
          <a:p>
            <a:pPr lvl="2" eaLnBrk="1" hangingPunct="1"/>
            <a:r>
              <a:rPr lang="it-IT" altLang="it-IT" sz="2000" i="1">
                <a:cs typeface="Arial" panose="020B0604020202020204" pitchFamily="34" charset="0"/>
              </a:rPr>
              <a:t>y ≥ xy = x+y ≥ x</a:t>
            </a:r>
          </a:p>
          <a:p>
            <a:pPr lvl="2" eaLnBrk="1" hangingPunct="1"/>
            <a:r>
              <a:rPr lang="it-IT" altLang="it-IT">
                <a:cs typeface="Arial" panose="020B0604020202020204" pitchFamily="34" charset="0"/>
              </a:rPr>
              <a:t>Si ha quindi </a:t>
            </a:r>
            <a:r>
              <a:rPr lang="it-IT" altLang="it-IT" sz="2000" i="1">
                <a:cs typeface="Arial" panose="020B0604020202020204" pitchFamily="34" charset="0"/>
              </a:rPr>
              <a:t>x = y</a:t>
            </a:r>
          </a:p>
          <a:p>
            <a:pPr lvl="2" eaLnBrk="1" hangingPunct="1"/>
            <a:endParaRPr lang="it-IT" altLang="it-IT" sz="2000" i="1">
              <a:cs typeface="Arial" panose="020B0604020202020204" pitchFamily="34" charset="0"/>
            </a:endParaRPr>
          </a:p>
        </p:txBody>
      </p:sp>
      <p:sp>
        <p:nvSpPr>
          <p:cNvPr id="53253" name="CasellaDiTesto 5">
            <a:extLst>
              <a:ext uri="{FF2B5EF4-FFF2-40B4-BE49-F238E27FC236}">
                <a16:creationId xmlns:a16="http://schemas.microsoft.com/office/drawing/2014/main" id="{21A99B8A-260F-36BD-AF76-18A64D6F554A}"/>
              </a:ext>
            </a:extLst>
          </p:cNvPr>
          <p:cNvSpPr txBox="1">
            <a:spLocks noChangeArrowheads="1"/>
          </p:cNvSpPr>
          <p:nvPr/>
        </p:nvSpPr>
        <p:spPr bwMode="auto">
          <a:xfrm>
            <a:off x="295275" y="1230313"/>
            <a:ext cx="571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(1)</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3" name="Segnaposto numero diapositiva 4">
            <a:extLst>
              <a:ext uri="{FF2B5EF4-FFF2-40B4-BE49-F238E27FC236}">
                <a16:creationId xmlns:a16="http://schemas.microsoft.com/office/drawing/2014/main" id="{0C50CC5D-04BD-D78A-371C-3364E88239A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D84DB046-E5E9-4283-BF9E-8557F4878F66}" type="slidenum">
              <a:rPr lang="it-IT" altLang="it-IT" sz="1400" smtClean="0">
                <a:solidFill>
                  <a:schemeClr val="folHlink"/>
                </a:solidFill>
              </a:rPr>
              <a:pPr>
                <a:spcBef>
                  <a:spcPct val="0"/>
                </a:spcBef>
                <a:buClrTx/>
                <a:buFontTx/>
                <a:buNone/>
              </a:pPr>
              <a:t>28</a:t>
            </a:fld>
            <a:endParaRPr lang="it-IT" altLang="it-IT" sz="1400">
              <a:solidFill>
                <a:schemeClr val="folHlink"/>
              </a:solidFill>
            </a:endParaRPr>
          </a:p>
        </p:txBody>
      </p:sp>
      <p:sp>
        <p:nvSpPr>
          <p:cNvPr id="54274" name="Rectangle 2">
            <a:extLst>
              <a:ext uri="{FF2B5EF4-FFF2-40B4-BE49-F238E27FC236}">
                <a16:creationId xmlns:a16="http://schemas.microsoft.com/office/drawing/2014/main" id="{219A3533-65C4-AB4D-B508-6D003DCDB0A8}"/>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Proprietà del complemento</a:t>
            </a:r>
          </a:p>
        </p:txBody>
      </p:sp>
      <p:graphicFrame>
        <p:nvGraphicFramePr>
          <p:cNvPr id="54275" name="Object 4">
            <a:extLst>
              <a:ext uri="{FF2B5EF4-FFF2-40B4-BE49-F238E27FC236}">
                <a16:creationId xmlns:a16="http://schemas.microsoft.com/office/drawing/2014/main" id="{0A7318BE-5207-F3A1-D2BF-E011EAF5E661}"/>
              </a:ext>
            </a:extLst>
          </p:cNvPr>
          <p:cNvGraphicFramePr>
            <a:graphicFrameLocks noGrp="1" noChangeAspect="1"/>
          </p:cNvGraphicFramePr>
          <p:nvPr>
            <p:ph sz="half" idx="1"/>
          </p:nvPr>
        </p:nvGraphicFramePr>
        <p:xfrm>
          <a:off x="1077913" y="1239838"/>
          <a:ext cx="3082925" cy="781050"/>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913" y="1239838"/>
                        <a:ext cx="3082925"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4276" name="Rectangle 6">
            <a:extLst>
              <a:ext uri="{FF2B5EF4-FFF2-40B4-BE49-F238E27FC236}">
                <a16:creationId xmlns:a16="http://schemas.microsoft.com/office/drawing/2014/main" id="{F2A5BEA1-5C56-1DC0-0537-F1D0DC7808BF}"/>
              </a:ext>
            </a:extLst>
          </p:cNvPr>
          <p:cNvSpPr>
            <a:spLocks noChangeArrowheads="1"/>
          </p:cNvSpPr>
          <p:nvPr/>
        </p:nvSpPr>
        <p:spPr bwMode="auto">
          <a:xfrm>
            <a:off x="501650" y="2247900"/>
            <a:ext cx="8567738" cy="287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sz="2800"/>
              <a:t>Per la dimostrazione</a:t>
            </a:r>
          </a:p>
          <a:p>
            <a:pPr lvl="1" eaLnBrk="1" hangingPunct="1"/>
            <a:r>
              <a:rPr lang="it-IT" altLang="it-IT" sz="2400">
                <a:cs typeface="Arial" panose="020B0604020202020204" pitchFamily="34" charset="0"/>
              </a:rPr>
              <a:t>Dimostrate che </a:t>
            </a:r>
            <a:r>
              <a:rPr lang="it-IT" altLang="it-IT" sz="2400" i="1">
                <a:cs typeface="Arial" panose="020B0604020202020204" pitchFamily="34" charset="0"/>
              </a:rPr>
              <a:t>x</a:t>
            </a:r>
            <a:r>
              <a:rPr lang="it-IT" altLang="it-IT" sz="2400">
                <a:cs typeface="Arial" panose="020B0604020202020204" pitchFamily="34" charset="0"/>
              </a:rPr>
              <a:t> è il complemento di</a:t>
            </a:r>
          </a:p>
          <a:p>
            <a:pPr lvl="1" eaLnBrk="1" hangingPunct="1"/>
            <a:r>
              <a:rPr lang="it-IT" altLang="it-IT" sz="2400">
                <a:cs typeface="Arial" panose="020B0604020202020204" pitchFamily="34" charset="0"/>
              </a:rPr>
              <a:t>Applicate la definizione della relazione d’ordine ≥</a:t>
            </a:r>
          </a:p>
          <a:p>
            <a:pPr lvl="1" eaLnBrk="1" hangingPunct="1">
              <a:buFontTx/>
              <a:buNone/>
            </a:pPr>
            <a:endParaRPr lang="it-IT" altLang="it-IT" sz="2400">
              <a:cs typeface="Arial" panose="020B0604020202020204" pitchFamily="34" charset="0"/>
            </a:endParaRPr>
          </a:p>
        </p:txBody>
      </p:sp>
      <p:graphicFrame>
        <p:nvGraphicFramePr>
          <p:cNvPr id="54277" name="Object 9">
            <a:extLst>
              <a:ext uri="{FF2B5EF4-FFF2-40B4-BE49-F238E27FC236}">
                <a16:creationId xmlns:a16="http://schemas.microsoft.com/office/drawing/2014/main" id="{3BF3F336-1E5C-453F-0E82-C0A436C92E16}"/>
              </a:ext>
            </a:extLst>
          </p:cNvPr>
          <p:cNvGraphicFramePr>
            <a:graphicFrameLocks noGrp="1" noChangeAspect="1"/>
          </p:cNvGraphicFramePr>
          <p:nvPr>
            <p:ph sz="half" idx="2"/>
          </p:nvPr>
        </p:nvGraphicFramePr>
        <p:xfrm>
          <a:off x="6416675" y="2740025"/>
          <a:ext cx="831850" cy="438150"/>
        </p:xfrm>
        <a:graphic>
          <a:graphicData uri="http://schemas.openxmlformats.org/presentationml/2006/ole">
            <mc:AlternateContent xmlns:mc="http://schemas.openxmlformats.org/markup-compatibility/2006">
              <mc:Choice xmlns:v="urn:schemas-microsoft-com:vml" Requires="v">
                <p:oleObj name="Equazione" r:id="rId4" imgW="0" imgH="0" progId="Equation.3">
                  <p:embed/>
                </p:oleObj>
              </mc:Choice>
              <mc:Fallback>
                <p:oleObj name="Equazione" r:id="rId4" imgW="0" imgH="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6675" y="2740025"/>
                        <a:ext cx="83185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4278" name="Object 4">
            <a:extLst>
              <a:ext uri="{FF2B5EF4-FFF2-40B4-BE49-F238E27FC236}">
                <a16:creationId xmlns:a16="http://schemas.microsoft.com/office/drawing/2014/main" id="{B12909D8-DFC1-E1D6-38CF-B9959615CD2D}"/>
              </a:ext>
            </a:extLst>
          </p:cNvPr>
          <p:cNvGraphicFramePr>
            <a:graphicFrameLocks noChangeAspect="1"/>
          </p:cNvGraphicFramePr>
          <p:nvPr/>
        </p:nvGraphicFramePr>
        <p:xfrm>
          <a:off x="642938" y="3614738"/>
          <a:ext cx="8223250" cy="2036762"/>
        </p:xfrm>
        <a:graphic>
          <a:graphicData uri="http://schemas.openxmlformats.org/presentationml/2006/ole">
            <mc:AlternateContent xmlns:mc="http://schemas.openxmlformats.org/markup-compatibility/2006">
              <mc:Choice xmlns:v="urn:schemas-microsoft-com:vml" Requires="v">
                <p:oleObj name="Equazione" r:id="rId6" imgW="0" imgH="0" progId="Equation.3">
                  <p:embed/>
                </p:oleObj>
              </mc:Choice>
              <mc:Fallback>
                <p:oleObj name="Equazione" r:id="rId6" imgW="0" imgH="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2938" y="3614738"/>
                        <a:ext cx="8223250" cy="203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4279" name="CasellaDiTesto 8">
            <a:extLst>
              <a:ext uri="{FF2B5EF4-FFF2-40B4-BE49-F238E27FC236}">
                <a16:creationId xmlns:a16="http://schemas.microsoft.com/office/drawing/2014/main" id="{386EC86E-D809-6226-CB15-A7939E4CFDC7}"/>
              </a:ext>
            </a:extLst>
          </p:cNvPr>
          <p:cNvSpPr txBox="1">
            <a:spLocks noChangeArrowheads="1"/>
          </p:cNvSpPr>
          <p:nvPr/>
        </p:nvSpPr>
        <p:spPr bwMode="auto">
          <a:xfrm>
            <a:off x="358775" y="1454150"/>
            <a:ext cx="571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(1)</a:t>
            </a:r>
          </a:p>
        </p:txBody>
      </p:sp>
      <p:sp>
        <p:nvSpPr>
          <p:cNvPr id="54280" name="Rettangolo 9">
            <a:extLst>
              <a:ext uri="{FF2B5EF4-FFF2-40B4-BE49-F238E27FC236}">
                <a16:creationId xmlns:a16="http://schemas.microsoft.com/office/drawing/2014/main" id="{F4A6EE03-E0A2-E9B6-9B72-6109ECE82B5F}"/>
              </a:ext>
            </a:extLst>
          </p:cNvPr>
          <p:cNvSpPr>
            <a:spLocks noChangeArrowheads="1"/>
          </p:cNvSpPr>
          <p:nvPr/>
        </p:nvSpPr>
        <p:spPr bwMode="auto">
          <a:xfrm>
            <a:off x="287338" y="5811838"/>
            <a:ext cx="2570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 typeface="Wingdings" panose="05000000000000000000" pitchFamily="2" charset="2"/>
              <a:buNone/>
            </a:pPr>
            <a:r>
              <a:rPr lang="it-IT" altLang="it-IT" sz="2400" i="1">
                <a:solidFill>
                  <a:schemeClr val="tx1"/>
                </a:solidFill>
                <a:cs typeface="Arial" panose="020B0604020202020204" pitchFamily="34" charset="0"/>
              </a:rPr>
              <a:t>n.b. x</a:t>
            </a:r>
            <a:r>
              <a:rPr lang="it-IT" altLang="it-IT" sz="2400">
                <a:solidFill>
                  <a:schemeClr val="tx1"/>
                </a:solidFill>
                <a:cs typeface="Arial" panose="020B0604020202020204" pitchFamily="34" charset="0"/>
              </a:rPr>
              <a:t>≤</a:t>
            </a:r>
            <a:r>
              <a:rPr lang="it-IT" altLang="it-IT" sz="2400" i="1">
                <a:solidFill>
                  <a:schemeClr val="tx1"/>
                </a:solidFill>
                <a:cs typeface="Arial" panose="020B0604020202020204" pitchFamily="34" charset="0"/>
              </a:rPr>
              <a:t>y</a:t>
            </a:r>
            <a:r>
              <a:rPr lang="fr-FR" altLang="it-IT" sz="2400">
                <a:solidFill>
                  <a:schemeClr val="tx1"/>
                </a:solidFill>
                <a:cs typeface="Arial" panose="020B0604020202020204" pitchFamily="34" charset="0"/>
                <a:sym typeface="Symbol" panose="05050102010706020507" pitchFamily="18" charset="2"/>
              </a:rPr>
              <a:t> </a:t>
            </a:r>
            <a:r>
              <a:rPr lang="it-IT" altLang="it-IT" sz="2400">
                <a:solidFill>
                  <a:schemeClr val="tx1"/>
                </a:solidFill>
                <a:cs typeface="Arial" panose="020B0604020202020204" pitchFamily="34" charset="0"/>
              </a:rPr>
              <a:t> </a:t>
            </a:r>
            <a:r>
              <a:rPr lang="it-IT" altLang="it-IT" sz="2400" i="1">
                <a:solidFill>
                  <a:schemeClr val="tx1"/>
                </a:solidFill>
                <a:cs typeface="Arial" panose="020B0604020202020204" pitchFamily="34" charset="0"/>
              </a:rPr>
              <a:t>x</a:t>
            </a:r>
            <a:r>
              <a:rPr lang="it-IT" altLang="it-IT" sz="2400">
                <a:solidFill>
                  <a:schemeClr val="tx1"/>
                </a:solidFill>
                <a:cs typeface="Arial" panose="020B0604020202020204" pitchFamily="34" charset="0"/>
              </a:rPr>
              <a:t>+</a:t>
            </a:r>
            <a:r>
              <a:rPr lang="it-IT" altLang="it-IT" sz="2400" i="1">
                <a:solidFill>
                  <a:schemeClr val="tx1"/>
                </a:solidFill>
                <a:cs typeface="Arial" panose="020B0604020202020204" pitchFamily="34" charset="0"/>
              </a:rPr>
              <a:t>y</a:t>
            </a:r>
            <a:r>
              <a:rPr lang="it-IT" altLang="it-IT" sz="2400">
                <a:solidFill>
                  <a:schemeClr val="tx1"/>
                </a:solidFill>
                <a:cs typeface="Arial" panose="020B0604020202020204" pitchFamily="34" charset="0"/>
              </a:rPr>
              <a:t>=</a:t>
            </a:r>
            <a:r>
              <a:rPr lang="it-IT" altLang="it-IT" sz="2400" i="1">
                <a:solidFill>
                  <a:schemeClr val="tx1"/>
                </a:solidFill>
                <a:cs typeface="Arial" panose="020B0604020202020204" pitchFamily="34" charset="0"/>
              </a:rPr>
              <a:t>y</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7" name="Segnaposto numero diapositiva 3">
            <a:extLst>
              <a:ext uri="{FF2B5EF4-FFF2-40B4-BE49-F238E27FC236}">
                <a16:creationId xmlns:a16="http://schemas.microsoft.com/office/drawing/2014/main" id="{CF07A5A9-83C2-976D-CC42-C17037FB219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D46BBA15-0330-4855-BCF8-11C7275A6E4F}" type="slidenum">
              <a:rPr lang="it-IT" altLang="it-IT" sz="1400" smtClean="0">
                <a:solidFill>
                  <a:schemeClr val="folHlink"/>
                </a:solidFill>
              </a:rPr>
              <a:pPr>
                <a:spcBef>
                  <a:spcPct val="0"/>
                </a:spcBef>
                <a:buClrTx/>
                <a:buFontTx/>
                <a:buNone/>
              </a:pPr>
              <a:t>29</a:t>
            </a:fld>
            <a:endParaRPr lang="it-IT" altLang="it-IT" sz="1400">
              <a:solidFill>
                <a:schemeClr val="folHlink"/>
              </a:solidFill>
            </a:endParaRPr>
          </a:p>
        </p:txBody>
      </p:sp>
      <p:sp>
        <p:nvSpPr>
          <p:cNvPr id="55298" name="Rectangle 2">
            <a:extLst>
              <a:ext uri="{FF2B5EF4-FFF2-40B4-BE49-F238E27FC236}">
                <a16:creationId xmlns:a16="http://schemas.microsoft.com/office/drawing/2014/main" id="{01761680-70B2-D01A-EF57-93D07BE510CE}"/>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Un ulteriore teorema</a:t>
            </a:r>
          </a:p>
        </p:txBody>
      </p:sp>
      <p:sp>
        <p:nvSpPr>
          <p:cNvPr id="55299" name="Rectangle 3">
            <a:extLst>
              <a:ext uri="{FF2B5EF4-FFF2-40B4-BE49-F238E27FC236}">
                <a16:creationId xmlns:a16="http://schemas.microsoft.com/office/drawing/2014/main" id="{0486F996-1926-B1AE-52C5-8FFBDE45913F}"/>
              </a:ext>
            </a:extLst>
          </p:cNvPr>
          <p:cNvSpPr>
            <a:spLocks noGrp="1" noChangeArrowheads="1"/>
          </p:cNvSpPr>
          <p:nvPr>
            <p:ph type="body" idx="1"/>
          </p:nvPr>
        </p:nvSpPr>
        <p:spPr/>
        <p:txBody>
          <a:bodyPr/>
          <a:lstStyle/>
          <a:p>
            <a:pPr eaLnBrk="1" hangingPunct="1"/>
            <a:r>
              <a:rPr lang="it-IT" altLang="it-IT" sz="2800">
                <a:ea typeface="ＭＳ Ｐゴシック" panose="020B0600070205080204" pitchFamily="34" charset="-128"/>
              </a:rPr>
              <a:t>Se valgono le </a:t>
            </a:r>
          </a:p>
          <a:p>
            <a:pPr eaLnBrk="1" hangingPunct="1">
              <a:buFont typeface="Wingdings" panose="05000000000000000000" pitchFamily="2" charset="2"/>
              <a:buNone/>
            </a:pPr>
            <a:r>
              <a:rPr lang="it-IT" altLang="it-IT" sz="2800">
                <a:ea typeface="ＭＳ Ｐゴシック" panose="020B0600070205080204" pitchFamily="34" charset="-128"/>
              </a:rPr>
              <a:t>		</a:t>
            </a:r>
            <a:r>
              <a:rPr lang="it-IT" altLang="it-IT" sz="2800" i="1">
                <a:ea typeface="ＭＳ Ｐゴシック" panose="020B0600070205080204" pitchFamily="34" charset="-128"/>
              </a:rPr>
              <a:t>x+y=a,   xy=0</a:t>
            </a:r>
          </a:p>
          <a:p>
            <a:pPr eaLnBrk="1" hangingPunct="1">
              <a:buFont typeface="Wingdings" panose="05000000000000000000" pitchFamily="2" charset="2"/>
              <a:buNone/>
            </a:pPr>
            <a:r>
              <a:rPr lang="it-IT" altLang="it-IT" sz="2800">
                <a:ea typeface="ＭＳ Ｐゴシック" panose="020B0600070205080204" pitchFamily="34" charset="-128"/>
              </a:rPr>
              <a:t>	allora </a:t>
            </a:r>
            <a:r>
              <a:rPr lang="it-IT" altLang="it-IT" sz="2800" i="1">
                <a:ea typeface="ＭＳ Ｐゴシック" panose="020B0600070205080204" pitchFamily="34" charset="-128"/>
              </a:rPr>
              <a:t>y</a:t>
            </a:r>
            <a:r>
              <a:rPr lang="it-IT" altLang="it-IT" sz="2800">
                <a:ea typeface="ＭＳ Ｐゴシック" panose="020B0600070205080204" pitchFamily="34" charset="-128"/>
              </a:rPr>
              <a:t> è unico</a:t>
            </a:r>
          </a:p>
          <a:p>
            <a:pPr eaLnBrk="1" hangingPunct="1"/>
            <a:r>
              <a:rPr lang="it-IT" altLang="it-IT" sz="2800">
                <a:ea typeface="ＭＳ Ｐゴシック" panose="020B0600070205080204" pitchFamily="34" charset="-128"/>
              </a:rPr>
              <a:t>Per la dimostrazione:</a:t>
            </a:r>
          </a:p>
          <a:p>
            <a:pPr lvl="1" eaLnBrk="1" hangingPunct="1"/>
            <a:r>
              <a:rPr lang="it-IT" altLang="it-IT" sz="2400">
                <a:ea typeface="ＭＳ Ｐゴシック" panose="020B0600070205080204" pitchFamily="34" charset="-128"/>
              </a:rPr>
              <a:t>Supponete che esistano due valori distinti z e y che soddisfano la proprietà indicata sopra. Moltiplicate membro a membro fino ad ottenere y=z</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Segnaposto numero diapositiva 3">
            <a:extLst>
              <a:ext uri="{FF2B5EF4-FFF2-40B4-BE49-F238E27FC236}">
                <a16:creationId xmlns:a16="http://schemas.microsoft.com/office/drawing/2014/main" id="{2065CF8B-6F4C-8003-6E3E-1A213A27D3E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88007876-9C40-4C7F-8A4F-D4744800E6D3}" type="slidenum">
              <a:rPr lang="it-IT" altLang="it-IT" sz="1400" smtClean="0">
                <a:solidFill>
                  <a:schemeClr val="folHlink"/>
                </a:solidFill>
              </a:rPr>
              <a:pPr>
                <a:spcBef>
                  <a:spcPct val="0"/>
                </a:spcBef>
                <a:buClrTx/>
                <a:buFontTx/>
                <a:buNone/>
              </a:pPr>
              <a:t>30</a:t>
            </a:fld>
            <a:endParaRPr lang="it-IT" altLang="it-IT" sz="1400">
              <a:solidFill>
                <a:schemeClr val="folHlink"/>
              </a:solidFill>
            </a:endParaRPr>
          </a:p>
        </p:txBody>
      </p:sp>
      <p:sp>
        <p:nvSpPr>
          <p:cNvPr id="56322" name="Rectangle 2">
            <a:extLst>
              <a:ext uri="{FF2B5EF4-FFF2-40B4-BE49-F238E27FC236}">
                <a16:creationId xmlns:a16="http://schemas.microsoft.com/office/drawing/2014/main" id="{073DAF2C-B211-2C5B-0518-0CDA3A2A4B96}"/>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Principio di eliminazione</a:t>
            </a:r>
          </a:p>
        </p:txBody>
      </p:sp>
      <p:graphicFrame>
        <p:nvGraphicFramePr>
          <p:cNvPr id="56323" name="Object 4">
            <a:extLst>
              <a:ext uri="{FF2B5EF4-FFF2-40B4-BE49-F238E27FC236}">
                <a16:creationId xmlns:a16="http://schemas.microsoft.com/office/drawing/2014/main" id="{1E8891CD-D467-8F93-707A-99EC185EB611}"/>
              </a:ext>
            </a:extLst>
          </p:cNvPr>
          <p:cNvGraphicFramePr>
            <a:graphicFrameLocks noGrp="1" noChangeAspect="1"/>
          </p:cNvGraphicFramePr>
          <p:nvPr>
            <p:ph idx="1"/>
          </p:nvPr>
        </p:nvGraphicFramePr>
        <p:xfrm>
          <a:off x="1187450" y="1727200"/>
          <a:ext cx="5500688" cy="908050"/>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727200"/>
                        <a:ext cx="5500688"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6324" name="Rectangle 6">
            <a:extLst>
              <a:ext uri="{FF2B5EF4-FFF2-40B4-BE49-F238E27FC236}">
                <a16:creationId xmlns:a16="http://schemas.microsoft.com/office/drawing/2014/main" id="{E592B894-64BD-06B0-5541-C4A5A0DBCE79}"/>
              </a:ext>
            </a:extLst>
          </p:cNvPr>
          <p:cNvSpPr>
            <a:spLocks noChangeArrowheads="1"/>
          </p:cNvSpPr>
          <p:nvPr/>
        </p:nvSpPr>
        <p:spPr bwMode="auto">
          <a:xfrm>
            <a:off x="684213" y="2663825"/>
            <a:ext cx="8459787"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sz="2800"/>
              <a:t>Per la dimostrazione</a:t>
            </a:r>
          </a:p>
          <a:p>
            <a:pPr lvl="1" eaLnBrk="1" hangingPunct="1"/>
            <a:r>
              <a:rPr lang="it-IT" altLang="it-IT" sz="2400"/>
              <a:t>Usate due volte la proprietà di assorbimento del complemento. Sfruttate la proprietà di unicità enunciata nel precedente lucido.</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egnaposto numero diapositiva 3">
            <a:extLst>
              <a:ext uri="{FF2B5EF4-FFF2-40B4-BE49-F238E27FC236}">
                <a16:creationId xmlns:a16="http://schemas.microsoft.com/office/drawing/2014/main" id="{3167438E-B716-E594-6A78-8B3D426848A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5158135B-EC84-41A8-8C31-6ACA2B9029CF}" type="slidenum">
              <a:rPr lang="it-IT" altLang="it-IT" sz="1400" smtClean="0">
                <a:solidFill>
                  <a:schemeClr val="folHlink"/>
                </a:solidFill>
              </a:rPr>
              <a:pPr>
                <a:spcBef>
                  <a:spcPct val="0"/>
                </a:spcBef>
                <a:buClrTx/>
                <a:buFontTx/>
                <a:buNone/>
              </a:pPr>
              <a:t>31</a:t>
            </a:fld>
            <a:endParaRPr lang="it-IT" altLang="it-IT" sz="1400">
              <a:solidFill>
                <a:schemeClr val="folHlink"/>
              </a:solidFill>
            </a:endParaRPr>
          </a:p>
        </p:txBody>
      </p:sp>
      <p:sp>
        <p:nvSpPr>
          <p:cNvPr id="57346" name="Rectangle 2">
            <a:extLst>
              <a:ext uri="{FF2B5EF4-FFF2-40B4-BE49-F238E27FC236}">
                <a16:creationId xmlns:a16="http://schemas.microsoft.com/office/drawing/2014/main" id="{7F937738-D432-4C0E-A5D4-584A00C9524E}"/>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Principio di eliminazione</a:t>
            </a:r>
          </a:p>
        </p:txBody>
      </p:sp>
      <p:sp>
        <p:nvSpPr>
          <p:cNvPr id="57347" name="Rectangle 3">
            <a:extLst>
              <a:ext uri="{FF2B5EF4-FFF2-40B4-BE49-F238E27FC236}">
                <a16:creationId xmlns:a16="http://schemas.microsoft.com/office/drawing/2014/main" id="{E0B3C010-830A-3CC1-F8CB-02530A696EB6}"/>
              </a:ext>
            </a:extLst>
          </p:cNvPr>
          <p:cNvSpPr>
            <a:spLocks noGrp="1" noChangeArrowheads="1"/>
          </p:cNvSpPr>
          <p:nvPr>
            <p:ph type="body" idx="1"/>
          </p:nvPr>
        </p:nvSpPr>
        <p:spPr/>
        <p:txBody>
          <a:bodyPr/>
          <a:lstStyle/>
          <a:p>
            <a:pPr eaLnBrk="1" hangingPunct="1"/>
            <a:r>
              <a:rPr lang="it-IT" altLang="it-IT">
                <a:ea typeface="ＭＳ Ｐゴシック" panose="020B0600070205080204" pitchFamily="34" charset="-128"/>
              </a:rPr>
              <a:t>Nell’algebra di Boole non vale il principio di elimanzione:</a:t>
            </a:r>
          </a:p>
          <a:p>
            <a:pPr eaLnBrk="1" hangingPunct="1"/>
            <a:r>
              <a:rPr lang="it-IT" altLang="it-IT" i="1">
                <a:ea typeface="ＭＳ Ｐゴシック" panose="020B0600070205080204" pitchFamily="34" charset="-128"/>
              </a:rPr>
              <a:t>x+y=x+z</a:t>
            </a:r>
            <a:r>
              <a:rPr lang="it-IT" altLang="it-IT">
                <a:ea typeface="ＭＳ Ｐゴシック" panose="020B0600070205080204" pitchFamily="34" charset="-128"/>
              </a:rPr>
              <a:t> non implica necessariamente </a:t>
            </a:r>
            <a:r>
              <a:rPr lang="it-IT" altLang="it-IT" i="1">
                <a:ea typeface="ＭＳ Ｐゴシック" panose="020B0600070205080204" pitchFamily="34" charset="-128"/>
              </a:rPr>
              <a:t>y=z !</a:t>
            </a:r>
          </a:p>
          <a:p>
            <a:pPr eaLnBrk="1" hangingPunct="1"/>
            <a:r>
              <a:rPr lang="it-IT" altLang="it-IT">
                <a:ea typeface="ＭＳ Ｐゴシック" panose="020B0600070205080204" pitchFamily="34" charset="-128"/>
              </a:rPr>
              <a:t>L’implicazione vale se è verificata la condizione aggiuntiva </a:t>
            </a:r>
            <a:r>
              <a:rPr lang="it-IT" altLang="it-IT" i="1">
                <a:ea typeface="ＭＳ Ｐゴシック" panose="020B0600070205080204" pitchFamily="34" charset="-128"/>
              </a:rPr>
              <a:t>xy=xz</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egnaposto numero diapositiva 3">
            <a:extLst>
              <a:ext uri="{FF2B5EF4-FFF2-40B4-BE49-F238E27FC236}">
                <a16:creationId xmlns:a16="http://schemas.microsoft.com/office/drawing/2014/main" id="{F848C72E-2780-6B07-9459-84FBA420662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770000DB-695A-4783-A950-BD754E5853DE}" type="slidenum">
              <a:rPr lang="it-IT" altLang="it-IT" sz="1400" smtClean="0">
                <a:solidFill>
                  <a:schemeClr val="folHlink"/>
                </a:solidFill>
              </a:rPr>
              <a:pPr>
                <a:spcBef>
                  <a:spcPct val="0"/>
                </a:spcBef>
                <a:buClrTx/>
                <a:buFontTx/>
                <a:buNone/>
              </a:pPr>
              <a:t>32</a:t>
            </a:fld>
            <a:endParaRPr lang="it-IT" altLang="it-IT" sz="1400">
              <a:solidFill>
                <a:schemeClr val="folHlink"/>
              </a:solidFill>
            </a:endParaRPr>
          </a:p>
        </p:txBody>
      </p:sp>
      <p:sp>
        <p:nvSpPr>
          <p:cNvPr id="58370" name="Rectangle 2">
            <a:extLst>
              <a:ext uri="{FF2B5EF4-FFF2-40B4-BE49-F238E27FC236}">
                <a16:creationId xmlns:a16="http://schemas.microsoft.com/office/drawing/2014/main" id="{FDEFB536-AFD8-4BBE-94AA-DD8803B4AE7C}"/>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Algebre notevoli</a:t>
            </a:r>
          </a:p>
        </p:txBody>
      </p:sp>
      <p:sp>
        <p:nvSpPr>
          <p:cNvPr id="58371" name="Rectangle 3">
            <a:extLst>
              <a:ext uri="{FF2B5EF4-FFF2-40B4-BE49-F238E27FC236}">
                <a16:creationId xmlns:a16="http://schemas.microsoft.com/office/drawing/2014/main" id="{9447C8B5-50DA-A358-8F86-9EE034461AE5}"/>
              </a:ext>
            </a:extLst>
          </p:cNvPr>
          <p:cNvSpPr>
            <a:spLocks noGrp="1" noChangeArrowheads="1"/>
          </p:cNvSpPr>
          <p:nvPr>
            <p:ph type="body" idx="1"/>
          </p:nvPr>
        </p:nvSpPr>
        <p:spPr/>
        <p:txBody>
          <a:bodyPr/>
          <a:lstStyle/>
          <a:p>
            <a:pPr eaLnBrk="1" hangingPunct="1"/>
            <a:r>
              <a:rPr lang="it-IT" altLang="it-IT" sz="2800">
                <a:ea typeface="ＭＳ Ｐゴシック" panose="020B0600070205080204" pitchFamily="34" charset="-128"/>
              </a:rPr>
              <a:t>Le proprietà ed i teoremi dimostrati precedentemente si applicano a qualsiasi “porzione di realtà” che soddisfi gli assiomi dell’algebra astratta</a:t>
            </a:r>
          </a:p>
          <a:p>
            <a:pPr eaLnBrk="1" hangingPunct="1"/>
            <a:r>
              <a:rPr lang="it-IT" altLang="it-IT" sz="2800">
                <a:ea typeface="ＭＳ Ｐゴシック" panose="020B0600070205080204" pitchFamily="34" charset="-128"/>
              </a:rPr>
              <a:t>Si individuano così </a:t>
            </a:r>
          </a:p>
          <a:p>
            <a:pPr lvl="1" eaLnBrk="1" hangingPunct="1"/>
            <a:r>
              <a:rPr lang="it-IT" altLang="it-IT" sz="2400">
                <a:ea typeface="ＭＳ Ｐゴシック" panose="020B0600070205080204" pitchFamily="34" charset="-128"/>
              </a:rPr>
              <a:t>l’algebra degli insiemi</a:t>
            </a:r>
          </a:p>
          <a:p>
            <a:pPr lvl="1" eaLnBrk="1" hangingPunct="1"/>
            <a:r>
              <a:rPr lang="it-IT" altLang="it-IT" sz="2400">
                <a:ea typeface="ＭＳ Ｐゴシック" panose="020B0600070205080204" pitchFamily="34" charset="-128"/>
              </a:rPr>
              <a:t>l’algebra della logica delle proposizioni</a:t>
            </a:r>
          </a:p>
          <a:p>
            <a:pPr lvl="1" eaLnBrk="1" hangingPunct="1"/>
            <a:r>
              <a:rPr lang="it-IT" altLang="it-IT" sz="2400">
                <a:ea typeface="ＭＳ Ｐゴシック" panose="020B0600070205080204" pitchFamily="34" charset="-128"/>
              </a:rPr>
              <a:t>l’algebra dei circuiti</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egnaposto numero diapositiva 3">
            <a:extLst>
              <a:ext uri="{FF2B5EF4-FFF2-40B4-BE49-F238E27FC236}">
                <a16:creationId xmlns:a16="http://schemas.microsoft.com/office/drawing/2014/main" id="{7E414F2B-D0BB-6D75-38E1-30273479AC9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4BF6CA63-5FC5-4C8F-8F4E-6C821E966D02}" type="slidenum">
              <a:rPr lang="it-IT" altLang="it-IT" sz="1400" smtClean="0">
                <a:solidFill>
                  <a:schemeClr val="folHlink"/>
                </a:solidFill>
              </a:rPr>
              <a:pPr>
                <a:spcBef>
                  <a:spcPct val="0"/>
                </a:spcBef>
                <a:buClrTx/>
                <a:buFontTx/>
                <a:buNone/>
              </a:pPr>
              <a:t>33</a:t>
            </a:fld>
            <a:endParaRPr lang="it-IT" altLang="it-IT" sz="1400">
              <a:solidFill>
                <a:schemeClr val="folHlink"/>
              </a:solidFill>
            </a:endParaRPr>
          </a:p>
        </p:txBody>
      </p:sp>
      <p:sp>
        <p:nvSpPr>
          <p:cNvPr id="60418" name="Rectangle 2">
            <a:extLst>
              <a:ext uri="{FF2B5EF4-FFF2-40B4-BE49-F238E27FC236}">
                <a16:creationId xmlns:a16="http://schemas.microsoft.com/office/drawing/2014/main" id="{AE98AF02-7882-EC2D-B4AB-D89762AEF879}"/>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Algebra degli insiemi</a:t>
            </a:r>
          </a:p>
        </p:txBody>
      </p:sp>
      <p:pic>
        <p:nvPicPr>
          <p:cNvPr id="60419" name="Picture 162">
            <a:extLst>
              <a:ext uri="{FF2B5EF4-FFF2-40B4-BE49-F238E27FC236}">
                <a16:creationId xmlns:a16="http://schemas.microsoft.com/office/drawing/2014/main" id="{A4597D6F-1385-A5B0-FCFC-C202DDAB91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532" t="22667" r="43893" b="55605"/>
          <a:stretch>
            <a:fillRect/>
          </a:stretch>
        </p:blipFill>
        <p:spPr bwMode="auto">
          <a:xfrm>
            <a:off x="873125" y="1128713"/>
            <a:ext cx="8059738" cy="411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pic>
      <p:sp>
        <p:nvSpPr>
          <p:cNvPr id="60420" name="CasellaDiTesto 4">
            <a:extLst>
              <a:ext uri="{FF2B5EF4-FFF2-40B4-BE49-F238E27FC236}">
                <a16:creationId xmlns:a16="http://schemas.microsoft.com/office/drawing/2014/main" id="{309BFD22-F4E1-584E-55E3-335DBF39DD39}"/>
              </a:ext>
            </a:extLst>
          </p:cNvPr>
          <p:cNvSpPr txBox="1">
            <a:spLocks noChangeArrowheads="1"/>
          </p:cNvSpPr>
          <p:nvPr/>
        </p:nvSpPr>
        <p:spPr bwMode="auto">
          <a:xfrm>
            <a:off x="2273300" y="1684338"/>
            <a:ext cx="188913"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b="1">
                <a:solidFill>
                  <a:schemeClr val="tx1"/>
                </a:solidFill>
              </a:rPr>
              <a:t>I</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egnaposto numero diapositiva 3">
            <a:extLst>
              <a:ext uri="{FF2B5EF4-FFF2-40B4-BE49-F238E27FC236}">
                <a16:creationId xmlns:a16="http://schemas.microsoft.com/office/drawing/2014/main" id="{F29D7BE1-C2D3-B038-4C21-3579AF02F37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FB3E558C-55E2-4592-9D4A-A0D69BBFFAAB}" type="slidenum">
              <a:rPr lang="it-IT" altLang="it-IT" sz="1400" smtClean="0">
                <a:solidFill>
                  <a:schemeClr val="folHlink"/>
                </a:solidFill>
              </a:rPr>
              <a:pPr>
                <a:spcBef>
                  <a:spcPct val="0"/>
                </a:spcBef>
                <a:buClrTx/>
                <a:buFontTx/>
                <a:buNone/>
              </a:pPr>
              <a:t>34</a:t>
            </a:fld>
            <a:endParaRPr lang="it-IT" altLang="it-IT" sz="1400">
              <a:solidFill>
                <a:schemeClr val="folHlink"/>
              </a:solidFill>
            </a:endParaRPr>
          </a:p>
        </p:txBody>
      </p:sp>
      <p:sp>
        <p:nvSpPr>
          <p:cNvPr id="61442" name="Rectangle 2">
            <a:extLst>
              <a:ext uri="{FF2B5EF4-FFF2-40B4-BE49-F238E27FC236}">
                <a16:creationId xmlns:a16="http://schemas.microsoft.com/office/drawing/2014/main" id="{15E0AD22-D171-7C0B-15DF-52E84544EE7E}"/>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Algebra degli insiemi (1/2)</a:t>
            </a:r>
          </a:p>
        </p:txBody>
      </p:sp>
      <p:pic>
        <p:nvPicPr>
          <p:cNvPr id="61443" name="Picture 4">
            <a:extLst>
              <a:ext uri="{FF2B5EF4-FFF2-40B4-BE49-F238E27FC236}">
                <a16:creationId xmlns:a16="http://schemas.microsoft.com/office/drawing/2014/main" id="{CB4591C2-BFF2-4365-4E43-9C993EB5B3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033" t="59521" r="41524" b="19687"/>
          <a:stretch>
            <a:fillRect/>
          </a:stretch>
        </p:blipFill>
        <p:spPr bwMode="auto">
          <a:xfrm>
            <a:off x="539750" y="2376488"/>
            <a:ext cx="8424863" cy="308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4883E93E-C391-81A8-44F1-AF12A6AAC95D}"/>
              </a:ext>
            </a:extLst>
          </p:cNvPr>
          <p:cNvSpPr>
            <a:spLocks noGrp="1" noChangeArrowheads="1"/>
          </p:cNvSpPr>
          <p:nvPr>
            <p:ph type="title"/>
          </p:nvPr>
        </p:nvSpPr>
        <p:spPr/>
        <p:txBody>
          <a:bodyPr/>
          <a:lstStyle/>
          <a:p>
            <a:r>
              <a:rPr lang="it-IT" altLang="it-IT">
                <a:ea typeface="ＭＳ Ｐゴシック" panose="020B0600070205080204" pitchFamily="34" charset="-128"/>
              </a:rPr>
              <a:t>Algebra degli insiemi (2/2)</a:t>
            </a:r>
          </a:p>
        </p:txBody>
      </p:sp>
      <p:sp>
        <p:nvSpPr>
          <p:cNvPr id="62466" name="Rectangle 3">
            <a:extLst>
              <a:ext uri="{FF2B5EF4-FFF2-40B4-BE49-F238E27FC236}">
                <a16:creationId xmlns:a16="http://schemas.microsoft.com/office/drawing/2014/main" id="{7DE333EF-8C33-88C3-F003-4EA38D23513F}"/>
              </a:ext>
            </a:extLst>
          </p:cNvPr>
          <p:cNvSpPr>
            <a:spLocks noGrp="1" noChangeArrowheads="1"/>
          </p:cNvSpPr>
          <p:nvPr>
            <p:ph type="body" idx="1"/>
          </p:nvPr>
        </p:nvSpPr>
        <p:spPr>
          <a:xfrm>
            <a:off x="485775" y="1241425"/>
            <a:ext cx="8748713" cy="4965700"/>
          </a:xfrm>
        </p:spPr>
        <p:txBody>
          <a:bodyPr/>
          <a:lstStyle/>
          <a:p>
            <a:pPr>
              <a:lnSpc>
                <a:spcPct val="80000"/>
              </a:lnSpc>
            </a:pPr>
            <a:r>
              <a:rPr lang="it-IT" altLang="it-IT" sz="2000">
                <a:ea typeface="ＭＳ Ｐゴシック" panose="020B0600070205080204" pitchFamily="34" charset="-128"/>
                <a:cs typeface="Arial" panose="020B0604020202020204" pitchFamily="34" charset="0"/>
              </a:rPr>
              <a:t>Dati due insiemi A,B </a:t>
            </a:r>
            <a:r>
              <a:rPr lang="it-IT" altLang="it-IT" sz="2000">
                <a:ea typeface="ＭＳ Ｐゴシック" panose="020B0600070205080204" pitchFamily="34" charset="-128"/>
                <a:cs typeface="Arial" panose="020B0604020202020204" pitchFamily="34" charset="0"/>
                <a:sym typeface="Symbol" panose="05050102010706020507" pitchFamily="18" charset="2"/>
              </a:rPr>
              <a:t> T,sono definite le operazioni di</a:t>
            </a:r>
            <a:r>
              <a:rPr lang="it-IT" altLang="it-IT" sz="2400">
                <a:ea typeface="ＭＳ Ｐゴシック" panose="020B0600070205080204" pitchFamily="34" charset="-128"/>
                <a:sym typeface="Symbol" panose="05050102010706020507" pitchFamily="18" charset="2"/>
              </a:rPr>
              <a:t> </a:t>
            </a:r>
          </a:p>
          <a:p>
            <a:pPr lvl="2">
              <a:lnSpc>
                <a:spcPct val="80000"/>
              </a:lnSpc>
            </a:pPr>
            <a:r>
              <a:rPr lang="it-IT" altLang="it-IT" sz="1800">
                <a:ea typeface="ＭＳ Ｐゴシック" panose="020B0600070205080204" pitchFamily="34" charset="-128"/>
                <a:sym typeface="Symbol" panose="05050102010706020507" pitchFamily="18" charset="2"/>
              </a:rPr>
              <a:t>Unione ()</a:t>
            </a:r>
          </a:p>
          <a:p>
            <a:pPr lvl="2">
              <a:lnSpc>
                <a:spcPct val="80000"/>
              </a:lnSpc>
            </a:pPr>
            <a:r>
              <a:rPr lang="it-IT" altLang="it-IT" sz="1800">
                <a:ea typeface="ＭＳ Ｐゴシック" panose="020B0600070205080204" pitchFamily="34" charset="-128"/>
                <a:sym typeface="Symbol" panose="05050102010706020507" pitchFamily="18" charset="2"/>
              </a:rPr>
              <a:t>Intersezione ()</a:t>
            </a:r>
          </a:p>
          <a:p>
            <a:pPr lvl="2">
              <a:lnSpc>
                <a:spcPct val="80000"/>
              </a:lnSpc>
            </a:pPr>
            <a:r>
              <a:rPr lang="it-IT" altLang="it-IT" sz="1800">
                <a:ea typeface="ＭＳ Ｐゴシック" panose="020B0600070205080204" pitchFamily="34" charset="-128"/>
                <a:sym typeface="Symbol" panose="05050102010706020507" pitchFamily="18" charset="2"/>
              </a:rPr>
              <a:t>Complemento (</a:t>
            </a:r>
            <a:r>
              <a:rPr lang="en-US" altLang="it-IT" sz="1800">
                <a:ea typeface="ＭＳ Ｐゴシック" panose="020B0600070205080204" pitchFamily="34" charset="-128"/>
                <a:cs typeface="Arial" panose="020B0604020202020204" pitchFamily="34" charset="0"/>
                <a:sym typeface="Symbol" panose="05050102010706020507" pitchFamily="18" charset="2"/>
              </a:rPr>
              <a:t>~</a:t>
            </a:r>
            <a:r>
              <a:rPr lang="it-IT" altLang="it-IT" sz="1800">
                <a:ea typeface="ＭＳ Ｐゴシック" panose="020B0600070205080204" pitchFamily="34" charset="-128"/>
                <a:sym typeface="Symbol" panose="05050102010706020507" pitchFamily="18" charset="2"/>
              </a:rPr>
              <a:t>)</a:t>
            </a:r>
          </a:p>
          <a:p>
            <a:pPr lvl="2">
              <a:lnSpc>
                <a:spcPct val="80000"/>
              </a:lnSpc>
            </a:pPr>
            <a:endParaRPr lang="it-IT" altLang="it-IT" sz="1800">
              <a:ea typeface="ＭＳ Ｐゴシック" panose="020B0600070205080204" pitchFamily="34" charset="-128"/>
              <a:sym typeface="Symbol" panose="05050102010706020507" pitchFamily="18" charset="2"/>
            </a:endParaRPr>
          </a:p>
          <a:p>
            <a:pPr lvl="2">
              <a:lnSpc>
                <a:spcPct val="80000"/>
              </a:lnSpc>
            </a:pPr>
            <a:endParaRPr lang="it-IT" altLang="it-IT" sz="1400">
              <a:ea typeface="ＭＳ Ｐゴシック" panose="020B0600070205080204" pitchFamily="34" charset="-128"/>
              <a:sym typeface="Symbol" panose="05050102010706020507" pitchFamily="18" charset="2"/>
            </a:endParaRPr>
          </a:p>
          <a:p>
            <a:pPr lvl="2">
              <a:lnSpc>
                <a:spcPct val="80000"/>
              </a:lnSpc>
            </a:pPr>
            <a:endParaRPr lang="it-IT" altLang="it-IT" sz="1400">
              <a:ea typeface="ＭＳ Ｐゴシック" panose="020B0600070205080204" pitchFamily="34" charset="-128"/>
              <a:sym typeface="Symbol" panose="05050102010706020507" pitchFamily="18" charset="2"/>
            </a:endParaRPr>
          </a:p>
          <a:p>
            <a:pPr lvl="2">
              <a:lnSpc>
                <a:spcPct val="80000"/>
              </a:lnSpc>
            </a:pPr>
            <a:endParaRPr lang="it-IT" altLang="it-IT" sz="1400">
              <a:ea typeface="ＭＳ Ｐゴシック" panose="020B0600070205080204" pitchFamily="34" charset="-128"/>
              <a:sym typeface="Symbol" panose="05050102010706020507" pitchFamily="18" charset="2"/>
            </a:endParaRPr>
          </a:p>
          <a:p>
            <a:pPr lvl="2">
              <a:lnSpc>
                <a:spcPct val="80000"/>
              </a:lnSpc>
            </a:pPr>
            <a:endParaRPr lang="it-IT" altLang="it-IT" sz="1400">
              <a:ea typeface="ＭＳ Ｐゴシック" panose="020B0600070205080204" pitchFamily="34" charset="-128"/>
              <a:sym typeface="Symbol" panose="05050102010706020507" pitchFamily="18" charset="2"/>
            </a:endParaRPr>
          </a:p>
          <a:p>
            <a:pPr lvl="1">
              <a:lnSpc>
                <a:spcPct val="80000"/>
              </a:lnSpc>
              <a:buFont typeface="Wingdings" panose="05000000000000000000" pitchFamily="2" charset="2"/>
              <a:buNone/>
            </a:pPr>
            <a:endParaRPr lang="en-US" altLang="it-IT" sz="1800">
              <a:ea typeface="ＭＳ Ｐゴシック" panose="020B0600070205080204" pitchFamily="34" charset="-128"/>
              <a:cs typeface="Arial" panose="020B0604020202020204" pitchFamily="34" charset="0"/>
            </a:endParaRPr>
          </a:p>
          <a:p>
            <a:pPr lvl="1">
              <a:lnSpc>
                <a:spcPct val="80000"/>
              </a:lnSpc>
              <a:buFont typeface="Wingdings" panose="05000000000000000000" pitchFamily="2" charset="2"/>
              <a:buNone/>
            </a:pPr>
            <a:endParaRPr lang="en-US" altLang="it-IT" sz="1800">
              <a:ea typeface="ＭＳ Ｐゴシック" panose="020B0600070205080204" pitchFamily="34" charset="-128"/>
              <a:cs typeface="Arial" panose="020B0604020202020204" pitchFamily="34" charset="0"/>
            </a:endParaRPr>
          </a:p>
          <a:p>
            <a:pPr lvl="1">
              <a:lnSpc>
                <a:spcPct val="80000"/>
              </a:lnSpc>
              <a:buFont typeface="Wingdings" panose="05000000000000000000" pitchFamily="2" charset="2"/>
              <a:buNone/>
            </a:pPr>
            <a:r>
              <a:rPr lang="en-US" altLang="it-IT" sz="2000">
                <a:ea typeface="ＭＳ Ｐゴシック" panose="020B0600070205080204" pitchFamily="34" charset="-128"/>
                <a:cs typeface="Arial" panose="020B0604020202020204" pitchFamily="34" charset="0"/>
              </a:rPr>
              <a:t>la sestupla </a:t>
            </a:r>
            <a:r>
              <a:rPr lang="it-IT" altLang="it-IT" sz="2000">
                <a:ea typeface="ＭＳ Ｐゴシック" panose="020B0600070205080204" pitchFamily="34" charset="-128"/>
                <a:cs typeface="Arial" panose="020B0604020202020204" pitchFamily="34" charset="0"/>
              </a:rPr>
              <a:t>‹K, </a:t>
            </a:r>
            <a:r>
              <a:rPr lang="it-IT" altLang="it-IT" sz="1800" b="1">
                <a:ea typeface="ＭＳ Ｐゴシック" panose="020B0600070205080204" pitchFamily="34" charset="-128"/>
                <a:sym typeface="Symbol" panose="05050102010706020507" pitchFamily="18" charset="2"/>
              </a:rPr>
              <a:t></a:t>
            </a:r>
            <a:r>
              <a:rPr lang="it-IT" altLang="it-IT" sz="2000" b="1">
                <a:ea typeface="ＭＳ Ｐゴシック" panose="020B0600070205080204" pitchFamily="34" charset="-128"/>
                <a:cs typeface="Arial" panose="020B0604020202020204" pitchFamily="34" charset="0"/>
              </a:rPr>
              <a:t>, </a:t>
            </a:r>
            <a:r>
              <a:rPr lang="it-IT" altLang="it-IT" sz="1800" b="1">
                <a:ea typeface="ＭＳ Ｐゴシック" panose="020B0600070205080204" pitchFamily="34" charset="-128"/>
                <a:sym typeface="Symbol" panose="05050102010706020507" pitchFamily="18" charset="2"/>
              </a:rPr>
              <a:t></a:t>
            </a:r>
            <a:r>
              <a:rPr lang="it-IT" altLang="it-IT" sz="2000">
                <a:ea typeface="ＭＳ Ｐゴシック" panose="020B0600070205080204" pitchFamily="34" charset="-128"/>
                <a:cs typeface="Arial" panose="020B0604020202020204" pitchFamily="34" charset="0"/>
              </a:rPr>
              <a:t>, </a:t>
            </a:r>
            <a:r>
              <a:rPr lang="en-US" altLang="it-IT" sz="2000">
                <a:ea typeface="ＭＳ Ｐゴシック" panose="020B0600070205080204" pitchFamily="34" charset="-128"/>
                <a:cs typeface="Arial" panose="020B0604020202020204" pitchFamily="34" charset="0"/>
              </a:rPr>
              <a:t>¬</a:t>
            </a:r>
            <a:r>
              <a:rPr lang="it-IT" altLang="it-IT" sz="2000">
                <a:ea typeface="ＭＳ Ｐゴシック" panose="020B0600070205080204" pitchFamily="34" charset="-128"/>
                <a:cs typeface="Arial" panose="020B0604020202020204" pitchFamily="34" charset="0"/>
              </a:rPr>
              <a:t>,</a:t>
            </a:r>
            <a:r>
              <a:rPr lang="el-GR" altLang="it-IT" sz="2000">
                <a:ea typeface="ＭＳ Ｐゴシック" panose="020B0600070205080204" pitchFamily="34" charset="-128"/>
                <a:cs typeface="Arial" panose="020B0604020202020204" pitchFamily="34" charset="0"/>
              </a:rPr>
              <a:t>Φ</a:t>
            </a:r>
            <a:r>
              <a:rPr lang="it-IT" altLang="it-IT" sz="2000">
                <a:ea typeface="ＭＳ Ｐゴシック" panose="020B0600070205080204" pitchFamily="34" charset="-128"/>
                <a:cs typeface="Arial" panose="020B0604020202020204" pitchFamily="34" charset="0"/>
              </a:rPr>
              <a:t>,T› è un’algebra di Boole</a:t>
            </a:r>
            <a:r>
              <a:rPr lang="it-IT" altLang="it-IT">
                <a:ea typeface="ＭＳ Ｐゴシック" panose="020B0600070205080204" pitchFamily="34" charset="-128"/>
              </a:rPr>
              <a:t>.</a:t>
            </a:r>
          </a:p>
          <a:p>
            <a:pPr lvl="2">
              <a:lnSpc>
                <a:spcPct val="80000"/>
              </a:lnSpc>
              <a:buFont typeface="Wingdings" panose="05000000000000000000" pitchFamily="2" charset="2"/>
              <a:buNone/>
            </a:pPr>
            <a:r>
              <a:rPr lang="en-US" altLang="it-IT" sz="1800">
                <a:ea typeface="ＭＳ Ｐゴシック" panose="020B0600070205080204" pitchFamily="34" charset="-128"/>
                <a:cs typeface="Arial" panose="020B0604020202020204" pitchFamily="34" charset="0"/>
              </a:rPr>
              <a:t>ove:</a:t>
            </a:r>
          </a:p>
          <a:p>
            <a:pPr lvl="3">
              <a:lnSpc>
                <a:spcPct val="80000"/>
              </a:lnSpc>
            </a:pPr>
            <a:r>
              <a:rPr lang="it-IT" altLang="it-IT">
                <a:ea typeface="ＭＳ Ｐゴシック" panose="020B0600070205080204" pitchFamily="34" charset="-128"/>
                <a:sym typeface="Symbol" panose="05050102010706020507" pitchFamily="18" charset="2"/>
              </a:rPr>
              <a:t>K indica l’insieme delle parti di T</a:t>
            </a:r>
          </a:p>
          <a:p>
            <a:pPr lvl="3">
              <a:lnSpc>
                <a:spcPct val="80000"/>
              </a:lnSpc>
            </a:pPr>
            <a:r>
              <a:rPr lang="el-GR" altLang="it-IT">
                <a:ea typeface="ＭＳ Ｐゴシック" panose="020B0600070205080204" pitchFamily="34" charset="-128"/>
                <a:cs typeface="Arial" panose="020B0604020202020204" pitchFamily="34" charset="0"/>
              </a:rPr>
              <a:t>Φ</a:t>
            </a:r>
            <a:r>
              <a:rPr lang="it-IT" altLang="it-IT">
                <a:ea typeface="ＭＳ Ｐゴシック" panose="020B0600070205080204" pitchFamily="34" charset="-128"/>
                <a:sym typeface="Symbol" panose="05050102010706020507" pitchFamily="18" charset="2"/>
              </a:rPr>
              <a:t> indica l’insieme vuoto</a:t>
            </a:r>
          </a:p>
          <a:p>
            <a:pPr lvl="3">
              <a:lnSpc>
                <a:spcPct val="80000"/>
              </a:lnSpc>
            </a:pPr>
            <a:endParaRPr lang="it-IT" altLang="it-IT">
              <a:solidFill>
                <a:schemeClr val="accent1"/>
              </a:solidFill>
              <a:ea typeface="ＭＳ Ｐゴシック" panose="020B0600070205080204" pitchFamily="34" charset="-128"/>
              <a:sym typeface="Symbol" panose="05050102010706020507" pitchFamily="18" charset="2"/>
            </a:endParaRPr>
          </a:p>
          <a:p>
            <a:pPr>
              <a:lnSpc>
                <a:spcPct val="80000"/>
              </a:lnSpc>
            </a:pPr>
            <a:r>
              <a:rPr lang="it-IT" altLang="it-IT" sz="2000">
                <a:ea typeface="ＭＳ Ｐゴシック" panose="020B0600070205080204" pitchFamily="34" charset="-128"/>
                <a:cs typeface="Arial" panose="020B0604020202020204" pitchFamily="34" charset="0"/>
                <a:sym typeface="Symbol" panose="05050102010706020507" pitchFamily="18" charset="2"/>
              </a:rPr>
              <a:t>La relazione d’ordine ≤ equivale alla relazione di inclusione tra insiemi  </a:t>
            </a:r>
            <a:endParaRPr lang="it-IT" altLang="it-IT">
              <a:ea typeface="ＭＳ Ｐゴシック" panose="020B0600070205080204" pitchFamily="34" charset="-128"/>
              <a:cs typeface="Arial" panose="020B0604020202020204" pitchFamily="34" charset="0"/>
              <a:sym typeface="Symbol" panose="05050102010706020507" pitchFamily="18" charset="2"/>
            </a:endParaRPr>
          </a:p>
          <a:p>
            <a:pPr lvl="2">
              <a:lnSpc>
                <a:spcPct val="80000"/>
              </a:lnSpc>
            </a:pPr>
            <a:endParaRPr lang="it-IT" altLang="it-IT">
              <a:ea typeface="ＭＳ Ｐゴシック" panose="020B0600070205080204" pitchFamily="34" charset="-128"/>
              <a:cs typeface="Arial" panose="020B0604020202020204" pitchFamily="34" charset="0"/>
              <a:sym typeface="Symbol" panose="05050102010706020507" pitchFamily="18" charset="2"/>
            </a:endParaRPr>
          </a:p>
          <a:p>
            <a:pPr>
              <a:lnSpc>
                <a:spcPct val="80000"/>
              </a:lnSpc>
              <a:buFont typeface="Wingdings" panose="05000000000000000000" pitchFamily="2" charset="2"/>
              <a:buNone/>
            </a:pPr>
            <a:endParaRPr lang="it-IT" altLang="it-IT" sz="1200">
              <a:solidFill>
                <a:srgbClr val="0000CC"/>
              </a:solidFill>
              <a:ea typeface="ＭＳ Ｐゴシック" panose="020B0600070205080204" pitchFamily="34" charset="-128"/>
              <a:sym typeface="Symbol" panose="05050102010706020507" pitchFamily="18" charset="2"/>
            </a:endParaRPr>
          </a:p>
          <a:p>
            <a:pPr>
              <a:lnSpc>
                <a:spcPct val="80000"/>
              </a:lnSpc>
              <a:buFont typeface="Wingdings" panose="05000000000000000000" pitchFamily="2" charset="2"/>
              <a:buNone/>
            </a:pPr>
            <a:endParaRPr lang="it-IT" altLang="it-IT" sz="1200">
              <a:solidFill>
                <a:srgbClr val="0000CC"/>
              </a:solidFill>
              <a:ea typeface="ＭＳ Ｐゴシック" panose="020B0600070205080204" pitchFamily="34" charset="-128"/>
              <a:sym typeface="Symbol" panose="05050102010706020507" pitchFamily="18" charset="2"/>
            </a:endParaRPr>
          </a:p>
          <a:p>
            <a:pPr>
              <a:lnSpc>
                <a:spcPct val="80000"/>
              </a:lnSpc>
              <a:buFont typeface="Wingdings" panose="05000000000000000000" pitchFamily="2" charset="2"/>
              <a:buNone/>
            </a:pPr>
            <a:r>
              <a:rPr lang="it-IT" altLang="it-IT" sz="1000">
                <a:solidFill>
                  <a:srgbClr val="0000CC"/>
                </a:solidFill>
                <a:ea typeface="ＭＳ Ｐゴシック" panose="020B0600070205080204" pitchFamily="34" charset="-128"/>
                <a:sym typeface="Symbol" panose="05050102010706020507" pitchFamily="18" charset="2"/>
              </a:rPr>
              <a:t>       </a:t>
            </a:r>
          </a:p>
        </p:txBody>
      </p:sp>
      <p:grpSp>
        <p:nvGrpSpPr>
          <p:cNvPr id="62467" name="Group 21">
            <a:extLst>
              <a:ext uri="{FF2B5EF4-FFF2-40B4-BE49-F238E27FC236}">
                <a16:creationId xmlns:a16="http://schemas.microsoft.com/office/drawing/2014/main" id="{5229070D-D5C5-0EB4-CE96-261DBA019D8D}"/>
              </a:ext>
            </a:extLst>
          </p:cNvPr>
          <p:cNvGrpSpPr>
            <a:grpSpLocks/>
          </p:cNvGrpSpPr>
          <p:nvPr/>
        </p:nvGrpSpPr>
        <p:grpSpPr bwMode="auto">
          <a:xfrm>
            <a:off x="4049713" y="1525588"/>
            <a:ext cx="5167312" cy="1989137"/>
            <a:chOff x="948" y="1980"/>
            <a:chExt cx="3169" cy="1326"/>
          </a:xfrm>
        </p:grpSpPr>
        <p:sp>
          <p:nvSpPr>
            <p:cNvPr id="62473" name="Freeform 17">
              <a:extLst>
                <a:ext uri="{FF2B5EF4-FFF2-40B4-BE49-F238E27FC236}">
                  <a16:creationId xmlns:a16="http://schemas.microsoft.com/office/drawing/2014/main" id="{FF9614E6-8464-0433-8229-A33C2F4969E9}"/>
                </a:ext>
              </a:extLst>
            </p:cNvPr>
            <p:cNvSpPr>
              <a:spLocks/>
            </p:cNvSpPr>
            <p:nvPr/>
          </p:nvSpPr>
          <p:spPr bwMode="auto">
            <a:xfrm>
              <a:off x="1131" y="2328"/>
              <a:ext cx="1974" cy="890"/>
            </a:xfrm>
            <a:custGeom>
              <a:avLst/>
              <a:gdLst>
                <a:gd name="T0" fmla="*/ 15 w 1980"/>
                <a:gd name="T1" fmla="*/ 692 h 836"/>
                <a:gd name="T2" fmla="*/ 45 w 1980"/>
                <a:gd name="T3" fmla="*/ 872 h 836"/>
                <a:gd name="T4" fmla="*/ 274 w 1980"/>
                <a:gd name="T5" fmla="*/ 1206 h 836"/>
                <a:gd name="T6" fmla="*/ 815 w 1980"/>
                <a:gd name="T7" fmla="*/ 1253 h 836"/>
                <a:gd name="T8" fmla="*/ 864 w 1980"/>
                <a:gd name="T9" fmla="*/ 1351 h 836"/>
                <a:gd name="T10" fmla="*/ 906 w 1980"/>
                <a:gd name="T11" fmla="*/ 1436 h 836"/>
                <a:gd name="T12" fmla="*/ 1195 w 1980"/>
                <a:gd name="T13" fmla="*/ 1627 h 836"/>
                <a:gd name="T14" fmla="*/ 1423 w 1980"/>
                <a:gd name="T15" fmla="*/ 1636 h 836"/>
                <a:gd name="T16" fmla="*/ 1748 w 1980"/>
                <a:gd name="T17" fmla="*/ 1457 h 836"/>
                <a:gd name="T18" fmla="*/ 1911 w 1980"/>
                <a:gd name="T19" fmla="*/ 907 h 836"/>
                <a:gd name="T20" fmla="*/ 1765 w 1980"/>
                <a:gd name="T21" fmla="*/ 345 h 836"/>
                <a:gd name="T22" fmla="*/ 1357 w 1980"/>
                <a:gd name="T23" fmla="*/ 94 h 836"/>
                <a:gd name="T24" fmla="*/ 1050 w 1980"/>
                <a:gd name="T25" fmla="*/ 213 h 836"/>
                <a:gd name="T26" fmla="*/ 978 w 1980"/>
                <a:gd name="T27" fmla="*/ 131 h 836"/>
                <a:gd name="T28" fmla="*/ 725 w 1980"/>
                <a:gd name="T29" fmla="*/ 34 h 836"/>
                <a:gd name="T30" fmla="*/ 400 w 1980"/>
                <a:gd name="T31" fmla="*/ 49 h 836"/>
                <a:gd name="T32" fmla="*/ 81 w 1980"/>
                <a:gd name="T33" fmla="*/ 320 h 836"/>
                <a:gd name="T34" fmla="*/ 15 w 1980"/>
                <a:gd name="T35" fmla="*/ 692 h 8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80"/>
                <a:gd name="T55" fmla="*/ 0 h 836"/>
                <a:gd name="T56" fmla="*/ 1980 w 1980"/>
                <a:gd name="T57" fmla="*/ 836 h 8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80" h="836">
                  <a:moveTo>
                    <a:pt x="15" y="348"/>
                  </a:moveTo>
                  <a:cubicBezTo>
                    <a:pt x="9" y="394"/>
                    <a:pt x="0" y="395"/>
                    <a:pt x="45" y="438"/>
                  </a:cubicBezTo>
                  <a:cubicBezTo>
                    <a:pt x="90" y="481"/>
                    <a:pt x="152" y="574"/>
                    <a:pt x="285" y="606"/>
                  </a:cubicBezTo>
                  <a:cubicBezTo>
                    <a:pt x="418" y="638"/>
                    <a:pt x="741" y="618"/>
                    <a:pt x="843" y="630"/>
                  </a:cubicBezTo>
                  <a:cubicBezTo>
                    <a:pt x="945" y="642"/>
                    <a:pt x="881" y="663"/>
                    <a:pt x="897" y="678"/>
                  </a:cubicBezTo>
                  <a:cubicBezTo>
                    <a:pt x="913" y="693"/>
                    <a:pt x="882" y="697"/>
                    <a:pt x="939" y="720"/>
                  </a:cubicBezTo>
                  <a:cubicBezTo>
                    <a:pt x="996" y="743"/>
                    <a:pt x="1151" y="799"/>
                    <a:pt x="1239" y="816"/>
                  </a:cubicBezTo>
                  <a:cubicBezTo>
                    <a:pt x="1327" y="833"/>
                    <a:pt x="1373" y="836"/>
                    <a:pt x="1467" y="822"/>
                  </a:cubicBezTo>
                  <a:cubicBezTo>
                    <a:pt x="1561" y="808"/>
                    <a:pt x="1718" y="793"/>
                    <a:pt x="1803" y="732"/>
                  </a:cubicBezTo>
                  <a:cubicBezTo>
                    <a:pt x="1888" y="671"/>
                    <a:pt x="1974" y="549"/>
                    <a:pt x="1977" y="456"/>
                  </a:cubicBezTo>
                  <a:cubicBezTo>
                    <a:pt x="1980" y="363"/>
                    <a:pt x="1917" y="242"/>
                    <a:pt x="1821" y="174"/>
                  </a:cubicBezTo>
                  <a:cubicBezTo>
                    <a:pt x="1725" y="106"/>
                    <a:pt x="1524" y="59"/>
                    <a:pt x="1401" y="48"/>
                  </a:cubicBezTo>
                  <a:cubicBezTo>
                    <a:pt x="1278" y="37"/>
                    <a:pt x="1148" y="105"/>
                    <a:pt x="1083" y="108"/>
                  </a:cubicBezTo>
                  <a:cubicBezTo>
                    <a:pt x="1018" y="111"/>
                    <a:pt x="1067" y="81"/>
                    <a:pt x="1011" y="66"/>
                  </a:cubicBezTo>
                  <a:cubicBezTo>
                    <a:pt x="955" y="51"/>
                    <a:pt x="847" y="25"/>
                    <a:pt x="747" y="18"/>
                  </a:cubicBezTo>
                  <a:cubicBezTo>
                    <a:pt x="647" y="11"/>
                    <a:pt x="522" y="0"/>
                    <a:pt x="411" y="24"/>
                  </a:cubicBezTo>
                  <a:cubicBezTo>
                    <a:pt x="300" y="48"/>
                    <a:pt x="147" y="110"/>
                    <a:pt x="81" y="162"/>
                  </a:cubicBezTo>
                  <a:cubicBezTo>
                    <a:pt x="15" y="214"/>
                    <a:pt x="21" y="302"/>
                    <a:pt x="15" y="348"/>
                  </a:cubicBezTo>
                  <a:close/>
                </a:path>
              </a:pathLst>
            </a:custGeom>
            <a:solidFill>
              <a:schemeClr val="bg1"/>
            </a:solidFill>
            <a:ln w="28575">
              <a:solidFill>
                <a:srgbClr val="FF3300"/>
              </a:solidFill>
              <a:prstDash val="dash"/>
              <a:round/>
              <a:headEnd/>
              <a:tailEnd/>
            </a:ln>
          </p:spPr>
          <p:txBody>
            <a:bodyPr/>
            <a:lstStyle/>
            <a:p>
              <a:endParaRPr lang="it-IT"/>
            </a:p>
          </p:txBody>
        </p:sp>
        <p:sp>
          <p:nvSpPr>
            <p:cNvPr id="62474" name="Oval 11">
              <a:extLst>
                <a:ext uri="{FF2B5EF4-FFF2-40B4-BE49-F238E27FC236}">
                  <a16:creationId xmlns:a16="http://schemas.microsoft.com/office/drawing/2014/main" id="{3484C16B-5F71-8601-120B-D4BD2EEA432B}"/>
                </a:ext>
              </a:extLst>
            </p:cNvPr>
            <p:cNvSpPr>
              <a:spLocks noChangeArrowheads="1"/>
            </p:cNvSpPr>
            <p:nvPr/>
          </p:nvSpPr>
          <p:spPr bwMode="auto">
            <a:xfrm>
              <a:off x="1164" y="2364"/>
              <a:ext cx="1176" cy="624"/>
            </a:xfrm>
            <a:prstGeom prst="ellipse">
              <a:avLst/>
            </a:prstGeom>
            <a:solidFill>
              <a:srgbClr val="FFFF66"/>
            </a:solidFill>
            <a:ln w="9525">
              <a:solidFill>
                <a:schemeClr val="accent1"/>
              </a:solidFill>
              <a:round/>
              <a:headEnd/>
              <a:tailEnd/>
            </a:ln>
          </p:spPr>
          <p:txBody>
            <a:bodyPr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lnSpc>
                  <a:spcPct val="120000"/>
                </a:lnSpc>
                <a:buClr>
                  <a:schemeClr val="accent1"/>
                </a:buClr>
                <a:buSzPct val="70000"/>
                <a:buFont typeface="Monotype Sorts" charset="2"/>
                <a:buNone/>
              </a:pPr>
              <a:r>
                <a:rPr kumimoji="1" lang="it-IT" altLang="it-IT" sz="2800">
                  <a:solidFill>
                    <a:schemeClr val="accent2"/>
                  </a:solidFill>
                </a:rPr>
                <a:t>A</a:t>
              </a:r>
            </a:p>
          </p:txBody>
        </p:sp>
        <p:sp>
          <p:nvSpPr>
            <p:cNvPr id="62475" name="Oval 12">
              <a:extLst>
                <a:ext uri="{FF2B5EF4-FFF2-40B4-BE49-F238E27FC236}">
                  <a16:creationId xmlns:a16="http://schemas.microsoft.com/office/drawing/2014/main" id="{F3972B59-AAC2-695B-D460-1742AA525392}"/>
                </a:ext>
              </a:extLst>
            </p:cNvPr>
            <p:cNvSpPr>
              <a:spLocks noChangeArrowheads="1"/>
            </p:cNvSpPr>
            <p:nvPr/>
          </p:nvSpPr>
          <p:spPr bwMode="auto">
            <a:xfrm>
              <a:off x="1944" y="2436"/>
              <a:ext cx="1146" cy="726"/>
            </a:xfrm>
            <a:prstGeom prst="ellipse">
              <a:avLst/>
            </a:prstGeom>
            <a:solidFill>
              <a:schemeClr val="tx2">
                <a:alpha val="50195"/>
              </a:schemeClr>
            </a:solidFill>
            <a:ln w="9525">
              <a:solidFill>
                <a:srgbClr val="0000CC"/>
              </a:solidFill>
              <a:round/>
              <a:headEnd/>
              <a:tailEnd/>
            </a:ln>
          </p:spPr>
          <p:txBody>
            <a:bodyPr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kumimoji="1" lang="it-IT" altLang="it-IT" sz="2400">
                  <a:solidFill>
                    <a:schemeClr val="accent2"/>
                  </a:solidFill>
                  <a:sym typeface="Symbol" panose="05050102010706020507" pitchFamily="18" charset="2"/>
                </a:rPr>
                <a:t>B</a:t>
              </a:r>
            </a:p>
          </p:txBody>
        </p:sp>
        <p:sp>
          <p:nvSpPr>
            <p:cNvPr id="62476" name="Oval 13">
              <a:extLst>
                <a:ext uri="{FF2B5EF4-FFF2-40B4-BE49-F238E27FC236}">
                  <a16:creationId xmlns:a16="http://schemas.microsoft.com/office/drawing/2014/main" id="{D72F935C-84FA-BAC0-41B5-33A458B8CA11}"/>
                </a:ext>
              </a:extLst>
            </p:cNvPr>
            <p:cNvSpPr>
              <a:spLocks noChangeArrowheads="1"/>
            </p:cNvSpPr>
            <p:nvPr/>
          </p:nvSpPr>
          <p:spPr bwMode="auto">
            <a:xfrm>
              <a:off x="948" y="2034"/>
              <a:ext cx="2406" cy="1272"/>
            </a:xfrm>
            <a:prstGeom prst="ellipse">
              <a:avLst/>
            </a:prstGeom>
            <a:noFill/>
            <a:ln w="9525">
              <a:solidFill>
                <a:srgbClr val="0000CC"/>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lang="it-IT" altLang="it-IT" sz="2400">
                  <a:solidFill>
                    <a:schemeClr val="tx2"/>
                  </a:solidFill>
                  <a:sym typeface="Symbol" panose="05050102010706020507" pitchFamily="18" charset="2"/>
                </a:rPr>
                <a:t>T</a:t>
              </a:r>
            </a:p>
          </p:txBody>
        </p:sp>
        <p:sp>
          <p:nvSpPr>
            <p:cNvPr id="62477" name="Line 14">
              <a:extLst>
                <a:ext uri="{FF2B5EF4-FFF2-40B4-BE49-F238E27FC236}">
                  <a16:creationId xmlns:a16="http://schemas.microsoft.com/office/drawing/2014/main" id="{AE89921A-3AB3-4143-2958-DF525EA7A3D3}"/>
                </a:ext>
              </a:extLst>
            </p:cNvPr>
            <p:cNvSpPr>
              <a:spLocks noChangeShapeType="1"/>
            </p:cNvSpPr>
            <p:nvPr/>
          </p:nvSpPr>
          <p:spPr bwMode="auto">
            <a:xfrm flipH="1">
              <a:off x="2220" y="2292"/>
              <a:ext cx="366" cy="354"/>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it-IT"/>
            </a:p>
          </p:txBody>
        </p:sp>
        <p:sp>
          <p:nvSpPr>
            <p:cNvPr id="62478" name="Text Box 15">
              <a:extLst>
                <a:ext uri="{FF2B5EF4-FFF2-40B4-BE49-F238E27FC236}">
                  <a16:creationId xmlns:a16="http://schemas.microsoft.com/office/drawing/2014/main" id="{E0AA00A4-F841-3A31-5E11-D27E02EEA8EB}"/>
                </a:ext>
              </a:extLst>
            </p:cNvPr>
            <p:cNvSpPr txBox="1">
              <a:spLocks noChangeArrowheads="1"/>
            </p:cNvSpPr>
            <p:nvPr/>
          </p:nvSpPr>
          <p:spPr bwMode="auto">
            <a:xfrm>
              <a:off x="2540" y="1980"/>
              <a:ext cx="68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lnSpc>
                  <a:spcPct val="120000"/>
                </a:lnSpc>
                <a:buClr>
                  <a:schemeClr val="accent1"/>
                </a:buClr>
                <a:buSzPct val="70000"/>
                <a:buFont typeface="Monotype Sorts" charset="2"/>
                <a:buNone/>
              </a:pPr>
              <a:r>
                <a:rPr kumimoji="1" lang="it-IT" altLang="it-IT" sz="2800"/>
                <a:t>A </a:t>
              </a:r>
              <a:r>
                <a:rPr kumimoji="1" lang="it-IT" altLang="it-IT" sz="2800">
                  <a:sym typeface="Symbol" panose="05050102010706020507" pitchFamily="18" charset="2"/>
                </a:rPr>
                <a:t> B</a:t>
              </a:r>
              <a:endParaRPr kumimoji="1" lang="it-IT" altLang="it-IT" sz="2800"/>
            </a:p>
          </p:txBody>
        </p:sp>
        <p:sp>
          <p:nvSpPr>
            <p:cNvPr id="62479" name="Line 18">
              <a:extLst>
                <a:ext uri="{FF2B5EF4-FFF2-40B4-BE49-F238E27FC236}">
                  <a16:creationId xmlns:a16="http://schemas.microsoft.com/office/drawing/2014/main" id="{E741D4C3-9EE4-4D45-70FA-03FFC696759A}"/>
                </a:ext>
              </a:extLst>
            </p:cNvPr>
            <p:cNvSpPr>
              <a:spLocks noChangeShapeType="1"/>
            </p:cNvSpPr>
            <p:nvPr/>
          </p:nvSpPr>
          <p:spPr bwMode="auto">
            <a:xfrm flipH="1">
              <a:off x="3100" y="2464"/>
              <a:ext cx="366" cy="354"/>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it-IT"/>
            </a:p>
          </p:txBody>
        </p:sp>
        <p:sp>
          <p:nvSpPr>
            <p:cNvPr id="62480" name="Text Box 19">
              <a:extLst>
                <a:ext uri="{FF2B5EF4-FFF2-40B4-BE49-F238E27FC236}">
                  <a16:creationId xmlns:a16="http://schemas.microsoft.com/office/drawing/2014/main" id="{06DE3D4C-4A35-E6D1-3D95-B74C6CC8E76F}"/>
                </a:ext>
              </a:extLst>
            </p:cNvPr>
            <p:cNvSpPr txBox="1">
              <a:spLocks noChangeArrowheads="1"/>
            </p:cNvSpPr>
            <p:nvPr/>
          </p:nvSpPr>
          <p:spPr bwMode="auto">
            <a:xfrm>
              <a:off x="3432" y="2152"/>
              <a:ext cx="68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lnSpc>
                  <a:spcPct val="120000"/>
                </a:lnSpc>
                <a:buClr>
                  <a:schemeClr val="accent1"/>
                </a:buClr>
                <a:buSzPct val="70000"/>
                <a:buFont typeface="Monotype Sorts" charset="2"/>
                <a:buNone/>
              </a:pPr>
              <a:r>
                <a:rPr kumimoji="1" lang="it-IT" altLang="it-IT" sz="2800">
                  <a:solidFill>
                    <a:srgbClr val="FF3300"/>
                  </a:solidFill>
                </a:rPr>
                <a:t>A </a:t>
              </a:r>
              <a:r>
                <a:rPr kumimoji="1" lang="it-IT" altLang="it-IT" sz="2800">
                  <a:solidFill>
                    <a:srgbClr val="FF3300"/>
                  </a:solidFill>
                  <a:sym typeface="Symbol" panose="05050102010706020507" pitchFamily="18" charset="2"/>
                </a:rPr>
                <a:t> B</a:t>
              </a:r>
              <a:endParaRPr kumimoji="1" lang="it-IT" altLang="it-IT" sz="2800">
                <a:solidFill>
                  <a:srgbClr val="FF3300"/>
                </a:solidFill>
              </a:endParaRPr>
            </a:p>
          </p:txBody>
        </p:sp>
      </p:grpSp>
      <p:sp>
        <p:nvSpPr>
          <p:cNvPr id="62468" name="Rectangle 24">
            <a:extLst>
              <a:ext uri="{FF2B5EF4-FFF2-40B4-BE49-F238E27FC236}">
                <a16:creationId xmlns:a16="http://schemas.microsoft.com/office/drawing/2014/main" id="{32B41C14-2CC8-71F3-E20F-424C5BB3FCB6}"/>
              </a:ext>
            </a:extLst>
          </p:cNvPr>
          <p:cNvSpPr>
            <a:spLocks noChangeArrowheads="1"/>
          </p:cNvSpPr>
          <p:nvPr/>
        </p:nvSpPr>
        <p:spPr bwMode="auto">
          <a:xfrm>
            <a:off x="0" y="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62469" name="Text Box 25">
            <a:extLst>
              <a:ext uri="{FF2B5EF4-FFF2-40B4-BE49-F238E27FC236}">
                <a16:creationId xmlns:a16="http://schemas.microsoft.com/office/drawing/2014/main" id="{6A31B421-81EC-A18E-85C1-49BCD15942A4}"/>
              </a:ext>
            </a:extLst>
          </p:cNvPr>
          <p:cNvSpPr txBox="1">
            <a:spLocks noChangeArrowheads="1"/>
          </p:cNvSpPr>
          <p:nvPr/>
        </p:nvSpPr>
        <p:spPr bwMode="auto">
          <a:xfrm>
            <a:off x="7575550" y="3455988"/>
            <a:ext cx="2144713" cy="831850"/>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i="1">
                <a:solidFill>
                  <a:srgbClr val="0000CC"/>
                </a:solidFill>
                <a:latin typeface="Verdana" panose="020B0604030504040204" pitchFamily="34" charset="0"/>
              </a:rPr>
              <a:t>Diagramma di Venn</a:t>
            </a:r>
          </a:p>
        </p:txBody>
      </p:sp>
      <p:cxnSp>
        <p:nvCxnSpPr>
          <p:cNvPr id="62470" name="AutoShape 26">
            <a:extLst>
              <a:ext uri="{FF2B5EF4-FFF2-40B4-BE49-F238E27FC236}">
                <a16:creationId xmlns:a16="http://schemas.microsoft.com/office/drawing/2014/main" id="{A96E3B68-4D7A-EDFA-A8A8-FE11240F489C}"/>
              </a:ext>
            </a:extLst>
          </p:cNvPr>
          <p:cNvCxnSpPr>
            <a:cxnSpLocks noChangeShapeType="1"/>
            <a:stCxn id="62476" idx="5"/>
            <a:endCxn id="62469" idx="2"/>
          </p:cNvCxnSpPr>
          <p:nvPr/>
        </p:nvCxnSpPr>
        <p:spPr bwMode="auto">
          <a:xfrm rot="16200000" flipH="1">
            <a:off x="7496175" y="3136900"/>
            <a:ext cx="1052513" cy="1249363"/>
          </a:xfrm>
          <a:prstGeom prst="bentConnector3">
            <a:avLst>
              <a:gd name="adj1" fmla="val 121731"/>
            </a:avLst>
          </a:prstGeom>
          <a:noFill/>
          <a:ln w="9525">
            <a:solidFill>
              <a:srgbClr val="0000CC"/>
            </a:solidFill>
            <a:miter lim="800000"/>
            <a:headEnd/>
            <a:tailEnd type="triangle" w="med" len="med"/>
          </a:ln>
          <a:extLst>
            <a:ext uri="{909E8E84-426E-40DD-AFC4-6F175D3DCCD1}">
              <a14:hiddenFill xmlns:a14="http://schemas.microsoft.com/office/drawing/2010/main">
                <a:noFill/>
              </a14:hiddenFill>
            </a:ext>
          </a:extLst>
        </p:spPr>
      </p:cxnSp>
      <p:sp>
        <p:nvSpPr>
          <p:cNvPr id="62471" name="Text Box 27">
            <a:extLst>
              <a:ext uri="{FF2B5EF4-FFF2-40B4-BE49-F238E27FC236}">
                <a16:creationId xmlns:a16="http://schemas.microsoft.com/office/drawing/2014/main" id="{BB4C6408-7250-D9B2-7BD8-6541470E8A1C}"/>
              </a:ext>
            </a:extLst>
          </p:cNvPr>
          <p:cNvSpPr txBox="1">
            <a:spLocks noChangeArrowheads="1"/>
          </p:cNvSpPr>
          <p:nvPr/>
        </p:nvSpPr>
        <p:spPr bwMode="auto">
          <a:xfrm>
            <a:off x="527050" y="2668588"/>
            <a:ext cx="1760538" cy="1016000"/>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2"/>
                </a:solidFill>
                <a:sym typeface="Symbol" panose="05050102010706020507" pitchFamily="18" charset="2"/>
              </a:rPr>
              <a:t>a  </a:t>
            </a:r>
            <a:r>
              <a:rPr lang="el-GR" altLang="it-IT" sz="2400">
                <a:solidFill>
                  <a:schemeClr val="tx2"/>
                </a:solidFill>
              </a:rPr>
              <a:t>Φ</a:t>
            </a:r>
            <a:r>
              <a:rPr lang="it-IT" altLang="it-IT" sz="2400">
                <a:solidFill>
                  <a:schemeClr val="tx2"/>
                </a:solidFill>
              </a:rPr>
              <a:t>= </a:t>
            </a:r>
            <a:r>
              <a:rPr lang="el-GR" altLang="it-IT" sz="2400">
                <a:solidFill>
                  <a:schemeClr val="tx2"/>
                </a:solidFill>
              </a:rPr>
              <a:t>Φ</a:t>
            </a:r>
            <a:endParaRPr lang="it-IT" altLang="it-IT" sz="2400">
              <a:solidFill>
                <a:schemeClr val="tx2"/>
              </a:solidFill>
            </a:endParaRPr>
          </a:p>
          <a:p>
            <a:pPr eaLnBrk="1" hangingPunct="1">
              <a:spcBef>
                <a:spcPct val="50000"/>
              </a:spcBef>
              <a:buClrTx/>
              <a:buFontTx/>
              <a:buNone/>
            </a:pPr>
            <a:r>
              <a:rPr lang="it-IT" altLang="it-IT" sz="2400">
                <a:solidFill>
                  <a:schemeClr val="tx2"/>
                </a:solidFill>
              </a:rPr>
              <a:t>a </a:t>
            </a:r>
            <a:r>
              <a:rPr lang="it-IT" altLang="it-IT" sz="2400">
                <a:solidFill>
                  <a:schemeClr val="tx2"/>
                </a:solidFill>
                <a:sym typeface="Symbol" panose="05050102010706020507" pitchFamily="18" charset="2"/>
              </a:rPr>
              <a:t> </a:t>
            </a:r>
            <a:r>
              <a:rPr lang="it-IT" altLang="it-IT" sz="2400">
                <a:solidFill>
                  <a:schemeClr val="tx2"/>
                </a:solidFill>
              </a:rPr>
              <a:t>T= T</a:t>
            </a:r>
            <a:endParaRPr lang="it-IT" altLang="it-IT" sz="2400" u="sng">
              <a:solidFill>
                <a:schemeClr val="tx1"/>
              </a:solidFill>
            </a:endParaRPr>
          </a:p>
        </p:txBody>
      </p:sp>
      <p:sp>
        <p:nvSpPr>
          <p:cNvPr id="62472" name="Segnaposto numero diapositiva 3">
            <a:extLst>
              <a:ext uri="{FF2B5EF4-FFF2-40B4-BE49-F238E27FC236}">
                <a16:creationId xmlns:a16="http://schemas.microsoft.com/office/drawing/2014/main" id="{55459A7F-A77E-8E8E-5941-BAAA96D131E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2C7F6B22-D91C-402A-8C5A-EFC7CA023CFC}" type="slidenum">
              <a:rPr lang="it-IT" altLang="it-IT" sz="1400" smtClean="0">
                <a:solidFill>
                  <a:schemeClr val="folHlink"/>
                </a:solidFill>
              </a:rPr>
              <a:pPr>
                <a:spcBef>
                  <a:spcPct val="0"/>
                </a:spcBef>
                <a:buClrTx/>
                <a:buFontTx/>
                <a:buNone/>
              </a:pPr>
              <a:t>35</a:t>
            </a:fld>
            <a:endParaRPr lang="it-IT" altLang="it-IT" sz="1400">
              <a:solidFill>
                <a:schemeClr val="folHlink"/>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egnaposto numero diapositiva 3">
            <a:extLst>
              <a:ext uri="{FF2B5EF4-FFF2-40B4-BE49-F238E27FC236}">
                <a16:creationId xmlns:a16="http://schemas.microsoft.com/office/drawing/2014/main" id="{DBE85071-60E3-AA83-EA73-3AF8527EA0E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5E3F2678-B714-4FBF-8D5C-49C23729A0A2}" type="slidenum">
              <a:rPr lang="it-IT" altLang="it-IT" sz="1400" smtClean="0">
                <a:solidFill>
                  <a:schemeClr val="folHlink"/>
                </a:solidFill>
              </a:rPr>
              <a:pPr>
                <a:spcBef>
                  <a:spcPct val="0"/>
                </a:spcBef>
                <a:buClrTx/>
                <a:buFontTx/>
                <a:buNone/>
              </a:pPr>
              <a:t>36</a:t>
            </a:fld>
            <a:endParaRPr lang="it-IT" altLang="it-IT" sz="1400">
              <a:solidFill>
                <a:schemeClr val="folHlink"/>
              </a:solidFill>
            </a:endParaRPr>
          </a:p>
        </p:txBody>
      </p:sp>
      <p:sp>
        <p:nvSpPr>
          <p:cNvPr id="63490" name="Rectangle 2">
            <a:extLst>
              <a:ext uri="{FF2B5EF4-FFF2-40B4-BE49-F238E27FC236}">
                <a16:creationId xmlns:a16="http://schemas.microsoft.com/office/drawing/2014/main" id="{69198A11-12EC-E1F1-0DD9-C54D5335056D}"/>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Teorema di Stone</a:t>
            </a:r>
          </a:p>
        </p:txBody>
      </p:sp>
      <p:sp>
        <p:nvSpPr>
          <p:cNvPr id="63491" name="Rectangle 3">
            <a:extLst>
              <a:ext uri="{FF2B5EF4-FFF2-40B4-BE49-F238E27FC236}">
                <a16:creationId xmlns:a16="http://schemas.microsoft.com/office/drawing/2014/main" id="{7071681F-9AE7-063D-40FF-C5F1FF0D9C33}"/>
              </a:ext>
            </a:extLst>
          </p:cNvPr>
          <p:cNvSpPr>
            <a:spLocks noGrp="1" noChangeArrowheads="1"/>
          </p:cNvSpPr>
          <p:nvPr>
            <p:ph type="body" idx="1"/>
          </p:nvPr>
        </p:nvSpPr>
        <p:spPr/>
        <p:txBody>
          <a:bodyPr/>
          <a:lstStyle/>
          <a:p>
            <a:pPr eaLnBrk="1" hangingPunct="1"/>
            <a:r>
              <a:rPr lang="it-IT" altLang="it-IT">
                <a:ea typeface="ＭＳ Ｐゴシック" panose="020B0600070205080204" pitchFamily="34" charset="-128"/>
              </a:rPr>
              <a:t>Ogni algebra di Boole è rappresentabile su un'algebra di insiemi. </a:t>
            </a:r>
          </a:p>
          <a:p>
            <a:pPr eaLnBrk="1" hangingPunct="1"/>
            <a:r>
              <a:rPr lang="it-IT" altLang="it-IT">
                <a:ea typeface="ＭＳ Ｐゴシック" panose="020B0600070205080204" pitchFamily="34" charset="-128"/>
              </a:rPr>
              <a:t>Il modello degli insiemi (e equivalentemente i diagrammi di Venn) può essere assunto come strumento per verificare o dimostrare proprietà di una qualsiasi algebra di Boole.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D95A72F9-C526-2320-1253-3551288397C5}"/>
              </a:ext>
            </a:extLst>
          </p:cNvPr>
          <p:cNvSpPr>
            <a:spLocks noGrp="1" noChangeArrowheads="1"/>
          </p:cNvSpPr>
          <p:nvPr>
            <p:ph type="title" idx="4294967295"/>
          </p:nvPr>
        </p:nvSpPr>
        <p:spPr>
          <a:xfrm>
            <a:off x="144463" y="161925"/>
            <a:ext cx="8748712" cy="860425"/>
          </a:xfrm>
        </p:spPr>
        <p:txBody>
          <a:bodyPr/>
          <a:lstStyle/>
          <a:p>
            <a:pPr eaLnBrk="1" hangingPunct="1"/>
            <a:r>
              <a:rPr lang="it-IT" altLang="it-IT">
                <a:ea typeface="ＭＳ Ｐゴシック" panose="020B0600070205080204" pitchFamily="34" charset="-128"/>
              </a:rPr>
              <a:t>Algebra della logica</a:t>
            </a:r>
          </a:p>
        </p:txBody>
      </p:sp>
      <p:sp>
        <p:nvSpPr>
          <p:cNvPr id="65538" name="Rectangle 3">
            <a:extLst>
              <a:ext uri="{FF2B5EF4-FFF2-40B4-BE49-F238E27FC236}">
                <a16:creationId xmlns:a16="http://schemas.microsoft.com/office/drawing/2014/main" id="{B40F0245-0474-50DE-FC7C-E0A09DBA4F57}"/>
              </a:ext>
            </a:extLst>
          </p:cNvPr>
          <p:cNvSpPr>
            <a:spLocks noGrp="1" noChangeArrowheads="1"/>
          </p:cNvSpPr>
          <p:nvPr>
            <p:ph type="body" sz="half" idx="4294967295"/>
          </p:nvPr>
        </p:nvSpPr>
        <p:spPr>
          <a:xfrm>
            <a:off x="1588" y="1025525"/>
            <a:ext cx="9518650" cy="4573588"/>
          </a:xfrm>
          <a:noFill/>
        </p:spPr>
        <p:txBody>
          <a:bodyPr>
            <a:spAutoFit/>
          </a:bodyPr>
          <a:lstStyle/>
          <a:p>
            <a:pPr eaLnBrk="1" hangingPunct="1"/>
            <a:r>
              <a:rPr lang="it-IT" altLang="it-IT" sz="2400">
                <a:ea typeface="ＭＳ Ｐゴシック" panose="020B0600070205080204" pitchFamily="34" charset="-128"/>
                <a:cs typeface="Arial" panose="020B0604020202020204" pitchFamily="34" charset="0"/>
              </a:rPr>
              <a:t>L’insieme K={0,1} su cui siano definite le operazioni</a:t>
            </a:r>
            <a:r>
              <a:rPr lang="it-IT" altLang="it-IT">
                <a:ea typeface="ＭＳ Ｐゴシック" panose="020B0600070205080204" pitchFamily="34" charset="-128"/>
              </a:rPr>
              <a:t> </a:t>
            </a:r>
          </a:p>
          <a:p>
            <a:pPr lvl="2" eaLnBrk="1" hangingPunct="1"/>
            <a:endParaRPr lang="it-IT" altLang="it-IT">
              <a:ea typeface="ＭＳ Ｐゴシック" panose="020B0600070205080204" pitchFamily="34" charset="-128"/>
            </a:endParaRPr>
          </a:p>
          <a:p>
            <a:pPr lvl="2" eaLnBrk="1" hangingPunct="1"/>
            <a:r>
              <a:rPr lang="it-IT" altLang="it-IT">
                <a:ea typeface="ＭＳ Ｐゴシック" panose="020B0600070205080204" pitchFamily="34" charset="-128"/>
              </a:rPr>
              <a:t>Disgiunzione (</a:t>
            </a:r>
            <a:r>
              <a:rPr lang="it-IT" altLang="it-IT" sz="1800">
                <a:ea typeface="ＭＳ Ｐゴシック" panose="020B0600070205080204" pitchFamily="34" charset="-128"/>
              </a:rPr>
              <a:t>v</a:t>
            </a:r>
            <a:r>
              <a:rPr lang="it-IT" altLang="it-IT">
                <a:ea typeface="ＭＳ Ｐゴシック" panose="020B0600070205080204" pitchFamily="34" charset="-128"/>
              </a:rPr>
              <a:t>)</a:t>
            </a:r>
          </a:p>
          <a:p>
            <a:pPr lvl="2" eaLnBrk="1" hangingPunct="1"/>
            <a:endParaRPr lang="it-IT" altLang="it-IT">
              <a:ea typeface="ＭＳ Ｐゴシック" panose="020B0600070205080204" pitchFamily="34" charset="-128"/>
            </a:endParaRPr>
          </a:p>
          <a:p>
            <a:pPr lvl="2" eaLnBrk="1" hangingPunct="1"/>
            <a:r>
              <a:rPr lang="it-IT" altLang="it-IT">
                <a:ea typeface="ＭＳ Ｐゴシック" panose="020B0600070205080204" pitchFamily="34" charset="-128"/>
              </a:rPr>
              <a:t>Congiunzione(^)</a:t>
            </a:r>
          </a:p>
          <a:p>
            <a:pPr lvl="2" eaLnBrk="1" hangingPunct="1"/>
            <a:endParaRPr lang="it-IT" altLang="it-IT">
              <a:ea typeface="ＭＳ Ｐゴシック" panose="020B0600070205080204" pitchFamily="34" charset="-128"/>
            </a:endParaRPr>
          </a:p>
          <a:p>
            <a:pPr lvl="2" eaLnBrk="1" hangingPunct="1"/>
            <a:r>
              <a:rPr lang="it-IT" altLang="it-IT">
                <a:ea typeface="ＭＳ Ｐゴシック" panose="020B0600070205080204" pitchFamily="34" charset="-128"/>
              </a:rPr>
              <a:t>Negazione (</a:t>
            </a:r>
            <a:r>
              <a:rPr lang="en-US" altLang="it-IT">
                <a:ea typeface="ＭＳ Ｐゴシック" panose="020B0600070205080204" pitchFamily="34" charset="-128"/>
                <a:cs typeface="Arial" panose="020B0604020202020204" pitchFamily="34" charset="0"/>
              </a:rPr>
              <a:t>¬)</a:t>
            </a:r>
          </a:p>
          <a:p>
            <a:pPr lvl="2" eaLnBrk="1" hangingPunct="1"/>
            <a:endParaRPr lang="en-US" altLang="it-IT">
              <a:ea typeface="ＭＳ Ｐゴシック" panose="020B0600070205080204" pitchFamily="34" charset="-128"/>
              <a:cs typeface="Arial" panose="020B0604020202020204" pitchFamily="34" charset="0"/>
            </a:endParaRPr>
          </a:p>
          <a:p>
            <a:pPr lvl="2" eaLnBrk="1" hangingPunct="1"/>
            <a:endParaRPr lang="en-US" altLang="it-IT">
              <a:ea typeface="ＭＳ Ｐゴシック" panose="020B0600070205080204" pitchFamily="34" charset="-128"/>
              <a:cs typeface="Arial" panose="020B0604020202020204" pitchFamily="34" charset="0"/>
            </a:endParaRPr>
          </a:p>
          <a:p>
            <a:pPr lvl="2" eaLnBrk="1" hangingPunct="1">
              <a:buFont typeface="Wingdings" panose="05000000000000000000" pitchFamily="2" charset="2"/>
              <a:buNone/>
            </a:pPr>
            <a:r>
              <a:rPr lang="en-US" altLang="it-IT">
                <a:ea typeface="ＭＳ Ｐゴシック" panose="020B0600070205080204" pitchFamily="34" charset="-128"/>
                <a:cs typeface="Arial" panose="020B0604020202020204" pitchFamily="34" charset="0"/>
              </a:rPr>
              <a:t>ovvero la sestupla </a:t>
            </a:r>
            <a:r>
              <a:rPr lang="it-IT" altLang="it-IT" b="1">
                <a:ea typeface="ＭＳ Ｐゴシック" panose="020B0600070205080204" pitchFamily="34" charset="-128"/>
              </a:rPr>
              <a:t>‹K,v,^, </a:t>
            </a:r>
            <a:r>
              <a:rPr lang="en-US" altLang="it-IT">
                <a:ea typeface="ＭＳ Ｐゴシック" panose="020B0600070205080204" pitchFamily="34" charset="-128"/>
                <a:cs typeface="Arial" panose="020B0604020202020204" pitchFamily="34" charset="0"/>
              </a:rPr>
              <a:t>¬</a:t>
            </a:r>
            <a:r>
              <a:rPr lang="it-IT" altLang="it-IT" b="1">
                <a:ea typeface="ＭＳ Ｐゴシック" panose="020B0600070205080204" pitchFamily="34" charset="-128"/>
              </a:rPr>
              <a:t>,0,1› </a:t>
            </a:r>
            <a:r>
              <a:rPr lang="it-IT" altLang="it-IT">
                <a:ea typeface="ＭＳ Ｐゴシック" panose="020B0600070205080204" pitchFamily="34" charset="-128"/>
              </a:rPr>
              <a:t>è un’algebra di Boole.</a:t>
            </a:r>
            <a:endParaRPr lang="en-US" altLang="it-IT">
              <a:ea typeface="ＭＳ Ｐゴシック" panose="020B0600070205080204" pitchFamily="34" charset="-128"/>
              <a:cs typeface="Arial" panose="020B0604020202020204" pitchFamily="34" charset="0"/>
            </a:endParaRPr>
          </a:p>
        </p:txBody>
      </p:sp>
      <p:graphicFrame>
        <p:nvGraphicFramePr>
          <p:cNvPr id="64666" name="Group 154">
            <a:extLst>
              <a:ext uri="{FF2B5EF4-FFF2-40B4-BE49-F238E27FC236}">
                <a16:creationId xmlns:a16="http://schemas.microsoft.com/office/drawing/2014/main" id="{012923B0-C0F3-A573-C537-A01505DEBA94}"/>
              </a:ext>
            </a:extLst>
          </p:cNvPr>
          <p:cNvGraphicFramePr>
            <a:graphicFrameLocks noGrp="1"/>
          </p:cNvGraphicFramePr>
          <p:nvPr>
            <p:ph sz="half" idx="4294967295"/>
          </p:nvPr>
        </p:nvGraphicFramePr>
        <p:xfrm>
          <a:off x="7118350" y="1674813"/>
          <a:ext cx="1720850" cy="1127334"/>
        </p:xfrm>
        <a:graphic>
          <a:graphicData uri="http://schemas.openxmlformats.org/drawingml/2006/table">
            <a:tbl>
              <a:tblPr/>
              <a:tblGrid>
                <a:gridCol w="573088">
                  <a:extLst>
                    <a:ext uri="{9D8B030D-6E8A-4147-A177-3AD203B41FA5}">
                      <a16:colId xmlns:a16="http://schemas.microsoft.com/office/drawing/2014/main" val="20000"/>
                    </a:ext>
                  </a:extLst>
                </a:gridCol>
                <a:gridCol w="574675">
                  <a:extLst>
                    <a:ext uri="{9D8B030D-6E8A-4147-A177-3AD203B41FA5}">
                      <a16:colId xmlns:a16="http://schemas.microsoft.com/office/drawing/2014/main" val="20001"/>
                    </a:ext>
                  </a:extLst>
                </a:gridCol>
                <a:gridCol w="573087">
                  <a:extLst>
                    <a:ext uri="{9D8B030D-6E8A-4147-A177-3AD203B41FA5}">
                      <a16:colId xmlns:a16="http://schemas.microsoft.com/office/drawing/2014/main" val="20002"/>
                    </a:ext>
                  </a:extLst>
                </a:gridCol>
              </a:tblGrid>
              <a:tr h="37570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900" b="1" i="0" u="none" strike="noStrike" cap="none" normalizeH="0" baseline="0">
                          <a:ln>
                            <a:noFill/>
                          </a:ln>
                          <a:solidFill>
                            <a:schemeClr val="tx2"/>
                          </a:solidFill>
                          <a:effectLst/>
                          <a:latin typeface="Arial" charset="0"/>
                          <a:ea typeface="ＭＳ Ｐゴシック" charset="0"/>
                          <a:cs typeface="ＭＳ Ｐゴシック" charset="0"/>
                        </a:rPr>
                        <a:t>v</a:t>
                      </a:r>
                    </a:p>
                  </a:txBody>
                  <a:tcPr marL="97203" marR="97203" marT="43109" marB="43109"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900" b="0" i="0" u="none" strike="noStrike" cap="none" normalizeH="0" baseline="0">
                          <a:ln>
                            <a:noFill/>
                          </a:ln>
                          <a:solidFill>
                            <a:schemeClr val="tx2"/>
                          </a:solidFill>
                          <a:effectLst/>
                          <a:latin typeface="Arial" charset="0"/>
                          <a:ea typeface="ＭＳ Ｐゴシック" charset="0"/>
                          <a:cs typeface="ＭＳ Ｐゴシック" charset="0"/>
                        </a:rPr>
                        <a:t>0</a:t>
                      </a:r>
                    </a:p>
                  </a:txBody>
                  <a:tcPr marL="97203" marR="97203" marT="43109" marB="43109"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900" b="0" i="0" u="none" strike="noStrike" cap="none" normalizeH="0" baseline="0">
                          <a:ln>
                            <a:noFill/>
                          </a:ln>
                          <a:solidFill>
                            <a:schemeClr val="tx2"/>
                          </a:solidFill>
                          <a:effectLst/>
                          <a:latin typeface="Arial" charset="0"/>
                          <a:ea typeface="ＭＳ Ｐゴシック" charset="0"/>
                          <a:cs typeface="ＭＳ Ｐゴシック" charset="0"/>
                        </a:rPr>
                        <a:t>1</a:t>
                      </a:r>
                    </a:p>
                  </a:txBody>
                  <a:tcPr marL="97203" marR="97203" marT="43109" marB="43109"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570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900" b="0" i="0" u="none" strike="noStrike" cap="none" normalizeH="0" baseline="0">
                          <a:ln>
                            <a:noFill/>
                          </a:ln>
                          <a:solidFill>
                            <a:schemeClr val="tx2"/>
                          </a:solidFill>
                          <a:effectLst/>
                          <a:latin typeface="Arial" charset="0"/>
                          <a:ea typeface="ＭＳ Ｐゴシック" charset="0"/>
                          <a:cs typeface="ＭＳ Ｐゴシック" charset="0"/>
                        </a:rPr>
                        <a:t>0</a:t>
                      </a:r>
                    </a:p>
                  </a:txBody>
                  <a:tcPr marL="97203" marR="97203" marT="43109" marB="43109"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900" b="0" i="0" u="none" strike="noStrike" cap="none" normalizeH="0" baseline="0">
                          <a:ln>
                            <a:noFill/>
                          </a:ln>
                          <a:solidFill>
                            <a:schemeClr val="tx2"/>
                          </a:solidFill>
                          <a:effectLst/>
                          <a:latin typeface="Arial" charset="0"/>
                          <a:ea typeface="ＭＳ Ｐゴシック" charset="0"/>
                          <a:cs typeface="ＭＳ Ｐゴシック" charset="0"/>
                        </a:rPr>
                        <a:t>0</a:t>
                      </a:r>
                    </a:p>
                  </a:txBody>
                  <a:tcPr marL="97203" marR="97203" marT="43109" marB="43109"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900" b="0" i="0" u="none" strike="noStrike" cap="none" normalizeH="0" baseline="0">
                          <a:ln>
                            <a:noFill/>
                          </a:ln>
                          <a:solidFill>
                            <a:schemeClr val="tx2"/>
                          </a:solidFill>
                          <a:effectLst/>
                          <a:latin typeface="Arial" charset="0"/>
                          <a:ea typeface="ＭＳ Ｐゴシック" charset="0"/>
                          <a:cs typeface="ＭＳ Ｐゴシック" charset="0"/>
                        </a:rPr>
                        <a:t>1</a:t>
                      </a:r>
                    </a:p>
                  </a:txBody>
                  <a:tcPr marL="97203" marR="97203" marT="43109" marB="43109"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570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900" b="0" i="0" u="none" strike="noStrike" cap="none" normalizeH="0" baseline="0">
                          <a:ln>
                            <a:noFill/>
                          </a:ln>
                          <a:solidFill>
                            <a:schemeClr val="tx2"/>
                          </a:solidFill>
                          <a:effectLst/>
                          <a:latin typeface="Arial" charset="0"/>
                          <a:ea typeface="ＭＳ Ｐゴシック" charset="0"/>
                          <a:cs typeface="ＭＳ Ｐゴシック" charset="0"/>
                        </a:rPr>
                        <a:t>1</a:t>
                      </a:r>
                    </a:p>
                  </a:txBody>
                  <a:tcPr marL="97203" marR="97203" marT="43109" marB="43109"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900" b="0" i="0" u="none" strike="noStrike" cap="none" normalizeH="0" baseline="0">
                          <a:ln>
                            <a:noFill/>
                          </a:ln>
                          <a:solidFill>
                            <a:schemeClr val="tx2"/>
                          </a:solidFill>
                          <a:effectLst/>
                          <a:latin typeface="Arial" charset="0"/>
                          <a:ea typeface="ＭＳ Ｐゴシック" charset="0"/>
                          <a:cs typeface="ＭＳ Ｐゴシック" charset="0"/>
                        </a:rPr>
                        <a:t>1</a:t>
                      </a:r>
                    </a:p>
                  </a:txBody>
                  <a:tcPr marL="97203" marR="97203" marT="43109" marB="43109"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900" b="0" i="0" u="none" strike="noStrike" cap="none" normalizeH="0" baseline="0">
                          <a:ln>
                            <a:noFill/>
                          </a:ln>
                          <a:solidFill>
                            <a:schemeClr val="tx2"/>
                          </a:solidFill>
                          <a:effectLst/>
                          <a:latin typeface="Arial" charset="0"/>
                          <a:ea typeface="ＭＳ Ｐゴシック" charset="0"/>
                          <a:cs typeface="ＭＳ Ｐゴシック" charset="0"/>
                        </a:rPr>
                        <a:t>1</a:t>
                      </a:r>
                    </a:p>
                  </a:txBody>
                  <a:tcPr marL="97203" marR="97203" marT="43109" marB="43109"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64667" name="Group 155">
            <a:extLst>
              <a:ext uri="{FF2B5EF4-FFF2-40B4-BE49-F238E27FC236}">
                <a16:creationId xmlns:a16="http://schemas.microsoft.com/office/drawing/2014/main" id="{125C55BD-85FE-4BA1-DD2C-68A889FA04F3}"/>
              </a:ext>
            </a:extLst>
          </p:cNvPr>
          <p:cNvGraphicFramePr>
            <a:graphicFrameLocks noGrp="1"/>
          </p:cNvGraphicFramePr>
          <p:nvPr/>
        </p:nvGraphicFramePr>
        <p:xfrm>
          <a:off x="7094538" y="2967038"/>
          <a:ext cx="1720850" cy="1101725"/>
        </p:xfrm>
        <a:graphic>
          <a:graphicData uri="http://schemas.openxmlformats.org/drawingml/2006/table">
            <a:tbl>
              <a:tblPr/>
              <a:tblGrid>
                <a:gridCol w="573087">
                  <a:extLst>
                    <a:ext uri="{9D8B030D-6E8A-4147-A177-3AD203B41FA5}">
                      <a16:colId xmlns:a16="http://schemas.microsoft.com/office/drawing/2014/main" val="20000"/>
                    </a:ext>
                  </a:extLst>
                </a:gridCol>
                <a:gridCol w="574675">
                  <a:extLst>
                    <a:ext uri="{9D8B030D-6E8A-4147-A177-3AD203B41FA5}">
                      <a16:colId xmlns:a16="http://schemas.microsoft.com/office/drawing/2014/main" val="20001"/>
                    </a:ext>
                  </a:extLst>
                </a:gridCol>
                <a:gridCol w="573088">
                  <a:extLst>
                    <a:ext uri="{9D8B030D-6E8A-4147-A177-3AD203B41FA5}">
                      <a16:colId xmlns:a16="http://schemas.microsoft.com/office/drawing/2014/main" val="20002"/>
                    </a:ext>
                  </a:extLst>
                </a:gridCol>
              </a:tblGrid>
              <a:tr h="3778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700" b="1" i="0" u="none" strike="noStrike" cap="none" normalizeH="0" baseline="0">
                          <a:ln>
                            <a:noFill/>
                          </a:ln>
                          <a:solidFill>
                            <a:schemeClr val="tx2"/>
                          </a:solidFill>
                          <a:effectLst/>
                          <a:latin typeface="Arial" charset="0"/>
                          <a:ea typeface="ＭＳ Ｐゴシック" charset="0"/>
                          <a:cs typeface="ＭＳ Ｐゴシック" charset="0"/>
                        </a:rPr>
                        <a:t>^</a:t>
                      </a:r>
                    </a:p>
                  </a:txBody>
                  <a:tcPr marL="97203" marR="97203" marT="43201" marB="43201"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700" b="0" i="0" u="none" strike="noStrike" cap="none" normalizeH="0" baseline="0">
                          <a:ln>
                            <a:noFill/>
                          </a:ln>
                          <a:solidFill>
                            <a:schemeClr val="tx2"/>
                          </a:solidFill>
                          <a:effectLst/>
                          <a:latin typeface="Arial" charset="0"/>
                          <a:ea typeface="ＭＳ Ｐゴシック" charset="0"/>
                          <a:cs typeface="ＭＳ Ｐゴシック" charset="0"/>
                        </a:rPr>
                        <a:t>0</a:t>
                      </a:r>
                    </a:p>
                  </a:txBody>
                  <a:tcPr marL="97203" marR="97203" marT="43201" marB="4320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700" b="0" i="0" u="none" strike="noStrike" cap="none" normalizeH="0" baseline="0">
                          <a:ln>
                            <a:noFill/>
                          </a:ln>
                          <a:solidFill>
                            <a:schemeClr val="tx2"/>
                          </a:solidFill>
                          <a:effectLst/>
                          <a:latin typeface="Arial" charset="0"/>
                          <a:ea typeface="ＭＳ Ｐゴシック" charset="0"/>
                          <a:cs typeface="ＭＳ Ｐゴシック" charset="0"/>
                        </a:rPr>
                        <a:t>1</a:t>
                      </a:r>
                    </a:p>
                  </a:txBody>
                  <a:tcPr marL="97203" marR="97203" marT="43201" marB="43201"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700" b="0" i="0" u="none" strike="noStrike" cap="none" normalizeH="0" baseline="0">
                          <a:ln>
                            <a:noFill/>
                          </a:ln>
                          <a:solidFill>
                            <a:schemeClr val="tx2"/>
                          </a:solidFill>
                          <a:effectLst/>
                          <a:latin typeface="Arial" charset="0"/>
                          <a:ea typeface="ＭＳ Ｐゴシック" charset="0"/>
                          <a:cs typeface="ＭＳ Ｐゴシック" charset="0"/>
                        </a:rPr>
                        <a:t>0</a:t>
                      </a:r>
                    </a:p>
                  </a:txBody>
                  <a:tcPr marL="97203" marR="97203" marT="43201" marB="43201"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700" b="0" i="0" u="none" strike="noStrike" cap="none" normalizeH="0" baseline="0">
                          <a:ln>
                            <a:noFill/>
                          </a:ln>
                          <a:solidFill>
                            <a:schemeClr val="tx2"/>
                          </a:solidFill>
                          <a:effectLst/>
                          <a:latin typeface="Arial" charset="0"/>
                          <a:ea typeface="ＭＳ Ｐゴシック" charset="0"/>
                          <a:cs typeface="ＭＳ Ｐゴシック" charset="0"/>
                        </a:rPr>
                        <a:t>0</a:t>
                      </a:r>
                    </a:p>
                  </a:txBody>
                  <a:tcPr marL="97203" marR="97203" marT="43201" marB="4320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700" b="0" i="0" u="none" strike="noStrike" cap="none" normalizeH="0" baseline="0">
                          <a:ln>
                            <a:noFill/>
                          </a:ln>
                          <a:solidFill>
                            <a:schemeClr val="tx2"/>
                          </a:solidFill>
                          <a:effectLst/>
                          <a:latin typeface="Arial" charset="0"/>
                          <a:ea typeface="ＭＳ Ｐゴシック" charset="0"/>
                          <a:cs typeface="ＭＳ Ｐゴシック" charset="0"/>
                        </a:rPr>
                        <a:t>0</a:t>
                      </a:r>
                    </a:p>
                  </a:txBody>
                  <a:tcPr marL="97203" marR="97203" marT="43201" marB="43201"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60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700" b="0" i="0" u="none" strike="noStrike" cap="none" normalizeH="0" baseline="0">
                          <a:ln>
                            <a:noFill/>
                          </a:ln>
                          <a:solidFill>
                            <a:schemeClr val="tx2"/>
                          </a:solidFill>
                          <a:effectLst/>
                          <a:latin typeface="Arial" charset="0"/>
                          <a:ea typeface="ＭＳ Ｐゴシック" charset="0"/>
                          <a:cs typeface="ＭＳ Ｐゴシック" charset="0"/>
                        </a:rPr>
                        <a:t>1</a:t>
                      </a:r>
                    </a:p>
                  </a:txBody>
                  <a:tcPr marL="97203" marR="97203" marT="43201" marB="43201"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700" b="0" i="0" u="none" strike="noStrike" cap="none" normalizeH="0" baseline="0">
                          <a:ln>
                            <a:noFill/>
                          </a:ln>
                          <a:solidFill>
                            <a:schemeClr val="tx2"/>
                          </a:solidFill>
                          <a:effectLst/>
                          <a:latin typeface="Arial" charset="0"/>
                          <a:ea typeface="ＭＳ Ｐゴシック" charset="0"/>
                          <a:cs typeface="ＭＳ Ｐゴシック" charset="0"/>
                        </a:rPr>
                        <a:t>0</a:t>
                      </a:r>
                    </a:p>
                  </a:txBody>
                  <a:tcPr marL="97203" marR="97203" marT="43201" marB="4320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charset="0"/>
                        <a:buNone/>
                        <a:tabLst/>
                      </a:pPr>
                      <a:r>
                        <a:rPr kumimoji="0" lang="it-IT" sz="1700" b="0" i="0" u="none" strike="noStrike" cap="none" normalizeH="0" baseline="0">
                          <a:ln>
                            <a:noFill/>
                          </a:ln>
                          <a:solidFill>
                            <a:schemeClr val="tx2"/>
                          </a:solidFill>
                          <a:effectLst/>
                          <a:latin typeface="Arial" charset="0"/>
                          <a:ea typeface="ＭＳ Ｐゴシック" charset="0"/>
                          <a:cs typeface="ＭＳ Ｐゴシック" charset="0"/>
                        </a:rPr>
                        <a:t>1</a:t>
                      </a:r>
                    </a:p>
                  </a:txBody>
                  <a:tcPr marL="97203" marR="97203" marT="43201" marB="43201"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64668" name="Group 156">
            <a:extLst>
              <a:ext uri="{FF2B5EF4-FFF2-40B4-BE49-F238E27FC236}">
                <a16:creationId xmlns:a16="http://schemas.microsoft.com/office/drawing/2014/main" id="{4213DE3B-33AE-695E-9241-84671CA001E7}"/>
              </a:ext>
            </a:extLst>
          </p:cNvPr>
          <p:cNvGraphicFramePr>
            <a:graphicFrameLocks noGrp="1"/>
          </p:cNvGraphicFramePr>
          <p:nvPr/>
        </p:nvGraphicFramePr>
        <p:xfrm>
          <a:off x="7118350" y="4248150"/>
          <a:ext cx="1720850" cy="755650"/>
        </p:xfrm>
        <a:graphic>
          <a:graphicData uri="http://schemas.openxmlformats.org/drawingml/2006/table">
            <a:tbl>
              <a:tblPr/>
              <a:tblGrid>
                <a:gridCol w="573088">
                  <a:extLst>
                    <a:ext uri="{9D8B030D-6E8A-4147-A177-3AD203B41FA5}">
                      <a16:colId xmlns:a16="http://schemas.microsoft.com/office/drawing/2014/main" val="20000"/>
                    </a:ext>
                  </a:extLst>
                </a:gridCol>
                <a:gridCol w="574675">
                  <a:extLst>
                    <a:ext uri="{9D8B030D-6E8A-4147-A177-3AD203B41FA5}">
                      <a16:colId xmlns:a16="http://schemas.microsoft.com/office/drawing/2014/main" val="20001"/>
                    </a:ext>
                  </a:extLst>
                </a:gridCol>
                <a:gridCol w="573087">
                  <a:extLst>
                    <a:ext uri="{9D8B030D-6E8A-4147-A177-3AD203B41FA5}">
                      <a16:colId xmlns:a16="http://schemas.microsoft.com/office/drawing/2014/main" val="20002"/>
                    </a:ext>
                  </a:extLst>
                </a:gridCol>
              </a:tblGrid>
              <a:tr h="377825">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it-IT" sz="1700" b="0" i="0" u="none" strike="noStrike" cap="none" normalizeH="0" baseline="0">
                          <a:ln>
                            <a:noFill/>
                          </a:ln>
                          <a:solidFill>
                            <a:schemeClr val="tx2"/>
                          </a:solidFill>
                          <a:effectLst/>
                          <a:latin typeface="Arial" panose="020B0604020202020204" pitchFamily="34" charset="0"/>
                          <a:ea typeface="ＭＳ Ｐゴシック" panose="020B0600070205080204" pitchFamily="34" charset="-128"/>
                          <a:cs typeface="Arial" panose="020B0604020202020204" pitchFamily="34" charset="0"/>
                        </a:rPr>
                        <a:t>¬</a:t>
                      </a:r>
                      <a:endParaRPr kumimoji="0" lang="it-IT" altLang="it-IT" sz="1700" b="0" i="0" u="none" strike="noStrike" cap="none" normalizeH="0" baseline="0">
                        <a:ln>
                          <a:noFill/>
                        </a:ln>
                        <a:solidFill>
                          <a:schemeClr val="tx2"/>
                        </a:solidFill>
                        <a:effectLst/>
                        <a:latin typeface="Arial" panose="020B0604020202020204" pitchFamily="34" charset="0"/>
                        <a:ea typeface="ＭＳ Ｐゴシック" panose="020B0600070205080204" pitchFamily="34" charset="-128"/>
                        <a:cs typeface="Arial" panose="020B0604020202020204" pitchFamily="34" charset="0"/>
                      </a:endParaRPr>
                    </a:p>
                  </a:txBody>
                  <a:tcPr marL="97203" marR="97203" marT="43201" marB="43201"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0" i="0" u="none" strike="noStrike" cap="none" normalizeH="0" baseline="0">
                          <a:ln>
                            <a:noFill/>
                          </a:ln>
                          <a:solidFill>
                            <a:schemeClr val="tx2"/>
                          </a:solidFill>
                          <a:effectLst/>
                          <a:latin typeface="Arial" panose="020B0604020202020204" pitchFamily="34" charset="0"/>
                          <a:ea typeface="ＭＳ Ｐゴシック" panose="020B0600070205080204" pitchFamily="34" charset="-128"/>
                        </a:rPr>
                        <a:t>0</a:t>
                      </a:r>
                    </a:p>
                  </a:txBody>
                  <a:tcPr marL="97203" marR="97203" marT="43201" marB="4320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0" i="0" u="none" strike="noStrike" cap="none" normalizeH="0" baseline="0">
                          <a:ln>
                            <a:noFill/>
                          </a:ln>
                          <a:solidFill>
                            <a:schemeClr val="tx2"/>
                          </a:solidFill>
                          <a:effectLst/>
                          <a:latin typeface="Arial" panose="020B0604020202020204" pitchFamily="34" charset="0"/>
                          <a:ea typeface="ＭＳ Ｐゴシック" panose="020B0600070205080204" pitchFamily="34" charset="-128"/>
                        </a:rPr>
                        <a:t>1</a:t>
                      </a:r>
                    </a:p>
                  </a:txBody>
                  <a:tcPr marL="97203" marR="97203" marT="43201" marB="43201"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it-IT" altLang="it-IT" sz="1700" b="0" i="0" u="none" strike="noStrike" cap="none" normalizeH="0" baseline="0">
                        <a:ln>
                          <a:noFill/>
                        </a:ln>
                        <a:solidFill>
                          <a:schemeClr val="tx2"/>
                        </a:solidFill>
                        <a:effectLst/>
                        <a:latin typeface="Arial" panose="020B0604020202020204" pitchFamily="34" charset="0"/>
                        <a:ea typeface="ＭＳ Ｐゴシック" panose="020B0600070205080204" pitchFamily="34" charset="-128"/>
                      </a:endParaRPr>
                    </a:p>
                  </a:txBody>
                  <a:tcPr marL="97203" marR="97203" marT="43201" marB="43201" horzOverflow="overflow">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0" i="0" u="none" strike="noStrike" cap="none" normalizeH="0" baseline="0">
                          <a:ln>
                            <a:noFill/>
                          </a:ln>
                          <a:solidFill>
                            <a:schemeClr val="tx2"/>
                          </a:solidFill>
                          <a:effectLst/>
                          <a:latin typeface="Arial" panose="020B0604020202020204" pitchFamily="34" charset="0"/>
                          <a:ea typeface="ＭＳ Ｐゴシック" panose="020B0600070205080204" pitchFamily="34" charset="-128"/>
                        </a:rPr>
                        <a:t>1</a:t>
                      </a:r>
                    </a:p>
                  </a:txBody>
                  <a:tcPr marL="97203" marR="97203" marT="43201" marB="4320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itchFamily="2" charset="2"/>
                        <a:defRPr sz="2800">
                          <a:solidFill>
                            <a:srgbClr val="000000"/>
                          </a:solidFill>
                          <a:latin typeface="Arial" panose="020B0604020202020204" pitchFamily="34" charset="0"/>
                          <a:ea typeface="ＭＳ Ｐゴシック" panose="020B0600070205080204" pitchFamily="34" charset="-128"/>
                        </a:defRPr>
                      </a:lvl1pPr>
                      <a:lvl2pPr marL="742950" indent="-285750" eaLnBrk="0" hangingPunct="0">
                        <a:spcBef>
                          <a:spcPct val="20000"/>
                        </a:spcBef>
                        <a:buClr>
                          <a:schemeClr val="accent2"/>
                        </a:buClr>
                        <a:buSzPct val="55000"/>
                        <a:buFont typeface="Wingdings" pitchFamily="2" charset="2"/>
                        <a:defRPr sz="2400">
                          <a:solidFill>
                            <a:srgbClr val="000000"/>
                          </a:solidFill>
                          <a:latin typeface="Arial" panose="020B0604020202020204" pitchFamily="34" charset="0"/>
                          <a:ea typeface="ＭＳ Ｐゴシック" panose="020B0600070205080204" pitchFamily="34" charset="-128"/>
                        </a:defRPr>
                      </a:lvl2pPr>
                      <a:lvl3pPr marL="1143000" indent="-228600" eaLnBrk="0" hangingPunct="0">
                        <a:spcBef>
                          <a:spcPct val="20000"/>
                        </a:spcBef>
                        <a:buClr>
                          <a:schemeClr val="accent2"/>
                        </a:buClr>
                        <a:buSzPct val="65000"/>
                        <a:buFont typeface="Wingdings" pitchFamily="2" charset="2"/>
                        <a:defRPr sz="2000">
                          <a:solidFill>
                            <a:srgbClr val="000000"/>
                          </a:solidFill>
                          <a:latin typeface="Arial" panose="020B0604020202020204" pitchFamily="34" charset="0"/>
                          <a:ea typeface="ＭＳ Ｐゴシック" panose="020B0600070205080204" pitchFamily="34" charset="-128"/>
                        </a:defRPr>
                      </a:lvl3pPr>
                      <a:lvl4pPr marL="1600200" indent="-228600" eaLnBrk="0" hangingPunct="0">
                        <a:spcBef>
                          <a:spcPct val="20000"/>
                        </a:spcBef>
                        <a:buClr>
                          <a:schemeClr val="accent2"/>
                        </a:buClr>
                        <a:buSzPct val="85000"/>
                        <a:buFont typeface="Wingdings" pitchFamily="2" charset="2"/>
                        <a:defRPr>
                          <a:solidFill>
                            <a:srgbClr val="000000"/>
                          </a:solidFill>
                          <a:latin typeface="Arial" panose="020B0604020202020204" pitchFamily="34" charset="0"/>
                          <a:ea typeface="ＭＳ Ｐゴシック" panose="020B0600070205080204" pitchFamily="34" charset="-128"/>
                        </a:defRPr>
                      </a:lvl4pPr>
                      <a:lvl5pPr marL="2057400" indent="-228600" eaLnBrk="0" hangingPunct="0">
                        <a:spcBef>
                          <a:spcPct val="20000"/>
                        </a:spcBef>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itchFamily="2" charset="2"/>
                        <a:defRPr>
                          <a:solidFill>
                            <a:srgbClr val="000000"/>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it-IT" altLang="it-IT" sz="1700" b="0" i="0" u="none" strike="noStrike" cap="none" normalizeH="0" baseline="0">
                          <a:ln>
                            <a:noFill/>
                          </a:ln>
                          <a:solidFill>
                            <a:schemeClr val="tx2"/>
                          </a:solidFill>
                          <a:effectLst/>
                          <a:latin typeface="Arial" panose="020B0604020202020204" pitchFamily="34" charset="0"/>
                          <a:ea typeface="ＭＳ Ｐゴシック" panose="020B0600070205080204" pitchFamily="34" charset="-128"/>
                        </a:rPr>
                        <a:t>0</a:t>
                      </a:r>
                    </a:p>
                  </a:txBody>
                  <a:tcPr marL="97203" marR="97203" marT="43201" marB="43201" horzOverflow="overflow">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5589" name="Segnaposto numero diapositiva 3">
            <a:extLst>
              <a:ext uri="{FF2B5EF4-FFF2-40B4-BE49-F238E27FC236}">
                <a16:creationId xmlns:a16="http://schemas.microsoft.com/office/drawing/2014/main" id="{ABF8193F-20FD-72B0-0B78-D8ACA62856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754BDF7D-973C-4F59-996C-3375AA160FD4}" type="slidenum">
              <a:rPr lang="it-IT" altLang="it-IT" sz="1400" smtClean="0">
                <a:solidFill>
                  <a:schemeClr val="folHlink"/>
                </a:solidFill>
              </a:rPr>
              <a:pPr>
                <a:spcBef>
                  <a:spcPct val="0"/>
                </a:spcBef>
                <a:buClrTx/>
                <a:buFontTx/>
                <a:buNone/>
              </a:pPr>
              <a:t>37</a:t>
            </a:fld>
            <a:endParaRPr lang="it-IT" altLang="it-IT" sz="1400">
              <a:solidFill>
                <a:schemeClr val="folHlink"/>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egnaposto numero diapositiva 5">
            <a:extLst>
              <a:ext uri="{FF2B5EF4-FFF2-40B4-BE49-F238E27FC236}">
                <a16:creationId xmlns:a16="http://schemas.microsoft.com/office/drawing/2014/main" id="{DE7032C1-CF62-6857-9249-469241973762}"/>
              </a:ext>
            </a:extLst>
          </p:cNvPr>
          <p:cNvSpPr>
            <a:spLocks noGrp="1"/>
          </p:cNvSpPr>
          <p:nvPr>
            <p:ph type="sldNum" sz="quarter" idx="10"/>
          </p:nvPr>
        </p:nvSpPr>
        <p:spPr>
          <a:xfrm>
            <a:off x="7315200" y="6022975"/>
            <a:ext cx="2332038" cy="431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86384422-D946-4BD8-B95F-A16DA99303BE}" type="slidenum">
              <a:rPr lang="it-IT" altLang="it-IT" sz="1400" smtClean="0">
                <a:solidFill>
                  <a:schemeClr val="folHlink"/>
                </a:solidFill>
              </a:rPr>
              <a:pPr>
                <a:spcBef>
                  <a:spcPct val="0"/>
                </a:spcBef>
                <a:buClrTx/>
                <a:buFontTx/>
                <a:buNone/>
              </a:pPr>
              <a:t>38</a:t>
            </a:fld>
            <a:endParaRPr lang="it-IT" altLang="it-IT" sz="1400">
              <a:solidFill>
                <a:schemeClr val="folHlink"/>
              </a:solidFill>
            </a:endParaRPr>
          </a:p>
        </p:txBody>
      </p:sp>
      <p:sp>
        <p:nvSpPr>
          <p:cNvPr id="66562" name="Rectangle 2">
            <a:extLst>
              <a:ext uri="{FF2B5EF4-FFF2-40B4-BE49-F238E27FC236}">
                <a16:creationId xmlns:a16="http://schemas.microsoft.com/office/drawing/2014/main" id="{3117F63C-2CEA-9697-5C2D-6091B45382D0}"/>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Algebra delle logica</a:t>
            </a:r>
          </a:p>
        </p:txBody>
      </p:sp>
      <p:sp>
        <p:nvSpPr>
          <p:cNvPr id="66563" name="Rectangle 3">
            <a:extLst>
              <a:ext uri="{FF2B5EF4-FFF2-40B4-BE49-F238E27FC236}">
                <a16:creationId xmlns:a16="http://schemas.microsoft.com/office/drawing/2014/main" id="{77B22CEB-DD1B-C1EC-A6DA-0E49F63F0545}"/>
              </a:ext>
            </a:extLst>
          </p:cNvPr>
          <p:cNvSpPr>
            <a:spLocks noGrp="1" noChangeArrowheads="1"/>
          </p:cNvSpPr>
          <p:nvPr>
            <p:ph type="body" sz="half" idx="1"/>
          </p:nvPr>
        </p:nvSpPr>
        <p:spPr>
          <a:xfrm>
            <a:off x="430213" y="1093788"/>
            <a:ext cx="9036050" cy="3667125"/>
          </a:xfrm>
        </p:spPr>
        <p:txBody>
          <a:bodyPr/>
          <a:lstStyle/>
          <a:p>
            <a:pPr eaLnBrk="1" hangingPunct="1"/>
            <a:r>
              <a:rPr lang="it-IT" altLang="it-IT" sz="2800">
                <a:ea typeface="ＭＳ Ｐゴシック" panose="020B0600070205080204" pitchFamily="34" charset="-128"/>
              </a:rPr>
              <a:t>Due funzioni notevoli nell’algebra delle proposizioni:</a:t>
            </a:r>
          </a:p>
          <a:p>
            <a:pPr eaLnBrk="1" hangingPunct="1"/>
            <a:endParaRPr lang="it-IT" altLang="it-IT" sz="2800">
              <a:ea typeface="ＭＳ Ｐゴシック" panose="020B0600070205080204" pitchFamily="34" charset="-128"/>
            </a:endParaRPr>
          </a:p>
          <a:p>
            <a:pPr lvl="1" eaLnBrk="1" hangingPunct="1"/>
            <a:r>
              <a:rPr lang="it-IT" altLang="it-IT" sz="2400">
                <a:ea typeface="ＭＳ Ｐゴシック" panose="020B0600070205080204" pitchFamily="34" charset="-128"/>
              </a:rPr>
              <a:t>Funzione equivalenza</a:t>
            </a:r>
          </a:p>
          <a:p>
            <a:pPr lvl="1" eaLnBrk="1" hangingPunct="1"/>
            <a:endParaRPr lang="it-IT" altLang="it-IT" sz="2400">
              <a:ea typeface="ＭＳ Ｐゴシック" panose="020B0600070205080204" pitchFamily="34" charset="-128"/>
            </a:endParaRPr>
          </a:p>
          <a:p>
            <a:pPr lvl="1" eaLnBrk="1" hangingPunct="1"/>
            <a:endParaRPr lang="it-IT" altLang="it-IT" sz="2400">
              <a:ea typeface="ＭＳ Ｐゴシック" panose="020B0600070205080204" pitchFamily="34" charset="-128"/>
            </a:endParaRPr>
          </a:p>
          <a:p>
            <a:pPr lvl="1" eaLnBrk="1" hangingPunct="1"/>
            <a:r>
              <a:rPr lang="it-IT" altLang="it-IT" sz="2400">
                <a:ea typeface="ＭＳ Ｐゴシック" panose="020B0600070205080204" pitchFamily="34" charset="-128"/>
              </a:rPr>
              <a:t>Funzione implicazione</a:t>
            </a:r>
          </a:p>
          <a:p>
            <a:pPr lvl="1" eaLnBrk="1" hangingPunct="1"/>
            <a:endParaRPr lang="it-IT" altLang="it-IT" sz="2400">
              <a:ea typeface="ＭＳ Ｐゴシック" panose="020B0600070205080204" pitchFamily="34" charset="-128"/>
            </a:endParaRPr>
          </a:p>
        </p:txBody>
      </p:sp>
      <p:graphicFrame>
        <p:nvGraphicFramePr>
          <p:cNvPr id="66564" name="Object 4">
            <a:extLst>
              <a:ext uri="{FF2B5EF4-FFF2-40B4-BE49-F238E27FC236}">
                <a16:creationId xmlns:a16="http://schemas.microsoft.com/office/drawing/2014/main" id="{452E46E7-0BD8-315B-D37A-76E5CCC76D46}"/>
              </a:ext>
            </a:extLst>
          </p:cNvPr>
          <p:cNvGraphicFramePr>
            <a:graphicFrameLocks noGrp="1" noChangeAspect="1"/>
          </p:cNvGraphicFramePr>
          <p:nvPr>
            <p:ph sz="quarter" idx="2"/>
          </p:nvPr>
        </p:nvGraphicFramePr>
        <p:xfrm>
          <a:off x="5076825" y="2009775"/>
          <a:ext cx="2144713" cy="1379538"/>
        </p:xfrm>
        <a:graphic>
          <a:graphicData uri="http://schemas.openxmlformats.org/presentationml/2006/ole">
            <mc:AlternateContent xmlns:mc="http://schemas.openxmlformats.org/markup-compatibility/2006">
              <mc:Choice xmlns:v="urn:schemas-microsoft-com:vml" Requires="v">
                <p:oleObj name="Equazione" r:id="rId2" imgW="0" imgH="0" progId="Equation.3">
                  <p:embed/>
                </p:oleObj>
              </mc:Choice>
              <mc:Fallback>
                <p:oleObj name="Equazione"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2009775"/>
                        <a:ext cx="2144713" cy="1379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6565" name="Object 7">
            <a:extLst>
              <a:ext uri="{FF2B5EF4-FFF2-40B4-BE49-F238E27FC236}">
                <a16:creationId xmlns:a16="http://schemas.microsoft.com/office/drawing/2014/main" id="{C38108D9-27D9-E35D-8476-8BD7B43367D7}"/>
              </a:ext>
            </a:extLst>
          </p:cNvPr>
          <p:cNvGraphicFramePr>
            <a:graphicFrameLocks noGrp="1" noChangeAspect="1"/>
          </p:cNvGraphicFramePr>
          <p:nvPr>
            <p:ph sz="quarter" idx="3"/>
          </p:nvPr>
        </p:nvGraphicFramePr>
        <p:xfrm>
          <a:off x="5075238" y="3525838"/>
          <a:ext cx="1884362" cy="658812"/>
        </p:xfrm>
        <a:graphic>
          <a:graphicData uri="http://schemas.openxmlformats.org/presentationml/2006/ole">
            <mc:AlternateContent xmlns:mc="http://schemas.openxmlformats.org/markup-compatibility/2006">
              <mc:Choice xmlns:v="urn:schemas-microsoft-com:vml" Requires="v">
                <p:oleObj name="Equazione" r:id="rId4" imgW="0" imgH="0" progId="Equation.3">
                  <p:embed/>
                </p:oleObj>
              </mc:Choice>
              <mc:Fallback>
                <p:oleObj name="Equazione" r:id="rId4" imgW="0" imgH="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5238" y="3525838"/>
                        <a:ext cx="1884362" cy="658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566" name="Rettangolo 6">
            <a:extLst>
              <a:ext uri="{FF2B5EF4-FFF2-40B4-BE49-F238E27FC236}">
                <a16:creationId xmlns:a16="http://schemas.microsoft.com/office/drawing/2014/main" id="{4EB3CA81-1093-EDC6-1BAD-163746F63C8A}"/>
              </a:ext>
            </a:extLst>
          </p:cNvPr>
          <p:cNvSpPr>
            <a:spLocks noChangeArrowheads="1"/>
          </p:cNvSpPr>
          <p:nvPr/>
        </p:nvSpPr>
        <p:spPr bwMode="auto">
          <a:xfrm>
            <a:off x="215900" y="4335463"/>
            <a:ext cx="9504363"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i="1">
                <a:solidFill>
                  <a:schemeClr val="tx1"/>
                </a:solidFill>
              </a:rPr>
              <a:t>Si dice che x implica y se e solo se dalla verità di x (antecedente) scaturisce necessariamente la verità di y (conseguente).  In termini algebrici, essendo l’implicazione falsa se e solo se x è vera e y è falsa, applicando il Teorema di De Morgan, si ha</a:t>
            </a:r>
            <a:endParaRPr lang="it-IT" altLang="it-IT" sz="2400">
              <a:solidFill>
                <a:schemeClr val="tx1"/>
              </a:solidFill>
            </a:endParaRPr>
          </a:p>
        </p:txBody>
      </p:sp>
      <p:graphicFrame>
        <p:nvGraphicFramePr>
          <p:cNvPr id="66567" name="Object 4">
            <a:extLst>
              <a:ext uri="{FF2B5EF4-FFF2-40B4-BE49-F238E27FC236}">
                <a16:creationId xmlns:a16="http://schemas.microsoft.com/office/drawing/2014/main" id="{2B11581E-C129-1F0B-74B8-160F0A289873}"/>
              </a:ext>
            </a:extLst>
          </p:cNvPr>
          <p:cNvGraphicFramePr>
            <a:graphicFrameLocks noChangeAspect="1"/>
          </p:cNvGraphicFramePr>
          <p:nvPr/>
        </p:nvGraphicFramePr>
        <p:xfrm>
          <a:off x="7004050" y="5497513"/>
          <a:ext cx="1625600" cy="828675"/>
        </p:xfrm>
        <a:graphic>
          <a:graphicData uri="http://schemas.openxmlformats.org/presentationml/2006/ole">
            <mc:AlternateContent xmlns:mc="http://schemas.openxmlformats.org/markup-compatibility/2006">
              <mc:Choice xmlns:v="urn:schemas-microsoft-com:vml" Requires="v">
                <p:oleObj name="Equation" r:id="rId6" imgW="0" imgH="0" progId="Equation.DSMT4">
                  <p:embed/>
                </p:oleObj>
              </mc:Choice>
              <mc:Fallback>
                <p:oleObj name="Equation" r:id="rId6" imgW="0" imgH="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04050" y="5497513"/>
                        <a:ext cx="16256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DDE81D08-BC19-CF28-7A13-F56FE3D3653B}"/>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Algebra della logica </a:t>
            </a:r>
          </a:p>
        </p:txBody>
      </p:sp>
      <p:sp>
        <p:nvSpPr>
          <p:cNvPr id="67586" name="Rectangle 3">
            <a:extLst>
              <a:ext uri="{FF2B5EF4-FFF2-40B4-BE49-F238E27FC236}">
                <a16:creationId xmlns:a16="http://schemas.microsoft.com/office/drawing/2014/main" id="{0DA59693-17FA-0104-7321-1CB0AA8F54DD}"/>
              </a:ext>
            </a:extLst>
          </p:cNvPr>
          <p:cNvSpPr>
            <a:spLocks noGrp="1" noChangeArrowheads="1"/>
          </p:cNvSpPr>
          <p:nvPr>
            <p:ph type="body" sz="half" idx="1"/>
          </p:nvPr>
        </p:nvSpPr>
        <p:spPr>
          <a:xfrm>
            <a:off x="485775" y="1241425"/>
            <a:ext cx="8940800" cy="4551363"/>
          </a:xfrm>
        </p:spPr>
        <p:txBody>
          <a:bodyPr/>
          <a:lstStyle/>
          <a:p>
            <a:pPr eaLnBrk="1" hangingPunct="1"/>
            <a:r>
              <a:rPr lang="it-IT" altLang="it-IT" sz="2400">
                <a:ea typeface="ＭＳ Ｐゴシック" panose="020B0600070205080204" pitchFamily="34" charset="-128"/>
              </a:rPr>
              <a:t>Se                è vera, allora                </a:t>
            </a:r>
          </a:p>
          <a:p>
            <a:pPr lvl="1" eaLnBrk="1" hangingPunct="1">
              <a:buFont typeface="Wingdings" panose="05000000000000000000" pitchFamily="2" charset="2"/>
              <a:buNone/>
            </a:pPr>
            <a:endParaRPr lang="it-IT" altLang="it-IT" sz="2000">
              <a:ea typeface="ＭＳ Ｐゴシック" panose="020B0600070205080204" pitchFamily="34" charset="-128"/>
            </a:endParaRPr>
          </a:p>
          <a:p>
            <a:pPr lvl="4" eaLnBrk="1" hangingPunct="1">
              <a:buFont typeface="Wingdings" panose="05000000000000000000" pitchFamily="2" charset="2"/>
              <a:buNone/>
            </a:pPr>
            <a:endParaRPr lang="it-IT" altLang="it-IT" sz="1600">
              <a:ea typeface="ＭＳ Ｐゴシック" panose="020B0600070205080204" pitchFamily="34" charset="-128"/>
            </a:endParaRPr>
          </a:p>
          <a:p>
            <a:pPr lvl="4" eaLnBrk="1" hangingPunct="1">
              <a:buFont typeface="Wingdings" panose="05000000000000000000" pitchFamily="2" charset="2"/>
              <a:buNone/>
            </a:pPr>
            <a:endParaRPr lang="it-IT" altLang="it-IT" sz="1600">
              <a:ea typeface="ＭＳ Ｐゴシック" panose="020B0600070205080204" pitchFamily="34" charset="-128"/>
            </a:endParaRPr>
          </a:p>
          <a:p>
            <a:pPr lvl="4" eaLnBrk="1" hangingPunct="1">
              <a:buFont typeface="Wingdings" panose="05000000000000000000" pitchFamily="2" charset="2"/>
              <a:buNone/>
            </a:pPr>
            <a:endParaRPr lang="it-IT" altLang="it-IT" sz="1600">
              <a:ea typeface="ＭＳ Ｐゴシック" panose="020B0600070205080204" pitchFamily="34" charset="-128"/>
            </a:endParaRPr>
          </a:p>
          <a:p>
            <a:pPr lvl="4" eaLnBrk="1" hangingPunct="1">
              <a:buFont typeface="Wingdings" panose="05000000000000000000" pitchFamily="2" charset="2"/>
              <a:buNone/>
            </a:pPr>
            <a:endParaRPr lang="it-IT" altLang="it-IT" sz="1600">
              <a:ea typeface="ＭＳ Ｐゴシック" panose="020B0600070205080204" pitchFamily="34" charset="-128"/>
            </a:endParaRPr>
          </a:p>
          <a:p>
            <a:pPr lvl="4" eaLnBrk="1" hangingPunct="1">
              <a:buFont typeface="Wingdings" panose="05000000000000000000" pitchFamily="2" charset="2"/>
              <a:buNone/>
            </a:pPr>
            <a:endParaRPr lang="it-IT" altLang="it-IT" sz="1600">
              <a:ea typeface="ＭＳ Ｐゴシック" panose="020B0600070205080204" pitchFamily="34" charset="-128"/>
            </a:endParaRPr>
          </a:p>
          <a:p>
            <a:pPr lvl="4" eaLnBrk="1" hangingPunct="1">
              <a:buFont typeface="Wingdings" panose="05000000000000000000" pitchFamily="2" charset="2"/>
              <a:buNone/>
            </a:pPr>
            <a:endParaRPr lang="it-IT" altLang="it-IT" sz="1600">
              <a:ea typeface="ＭＳ Ｐゴシック" panose="020B0600070205080204" pitchFamily="34" charset="-128"/>
            </a:endParaRPr>
          </a:p>
          <a:p>
            <a:pPr lvl="4" eaLnBrk="1" hangingPunct="1">
              <a:buFont typeface="Wingdings" panose="05000000000000000000" pitchFamily="2" charset="2"/>
              <a:buNone/>
            </a:pPr>
            <a:endParaRPr lang="it-IT" altLang="it-IT" sz="1600">
              <a:ea typeface="ＭＳ Ｐゴシック" panose="020B0600070205080204" pitchFamily="34" charset="-128"/>
            </a:endParaRPr>
          </a:p>
          <a:p>
            <a:pPr lvl="4" eaLnBrk="1" hangingPunct="1">
              <a:buFont typeface="Wingdings" panose="05000000000000000000" pitchFamily="2" charset="2"/>
              <a:buNone/>
            </a:pPr>
            <a:r>
              <a:rPr lang="it-IT" altLang="it-IT" sz="1600">
                <a:ea typeface="ＭＳ Ｐゴシック" panose="020B0600070205080204" pitchFamily="34" charset="-128"/>
              </a:rPr>
              <a:t>				per le proprietà dell’equivalenza </a:t>
            </a:r>
          </a:p>
          <a:p>
            <a:pPr lvl="4" eaLnBrk="1" hangingPunct="1">
              <a:buFont typeface="Wingdings" panose="05000000000000000000" pitchFamily="2" charset="2"/>
              <a:buNone/>
            </a:pPr>
            <a:endParaRPr lang="it-IT" altLang="it-IT" sz="1600">
              <a:ea typeface="ＭＳ Ｐゴシック" panose="020B0600070205080204" pitchFamily="34" charset="-128"/>
            </a:endParaRPr>
          </a:p>
          <a:p>
            <a:pPr lvl="4" eaLnBrk="1" hangingPunct="1">
              <a:buFont typeface="Wingdings" panose="05000000000000000000" pitchFamily="2" charset="2"/>
              <a:buNone/>
            </a:pPr>
            <a:endParaRPr lang="it-IT" altLang="it-IT" sz="1600">
              <a:ea typeface="ＭＳ Ｐゴシック" panose="020B0600070205080204" pitchFamily="34" charset="-128"/>
            </a:endParaRPr>
          </a:p>
          <a:p>
            <a:pPr lvl="4" eaLnBrk="1" hangingPunct="1">
              <a:buFont typeface="Wingdings" panose="05000000000000000000" pitchFamily="2" charset="2"/>
              <a:buNone/>
            </a:pPr>
            <a:endParaRPr lang="it-IT" altLang="it-IT" sz="1600">
              <a:ea typeface="ＭＳ Ｐゴシック" panose="020B0600070205080204" pitchFamily="34" charset="-128"/>
            </a:endParaRPr>
          </a:p>
          <a:p>
            <a:pPr lvl="4" eaLnBrk="1" hangingPunct="1">
              <a:buFont typeface="Wingdings" panose="05000000000000000000" pitchFamily="2" charset="2"/>
              <a:buNone/>
            </a:pPr>
            <a:endParaRPr lang="it-IT" altLang="it-IT" sz="1600">
              <a:ea typeface="ＭＳ Ｐゴシック" panose="020B0600070205080204" pitchFamily="34" charset="-128"/>
            </a:endParaRPr>
          </a:p>
          <a:p>
            <a:pPr eaLnBrk="1" hangingPunct="1">
              <a:buFont typeface="Wingdings" panose="05000000000000000000" pitchFamily="2" charset="2"/>
              <a:buNone/>
            </a:pPr>
            <a:r>
              <a:rPr lang="it-IT" altLang="it-IT" sz="2400">
                <a:ea typeface="ＭＳ Ｐゴシック" panose="020B0600070205080204" pitchFamily="34" charset="-128"/>
              </a:rPr>
              <a:t>	</a:t>
            </a:r>
            <a:r>
              <a:rPr lang="it-IT" altLang="it-IT" sz="2000" b="1" i="1">
                <a:solidFill>
                  <a:srgbClr val="C00000"/>
                </a:solidFill>
                <a:ea typeface="ＭＳ Ｐゴシック" panose="020B0600070205080204" pitchFamily="34" charset="-128"/>
              </a:rPr>
              <a:t>l'implicazione è la relazione d'ordine nell'algebra della logica.</a:t>
            </a:r>
            <a:endParaRPr lang="it-IT" altLang="it-IT" sz="2000" b="1">
              <a:solidFill>
                <a:srgbClr val="C00000"/>
              </a:solidFill>
              <a:ea typeface="ＭＳ Ｐゴシック" panose="020B0600070205080204" pitchFamily="34" charset="-128"/>
            </a:endParaRPr>
          </a:p>
          <a:p>
            <a:pPr lvl="4" eaLnBrk="1" hangingPunct="1">
              <a:buFont typeface="Wingdings" panose="05000000000000000000" pitchFamily="2" charset="2"/>
              <a:buNone/>
            </a:pPr>
            <a:endParaRPr lang="it-IT" altLang="it-IT" sz="1600" b="1">
              <a:solidFill>
                <a:srgbClr val="C00000"/>
              </a:solidFill>
              <a:ea typeface="ＭＳ Ｐゴシック" panose="020B0600070205080204" pitchFamily="34" charset="-128"/>
            </a:endParaRPr>
          </a:p>
        </p:txBody>
      </p:sp>
      <p:graphicFrame>
        <p:nvGraphicFramePr>
          <p:cNvPr id="67587" name="Object 2">
            <a:extLst>
              <a:ext uri="{FF2B5EF4-FFF2-40B4-BE49-F238E27FC236}">
                <a16:creationId xmlns:a16="http://schemas.microsoft.com/office/drawing/2014/main" id="{547D9069-ED77-61C7-B97E-367DA0DEB0C5}"/>
              </a:ext>
            </a:extLst>
          </p:cNvPr>
          <p:cNvGraphicFramePr>
            <a:graphicFrameLocks noGrp="1" noChangeAspect="1"/>
          </p:cNvGraphicFramePr>
          <p:nvPr>
            <p:ph sz="quarter" idx="2"/>
          </p:nvPr>
        </p:nvGraphicFramePr>
        <p:xfrm>
          <a:off x="4867275" y="1311275"/>
          <a:ext cx="1165225" cy="354013"/>
        </p:xfrm>
        <a:graphic>
          <a:graphicData uri="http://schemas.openxmlformats.org/presentationml/2006/ole">
            <mc:AlternateContent xmlns:mc="http://schemas.openxmlformats.org/markup-compatibility/2006">
              <mc:Choice xmlns:v="urn:schemas-microsoft-com:vml" Requires="v">
                <p:oleObj name="Equation" r:id="rId2" imgW="0" imgH="0" progId="Equation.DSMT4">
                  <p:embed/>
                </p:oleObj>
              </mc:Choice>
              <mc:Fallback>
                <p:oleObj name="Equation" r:id="rId2" imgW="0" imgH="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7275" y="1311275"/>
                        <a:ext cx="1165225" cy="35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7588" name="Object 3">
            <a:extLst>
              <a:ext uri="{FF2B5EF4-FFF2-40B4-BE49-F238E27FC236}">
                <a16:creationId xmlns:a16="http://schemas.microsoft.com/office/drawing/2014/main" id="{1A4CE592-C020-3173-2D2B-99951C12400C}"/>
              </a:ext>
            </a:extLst>
          </p:cNvPr>
          <p:cNvGraphicFramePr>
            <a:graphicFrameLocks noGrp="1" noChangeAspect="1"/>
          </p:cNvGraphicFramePr>
          <p:nvPr>
            <p:ph sz="half" idx="4294967295"/>
          </p:nvPr>
        </p:nvGraphicFramePr>
        <p:xfrm>
          <a:off x="1519238" y="1317625"/>
          <a:ext cx="1012825" cy="349250"/>
        </p:xfrm>
        <a:graphic>
          <a:graphicData uri="http://schemas.openxmlformats.org/presentationml/2006/ole">
            <mc:AlternateContent xmlns:mc="http://schemas.openxmlformats.org/markup-compatibility/2006">
              <mc:Choice xmlns:v="urn:schemas-microsoft-com:vml" Requires="v">
                <p:oleObj name="Equation" r:id="rId4" imgW="0" imgH="0" progId="Equation.DSMT4">
                  <p:embed/>
                </p:oleObj>
              </mc:Choice>
              <mc:Fallback>
                <p:oleObj name="Equation" r:id="rId4" imgW="0" imgH="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9238" y="1317625"/>
                        <a:ext cx="1012825" cy="34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7589" name="Object 4">
            <a:extLst>
              <a:ext uri="{FF2B5EF4-FFF2-40B4-BE49-F238E27FC236}">
                <a16:creationId xmlns:a16="http://schemas.microsoft.com/office/drawing/2014/main" id="{9A8F2FDD-AABF-E900-132B-9EFA25EAE68A}"/>
              </a:ext>
            </a:extLst>
          </p:cNvPr>
          <p:cNvGraphicFramePr>
            <a:graphicFrameLocks noChangeAspect="1"/>
          </p:cNvGraphicFramePr>
          <p:nvPr/>
        </p:nvGraphicFramePr>
        <p:xfrm>
          <a:off x="2073275" y="1668463"/>
          <a:ext cx="4924425" cy="1670050"/>
        </p:xfrm>
        <a:graphic>
          <a:graphicData uri="http://schemas.openxmlformats.org/presentationml/2006/ole">
            <mc:AlternateContent xmlns:mc="http://schemas.openxmlformats.org/markup-compatibility/2006">
              <mc:Choice xmlns:v="urn:schemas-microsoft-com:vml" Requires="v">
                <p:oleObj name="Equation" r:id="rId6" imgW="0" imgH="0" progId="Equation.DSMT4">
                  <p:embed/>
                </p:oleObj>
              </mc:Choice>
              <mc:Fallback>
                <p:oleObj name="Equation" r:id="rId6" imgW="0" imgH="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3275" y="1668463"/>
                        <a:ext cx="4924425" cy="16700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7590" name="AutoShape 12">
            <a:extLst>
              <a:ext uri="{FF2B5EF4-FFF2-40B4-BE49-F238E27FC236}">
                <a16:creationId xmlns:a16="http://schemas.microsoft.com/office/drawing/2014/main" id="{250F4CEA-3458-7058-7778-6B7274F89B73}"/>
              </a:ext>
            </a:extLst>
          </p:cNvPr>
          <p:cNvSpPr>
            <a:spLocks noChangeArrowheads="1"/>
          </p:cNvSpPr>
          <p:nvPr/>
        </p:nvSpPr>
        <p:spPr bwMode="auto">
          <a:xfrm rot="5400000">
            <a:off x="4346575" y="3346450"/>
            <a:ext cx="585788" cy="515938"/>
          </a:xfrm>
          <a:prstGeom prst="rightArrow">
            <a:avLst>
              <a:gd name="adj1" fmla="val 50000"/>
              <a:gd name="adj2" fmla="val 31933"/>
            </a:avLst>
          </a:prstGeom>
          <a:solidFill>
            <a:schemeClr val="accent1"/>
          </a:solidFill>
          <a:ln w="9525">
            <a:solidFill>
              <a:schemeClr val="tx1"/>
            </a:solidFill>
            <a:miter lim="800000"/>
            <a:headEnd/>
            <a:tailEnd/>
          </a:ln>
        </p:spPr>
        <p:txBody>
          <a:bodyPr rot="10800000" vert="eaVert"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50000"/>
              </a:spcBef>
              <a:buClrTx/>
              <a:buFontTx/>
              <a:buNone/>
            </a:pPr>
            <a:endParaRPr lang="it-IT" altLang="it-IT" sz="2400">
              <a:solidFill>
                <a:schemeClr val="tx1"/>
              </a:solidFill>
            </a:endParaRPr>
          </a:p>
        </p:txBody>
      </p:sp>
      <p:graphicFrame>
        <p:nvGraphicFramePr>
          <p:cNvPr id="67591" name="Object 5">
            <a:extLst>
              <a:ext uri="{FF2B5EF4-FFF2-40B4-BE49-F238E27FC236}">
                <a16:creationId xmlns:a16="http://schemas.microsoft.com/office/drawing/2014/main" id="{2078C55F-E7D4-42B5-79ED-6F5EFD7DD370}"/>
              </a:ext>
            </a:extLst>
          </p:cNvPr>
          <p:cNvGraphicFramePr>
            <a:graphicFrameLocks noGrp="1" noChangeAspect="1"/>
          </p:cNvGraphicFramePr>
          <p:nvPr>
            <p:ph sz="quarter" idx="3"/>
          </p:nvPr>
        </p:nvGraphicFramePr>
        <p:xfrm>
          <a:off x="3543300" y="4410075"/>
          <a:ext cx="2312988" cy="322263"/>
        </p:xfrm>
        <a:graphic>
          <a:graphicData uri="http://schemas.openxmlformats.org/presentationml/2006/ole">
            <mc:AlternateContent xmlns:mc="http://schemas.openxmlformats.org/markup-compatibility/2006">
              <mc:Choice xmlns:v="urn:schemas-microsoft-com:vml" Requires="v">
                <p:oleObj name="Equation" r:id="rId8" imgW="0" imgH="0" progId="Equation.DSMT4">
                  <p:embed/>
                </p:oleObj>
              </mc:Choice>
              <mc:Fallback>
                <p:oleObj name="Equation" r:id="rId8" imgW="0" imgH="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3300" y="4410075"/>
                        <a:ext cx="2312988" cy="32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7592" name="AutoShape 15">
            <a:extLst>
              <a:ext uri="{FF2B5EF4-FFF2-40B4-BE49-F238E27FC236}">
                <a16:creationId xmlns:a16="http://schemas.microsoft.com/office/drawing/2014/main" id="{2D5F7095-25F1-2A5C-85B1-86D8A814E92D}"/>
              </a:ext>
            </a:extLst>
          </p:cNvPr>
          <p:cNvSpPr>
            <a:spLocks noChangeArrowheads="1"/>
          </p:cNvSpPr>
          <p:nvPr/>
        </p:nvSpPr>
        <p:spPr bwMode="auto">
          <a:xfrm rot="5400000">
            <a:off x="4342607" y="4902994"/>
            <a:ext cx="585787" cy="517525"/>
          </a:xfrm>
          <a:prstGeom prst="rightArrow">
            <a:avLst>
              <a:gd name="adj1" fmla="val 50000"/>
              <a:gd name="adj2" fmla="val 31835"/>
            </a:avLst>
          </a:prstGeom>
          <a:solidFill>
            <a:schemeClr val="accent1"/>
          </a:solidFill>
          <a:ln w="9525">
            <a:solidFill>
              <a:schemeClr val="tx1"/>
            </a:solidFill>
            <a:miter lim="800000"/>
            <a:headEnd/>
            <a:tailEnd/>
          </a:ln>
        </p:spPr>
        <p:txBody>
          <a:bodyPr rot="10800000" vert="eaVert" wrap="none" anchor="ct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r" eaLnBrk="1" hangingPunct="1">
              <a:spcBef>
                <a:spcPct val="50000"/>
              </a:spcBef>
              <a:buClrTx/>
              <a:buFontTx/>
              <a:buNone/>
            </a:pPr>
            <a:endParaRPr lang="it-IT" altLang="it-IT" sz="2400">
              <a:solidFill>
                <a:schemeClr val="tx1"/>
              </a:solidFill>
            </a:endParaRPr>
          </a:p>
        </p:txBody>
      </p:sp>
      <p:sp>
        <p:nvSpPr>
          <p:cNvPr id="67593" name="Rettangolo 9">
            <a:extLst>
              <a:ext uri="{FF2B5EF4-FFF2-40B4-BE49-F238E27FC236}">
                <a16:creationId xmlns:a16="http://schemas.microsoft.com/office/drawing/2014/main" id="{7F6EBD74-C2F2-DDCD-3323-5BAC7AFB888B}"/>
              </a:ext>
            </a:extLst>
          </p:cNvPr>
          <p:cNvSpPr>
            <a:spLocks noChangeArrowheads="1"/>
          </p:cNvSpPr>
          <p:nvPr/>
        </p:nvSpPr>
        <p:spPr bwMode="auto">
          <a:xfrm>
            <a:off x="4865688" y="2833688"/>
            <a:ext cx="285750" cy="214312"/>
          </a:xfrm>
          <a:prstGeom prst="rect">
            <a:avLst/>
          </a:prstGeom>
          <a:solidFill>
            <a:schemeClr val="bg1"/>
          </a:solidFill>
          <a:ln>
            <a:noFill/>
          </a:ln>
          <a:extLst>
            <a:ext uri="{91240B29-F687-4F45-9708-019B960494DF}">
              <a14:hiddenLine xmlns:a14="http://schemas.microsoft.com/office/drawing/2010/main" w="25400">
                <a:solidFill>
                  <a:srgbClr val="000000"/>
                </a:solidFill>
                <a:round/>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67594" name="Segnaposto numero diapositiva 5">
            <a:extLst>
              <a:ext uri="{FF2B5EF4-FFF2-40B4-BE49-F238E27FC236}">
                <a16:creationId xmlns:a16="http://schemas.microsoft.com/office/drawing/2014/main" id="{A49FD566-4979-4FA7-2204-5FA6E16F1FD0}"/>
              </a:ext>
            </a:extLst>
          </p:cNvPr>
          <p:cNvSpPr>
            <a:spLocks noGrp="1"/>
          </p:cNvSpPr>
          <p:nvPr>
            <p:ph type="sldNum" sz="quarter" idx="10"/>
          </p:nvPr>
        </p:nvSpPr>
        <p:spPr>
          <a:xfrm>
            <a:off x="7315200" y="6022975"/>
            <a:ext cx="2332038" cy="431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0298C894-99BD-498D-80D7-1526FE898E5B}" type="slidenum">
              <a:rPr lang="it-IT" altLang="it-IT" sz="1400" smtClean="0">
                <a:solidFill>
                  <a:schemeClr val="folHlink"/>
                </a:solidFill>
              </a:rPr>
              <a:pPr>
                <a:spcBef>
                  <a:spcPct val="0"/>
                </a:spcBef>
                <a:buClrTx/>
                <a:buFontTx/>
                <a:buNone/>
              </a:pPr>
              <a:t>39</a:t>
            </a:fld>
            <a:endParaRPr lang="it-IT" altLang="it-IT" sz="1400">
              <a:solidFill>
                <a:schemeClr val="folHlink"/>
              </a:solidFill>
            </a:endParaRPr>
          </a:p>
        </p:txBody>
      </p:sp>
      <p:graphicFrame>
        <p:nvGraphicFramePr>
          <p:cNvPr id="67595" name="Object 10">
            <a:extLst>
              <a:ext uri="{FF2B5EF4-FFF2-40B4-BE49-F238E27FC236}">
                <a16:creationId xmlns:a16="http://schemas.microsoft.com/office/drawing/2014/main" id="{D13FF485-DC48-1601-404B-2928EDEF74E0}"/>
              </a:ext>
            </a:extLst>
          </p:cNvPr>
          <p:cNvGraphicFramePr>
            <a:graphicFrameLocks noChangeAspect="1"/>
          </p:cNvGraphicFramePr>
          <p:nvPr/>
        </p:nvGraphicFramePr>
        <p:xfrm>
          <a:off x="7218363" y="4137025"/>
          <a:ext cx="571500" cy="228600"/>
        </p:xfrm>
        <a:graphic>
          <a:graphicData uri="http://schemas.openxmlformats.org/presentationml/2006/ole">
            <mc:AlternateContent xmlns:mc="http://schemas.openxmlformats.org/markup-compatibility/2006">
              <mc:Choice xmlns:v="urn:schemas-microsoft-com:vml" Requires="v">
                <p:oleObj name="Equazione" r:id="rId10" imgW="0" imgH="0" progId="Equation.3">
                  <p:embed/>
                </p:oleObj>
              </mc:Choice>
              <mc:Fallback>
                <p:oleObj name="Equazione" r:id="rId10" imgW="0" imgH="0"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18363" y="4137025"/>
                        <a:ext cx="5715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egnaposto numero diapositiva 3">
            <a:extLst>
              <a:ext uri="{FF2B5EF4-FFF2-40B4-BE49-F238E27FC236}">
                <a16:creationId xmlns:a16="http://schemas.microsoft.com/office/drawing/2014/main" id="{964A2993-320C-61CC-43A0-718490FE3A3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6DAC258F-32AA-42CD-BA53-A715EB15F5D8}" type="slidenum">
              <a:rPr lang="it-IT" altLang="it-IT" sz="1400" smtClean="0">
                <a:solidFill>
                  <a:schemeClr val="folHlink"/>
                </a:solidFill>
              </a:rPr>
              <a:pPr>
                <a:spcBef>
                  <a:spcPct val="0"/>
                </a:spcBef>
                <a:buClrTx/>
                <a:buFontTx/>
                <a:buNone/>
              </a:pPr>
              <a:t>40</a:t>
            </a:fld>
            <a:endParaRPr lang="it-IT" altLang="it-IT" sz="1400">
              <a:solidFill>
                <a:schemeClr val="folHlink"/>
              </a:solidFill>
            </a:endParaRPr>
          </a:p>
        </p:txBody>
      </p:sp>
      <p:sp>
        <p:nvSpPr>
          <p:cNvPr id="68610" name="Rectangle 2">
            <a:extLst>
              <a:ext uri="{FF2B5EF4-FFF2-40B4-BE49-F238E27FC236}">
                <a16:creationId xmlns:a16="http://schemas.microsoft.com/office/drawing/2014/main" id="{4E63A52D-77BB-7066-29CF-6437CF2103B6}"/>
              </a:ext>
            </a:extLst>
          </p:cNvPr>
          <p:cNvSpPr>
            <a:spLocks noGrp="1" noChangeArrowheads="1"/>
          </p:cNvSpPr>
          <p:nvPr>
            <p:ph type="title"/>
          </p:nvPr>
        </p:nvSpPr>
        <p:spPr>
          <a:xfrm>
            <a:off x="323850" y="215900"/>
            <a:ext cx="9109075" cy="503238"/>
          </a:xfrm>
        </p:spPr>
        <p:txBody>
          <a:bodyPr/>
          <a:lstStyle/>
          <a:p>
            <a:pPr eaLnBrk="1" hangingPunct="1"/>
            <a:r>
              <a:rPr lang="it-IT" altLang="it-IT" sz="4000">
                <a:ea typeface="ＭＳ Ｐゴシック" panose="020B0600070205080204" pitchFamily="34" charset="-128"/>
              </a:rPr>
              <a:t>Considerando l’Algebra delle logica</a:t>
            </a:r>
          </a:p>
        </p:txBody>
      </p:sp>
      <p:pic>
        <p:nvPicPr>
          <p:cNvPr id="68611" name="Picture 4">
            <a:extLst>
              <a:ext uri="{FF2B5EF4-FFF2-40B4-BE49-F238E27FC236}">
                <a16:creationId xmlns:a16="http://schemas.microsoft.com/office/drawing/2014/main" id="{D260899D-1A3A-27FA-D4E8-AB6C56C5D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447" t="30229" r="37982" b="45187"/>
          <a:stretch>
            <a:fillRect/>
          </a:stretch>
        </p:blipFill>
        <p:spPr bwMode="auto">
          <a:xfrm>
            <a:off x="0" y="1454150"/>
            <a:ext cx="9566275"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1D07FCB-C867-A82B-D405-171D269C5B8D}"/>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Algebra dei  circuiti </a:t>
            </a:r>
          </a:p>
        </p:txBody>
      </p:sp>
      <p:sp>
        <p:nvSpPr>
          <p:cNvPr id="69634" name="Rectangle 3">
            <a:extLst>
              <a:ext uri="{FF2B5EF4-FFF2-40B4-BE49-F238E27FC236}">
                <a16:creationId xmlns:a16="http://schemas.microsoft.com/office/drawing/2014/main" id="{3ECA74E0-4D27-A444-1601-0221E1133626}"/>
              </a:ext>
            </a:extLst>
          </p:cNvPr>
          <p:cNvSpPr>
            <a:spLocks noGrp="1" noChangeArrowheads="1"/>
          </p:cNvSpPr>
          <p:nvPr>
            <p:ph type="body" idx="1"/>
          </p:nvPr>
        </p:nvSpPr>
        <p:spPr>
          <a:xfrm>
            <a:off x="434975" y="1071563"/>
            <a:ext cx="8748713" cy="4892675"/>
          </a:xfrm>
        </p:spPr>
        <p:txBody>
          <a:bodyPr/>
          <a:lstStyle/>
          <a:p>
            <a:pPr eaLnBrk="1" hangingPunct="1"/>
            <a:endParaRPr lang="it-IT" altLang="it-IT" sz="2400">
              <a:ea typeface="ＭＳ Ｐゴシック" panose="020B0600070205080204" pitchFamily="34" charset="-128"/>
            </a:endParaRPr>
          </a:p>
          <a:p>
            <a:pPr eaLnBrk="1" hangingPunct="1"/>
            <a:r>
              <a:rPr lang="it-IT" altLang="it-IT" sz="2400">
                <a:ea typeface="ＭＳ Ｐゴシック" panose="020B0600070205080204" pitchFamily="34" charset="-128"/>
              </a:rPr>
              <a:t>Associa i simboli “0” e “1” ai livelli logici “basso” e “alto”</a:t>
            </a:r>
          </a:p>
          <a:p>
            <a:pPr eaLnBrk="1" hangingPunct="1"/>
            <a:endParaRPr lang="it-IT" altLang="it-IT" sz="2400">
              <a:ea typeface="ＭＳ Ｐゴシック" panose="020B0600070205080204" pitchFamily="34" charset="-128"/>
            </a:endParaRPr>
          </a:p>
          <a:p>
            <a:pPr eaLnBrk="1" hangingPunct="1"/>
            <a:r>
              <a:rPr lang="it-IT" altLang="it-IT" sz="2400">
                <a:ea typeface="ＭＳ Ｐゴシック" panose="020B0600070205080204" pitchFamily="34" charset="-128"/>
              </a:rPr>
              <a:t>Un circuito è descritto dalla funzione</a:t>
            </a:r>
          </a:p>
          <a:p>
            <a:pPr lvl="2" eaLnBrk="1" hangingPunct="1">
              <a:buFont typeface="Wingdings" panose="05000000000000000000" pitchFamily="2" charset="2"/>
              <a:buNone/>
            </a:pPr>
            <a:endParaRPr lang="fr-FR" altLang="it-IT" i="1">
              <a:ea typeface="ＭＳ Ｐゴシック" panose="020B0600070205080204" pitchFamily="34" charset="-128"/>
            </a:endParaRPr>
          </a:p>
          <a:p>
            <a:pPr lvl="2" eaLnBrk="1" hangingPunct="1">
              <a:buFont typeface="Wingdings" panose="05000000000000000000" pitchFamily="2" charset="2"/>
              <a:buNone/>
            </a:pPr>
            <a:r>
              <a:rPr lang="fr-FR" altLang="it-IT" i="1">
                <a:ea typeface="ＭＳ Ｐゴシック" panose="020B0600070205080204" pitchFamily="34" charset="-128"/>
              </a:rPr>
              <a:t>			y = ƒ(x</a:t>
            </a:r>
            <a:r>
              <a:rPr lang="fr-FR" altLang="it-IT" i="1" baseline="-25000">
                <a:ea typeface="ＭＳ Ｐゴシック" panose="020B0600070205080204" pitchFamily="34" charset="-128"/>
              </a:rPr>
              <a:t>1</a:t>
            </a:r>
            <a:r>
              <a:rPr lang="fr-FR" altLang="it-IT" i="1">
                <a:ea typeface="ＭＳ Ｐゴシック" panose="020B0600070205080204" pitchFamily="34" charset="-128"/>
              </a:rPr>
              <a:t>, x</a:t>
            </a:r>
            <a:r>
              <a:rPr lang="fr-FR" altLang="it-IT" i="1" baseline="-25000">
                <a:ea typeface="ＭＳ Ｐゴシック" panose="020B0600070205080204" pitchFamily="34" charset="-128"/>
              </a:rPr>
              <a:t>2</a:t>
            </a:r>
            <a:r>
              <a:rPr lang="fr-FR" altLang="it-IT" i="1">
                <a:ea typeface="ＭＳ Ｐゴシック" panose="020B0600070205080204" pitchFamily="34" charset="-128"/>
              </a:rPr>
              <a:t>, ..., x</a:t>
            </a:r>
            <a:r>
              <a:rPr lang="fr-FR" altLang="it-IT" i="1" baseline="-25000">
                <a:ea typeface="ＭＳ Ｐゴシック" panose="020B0600070205080204" pitchFamily="34" charset="-128"/>
              </a:rPr>
              <a:t>n</a:t>
            </a:r>
            <a:r>
              <a:rPr lang="fr-FR" altLang="it-IT" i="1">
                <a:ea typeface="ＭＳ Ｐゴシック" panose="020B0600070205080204" pitchFamily="34" charset="-128"/>
              </a:rPr>
              <a:t>)</a:t>
            </a:r>
          </a:p>
          <a:p>
            <a:pPr lvl="2" eaLnBrk="1" hangingPunct="1">
              <a:buFont typeface="Wingdings" panose="05000000000000000000" pitchFamily="2" charset="2"/>
              <a:buNone/>
            </a:pPr>
            <a:endParaRPr lang="fr-FR" altLang="it-IT" sz="1600" i="1">
              <a:ea typeface="ＭＳ Ｐゴシック" panose="020B0600070205080204" pitchFamily="34" charset="-128"/>
            </a:endParaRPr>
          </a:p>
          <a:p>
            <a:pPr lvl="2" eaLnBrk="1" hangingPunct="1">
              <a:buFont typeface="Wingdings" panose="05000000000000000000" pitchFamily="2" charset="2"/>
              <a:buNone/>
            </a:pPr>
            <a:r>
              <a:rPr lang="fr-FR" altLang="it-IT" i="1">
                <a:ea typeface="ＭＳ Ｐゴシック" panose="020B0600070205080204" pitchFamily="34" charset="-128"/>
              </a:rPr>
              <a:t>dove: y=bit di uscita;   x</a:t>
            </a:r>
            <a:r>
              <a:rPr lang="fr-FR" altLang="it-IT" i="1" baseline="-25000">
                <a:ea typeface="ＭＳ Ｐゴシック" panose="020B0600070205080204" pitchFamily="34" charset="-128"/>
              </a:rPr>
              <a:t>1</a:t>
            </a:r>
            <a:r>
              <a:rPr lang="fr-FR" altLang="it-IT" i="1">
                <a:ea typeface="ＭＳ Ｐゴシック" panose="020B0600070205080204" pitchFamily="34" charset="-128"/>
              </a:rPr>
              <a:t>, x</a:t>
            </a:r>
            <a:r>
              <a:rPr lang="fr-FR" altLang="it-IT" i="1" baseline="-25000">
                <a:ea typeface="ＭＳ Ｐゴシック" panose="020B0600070205080204" pitchFamily="34" charset="-128"/>
              </a:rPr>
              <a:t>2</a:t>
            </a:r>
            <a:r>
              <a:rPr lang="fr-FR" altLang="it-IT" i="1">
                <a:ea typeface="ＭＳ Ｐゴシック" panose="020B0600070205080204" pitchFamily="34" charset="-128"/>
              </a:rPr>
              <a:t>, ..., x</a:t>
            </a:r>
            <a:r>
              <a:rPr lang="fr-FR" altLang="it-IT" i="1" baseline="-25000">
                <a:ea typeface="ＭＳ Ｐゴシック" panose="020B0600070205080204" pitchFamily="34" charset="-128"/>
              </a:rPr>
              <a:t>n</a:t>
            </a:r>
            <a:r>
              <a:rPr lang="fr-FR" altLang="it-IT" i="1">
                <a:ea typeface="ＭＳ Ｐゴシック" panose="020B0600070205080204" pitchFamily="34" charset="-128"/>
              </a:rPr>
              <a:t>=bit di ingresso</a:t>
            </a:r>
          </a:p>
        </p:txBody>
      </p:sp>
      <p:sp>
        <p:nvSpPr>
          <p:cNvPr id="69635" name="Rectangle 5">
            <a:extLst>
              <a:ext uri="{FF2B5EF4-FFF2-40B4-BE49-F238E27FC236}">
                <a16:creationId xmlns:a16="http://schemas.microsoft.com/office/drawing/2014/main" id="{DFAE5B84-1CF7-DB2B-78E8-FF3670A9DC0F}"/>
              </a:ext>
            </a:extLst>
          </p:cNvPr>
          <p:cNvSpPr>
            <a:spLocks noChangeArrowheads="1"/>
          </p:cNvSpPr>
          <p:nvPr/>
        </p:nvSpPr>
        <p:spPr bwMode="auto">
          <a:xfrm>
            <a:off x="0" y="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69636" name="Rectangle 7">
            <a:extLst>
              <a:ext uri="{FF2B5EF4-FFF2-40B4-BE49-F238E27FC236}">
                <a16:creationId xmlns:a16="http://schemas.microsoft.com/office/drawing/2014/main" id="{9E0AA642-9A3E-D247-41D4-59D8537C8FE1}"/>
              </a:ext>
            </a:extLst>
          </p:cNvPr>
          <p:cNvSpPr>
            <a:spLocks noChangeArrowheads="1"/>
          </p:cNvSpPr>
          <p:nvPr/>
        </p:nvSpPr>
        <p:spPr bwMode="auto">
          <a:xfrm>
            <a:off x="0" y="29067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69637" name="Rectangle 9">
            <a:extLst>
              <a:ext uri="{FF2B5EF4-FFF2-40B4-BE49-F238E27FC236}">
                <a16:creationId xmlns:a16="http://schemas.microsoft.com/office/drawing/2014/main" id="{AC0DC641-97B3-EFC4-F64B-E47D4064F18A}"/>
              </a:ext>
            </a:extLst>
          </p:cNvPr>
          <p:cNvSpPr>
            <a:spLocks noChangeArrowheads="1"/>
          </p:cNvSpPr>
          <p:nvPr/>
        </p:nvSpPr>
        <p:spPr bwMode="auto">
          <a:xfrm>
            <a:off x="0" y="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69638" name="Segnaposto numero diapositiva 5">
            <a:extLst>
              <a:ext uri="{FF2B5EF4-FFF2-40B4-BE49-F238E27FC236}">
                <a16:creationId xmlns:a16="http://schemas.microsoft.com/office/drawing/2014/main" id="{08E1A8AB-A139-94C3-1242-0017A5BD0497}"/>
              </a:ext>
            </a:extLst>
          </p:cNvPr>
          <p:cNvSpPr>
            <a:spLocks noGrp="1"/>
          </p:cNvSpPr>
          <p:nvPr>
            <p:ph type="sldNum" sz="quarter" idx="10"/>
          </p:nvPr>
        </p:nvSpPr>
        <p:spPr>
          <a:xfrm>
            <a:off x="7315200" y="6022975"/>
            <a:ext cx="2332038" cy="431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17913B6C-B1A6-41FB-AE80-D168E3173C81}" type="slidenum">
              <a:rPr lang="it-IT" altLang="it-IT" sz="1400" smtClean="0">
                <a:solidFill>
                  <a:schemeClr val="folHlink"/>
                </a:solidFill>
              </a:rPr>
              <a:pPr>
                <a:spcBef>
                  <a:spcPct val="0"/>
                </a:spcBef>
                <a:buClrTx/>
                <a:buFontTx/>
                <a:buNone/>
              </a:pPr>
              <a:t>41</a:t>
            </a:fld>
            <a:endParaRPr lang="it-IT" altLang="it-IT" sz="1400">
              <a:solidFill>
                <a:schemeClr val="folHlink"/>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7" name="Segnaposto numero diapositiva 3">
            <a:extLst>
              <a:ext uri="{FF2B5EF4-FFF2-40B4-BE49-F238E27FC236}">
                <a16:creationId xmlns:a16="http://schemas.microsoft.com/office/drawing/2014/main" id="{738B5941-DD0C-DAFF-3331-895835B085D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F6ED7CDE-EE40-484A-9C4A-DAA5330F467C}" type="slidenum">
              <a:rPr lang="it-IT" altLang="it-IT" sz="1400" smtClean="0">
                <a:solidFill>
                  <a:schemeClr val="folHlink"/>
                </a:solidFill>
              </a:rPr>
              <a:pPr>
                <a:spcBef>
                  <a:spcPct val="0"/>
                </a:spcBef>
                <a:buClrTx/>
                <a:buFontTx/>
                <a:buNone/>
              </a:pPr>
              <a:t>42</a:t>
            </a:fld>
            <a:endParaRPr lang="it-IT" altLang="it-IT" sz="1400">
              <a:solidFill>
                <a:schemeClr val="folHlink"/>
              </a:solidFill>
            </a:endParaRPr>
          </a:p>
        </p:txBody>
      </p:sp>
      <p:sp>
        <p:nvSpPr>
          <p:cNvPr id="70658" name="Rectangle 2">
            <a:extLst>
              <a:ext uri="{FF2B5EF4-FFF2-40B4-BE49-F238E27FC236}">
                <a16:creationId xmlns:a16="http://schemas.microsoft.com/office/drawing/2014/main" id="{A8B6D65A-27A7-A5F3-68C9-603284DE67F4}"/>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Algebra dei circuiti: reti bilaterali</a:t>
            </a:r>
          </a:p>
        </p:txBody>
      </p:sp>
      <p:pic>
        <p:nvPicPr>
          <p:cNvPr id="70659" name="Picture 4">
            <a:extLst>
              <a:ext uri="{FF2B5EF4-FFF2-40B4-BE49-F238E27FC236}">
                <a16:creationId xmlns:a16="http://schemas.microsoft.com/office/drawing/2014/main" id="{6936FC45-1C20-27E8-DEF7-D471CF87D0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849" t="46292" r="29128" b="35728"/>
          <a:stretch>
            <a:fillRect/>
          </a:stretch>
        </p:blipFill>
        <p:spPr bwMode="auto">
          <a:xfrm>
            <a:off x="611188" y="2592388"/>
            <a:ext cx="8785225"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pic>
      <p:sp>
        <p:nvSpPr>
          <p:cNvPr id="70660" name="Rettangolo 4">
            <a:extLst>
              <a:ext uri="{FF2B5EF4-FFF2-40B4-BE49-F238E27FC236}">
                <a16:creationId xmlns:a16="http://schemas.microsoft.com/office/drawing/2014/main" id="{20E33A86-38C0-E824-C7B1-E4EB640A4909}"/>
              </a:ext>
            </a:extLst>
          </p:cNvPr>
          <p:cNvSpPr>
            <a:spLocks noChangeArrowheads="1"/>
          </p:cNvSpPr>
          <p:nvPr/>
        </p:nvSpPr>
        <p:spPr bwMode="auto">
          <a:xfrm>
            <a:off x="430213" y="1311275"/>
            <a:ext cx="87169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lvl="2" eaLnBrk="1" hangingPunct="1">
              <a:spcBef>
                <a:spcPct val="50000"/>
              </a:spcBef>
              <a:buClrTx/>
              <a:buSzTx/>
              <a:buFontTx/>
              <a:buNone/>
            </a:pPr>
            <a:r>
              <a:rPr lang="it-IT" altLang="it-IT" sz="2800" i="1">
                <a:solidFill>
                  <a:srgbClr val="FF0000"/>
                </a:solidFill>
              </a:rPr>
              <a:t>Rete bilaterale:  </a:t>
            </a:r>
            <a:r>
              <a:rPr lang="it-IT" altLang="it-IT" sz="2800" i="1">
                <a:solidFill>
                  <a:schemeClr val="hlink"/>
                </a:solidFill>
              </a:rPr>
              <a:t>la funzione di uscita è valutata  tra due punti.</a:t>
            </a:r>
            <a:endParaRPr lang="it-IT" altLang="it-IT" sz="2800" i="1">
              <a:solidFill>
                <a:schemeClr val="accent1"/>
              </a:solidFill>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C38B26A1-EB24-A315-EBDC-8CCC3FBC298C}"/>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Algebra dei circuiti: reti unilaterali</a:t>
            </a:r>
          </a:p>
        </p:txBody>
      </p:sp>
      <p:pic>
        <p:nvPicPr>
          <p:cNvPr id="71682" name="Picture 4">
            <a:extLst>
              <a:ext uri="{FF2B5EF4-FFF2-40B4-BE49-F238E27FC236}">
                <a16:creationId xmlns:a16="http://schemas.microsoft.com/office/drawing/2014/main" id="{827A4968-4A57-1189-E103-AA3217A024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704" t="20792" r="45663" b="62209"/>
          <a:stretch>
            <a:fillRect/>
          </a:stretch>
        </p:blipFill>
        <p:spPr bwMode="auto">
          <a:xfrm>
            <a:off x="1979613" y="2303463"/>
            <a:ext cx="5329237" cy="239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pic>
      <p:sp>
        <p:nvSpPr>
          <p:cNvPr id="71683" name="Rettangolo 4">
            <a:extLst>
              <a:ext uri="{FF2B5EF4-FFF2-40B4-BE49-F238E27FC236}">
                <a16:creationId xmlns:a16="http://schemas.microsoft.com/office/drawing/2014/main" id="{44BDD827-AB93-1943-A3DF-91858E4D403D}"/>
              </a:ext>
            </a:extLst>
          </p:cNvPr>
          <p:cNvSpPr>
            <a:spLocks noChangeArrowheads="1"/>
          </p:cNvSpPr>
          <p:nvPr/>
        </p:nvSpPr>
        <p:spPr bwMode="auto">
          <a:xfrm>
            <a:off x="430213" y="1311275"/>
            <a:ext cx="87884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lvl="2" eaLnBrk="1" hangingPunct="1">
              <a:spcBef>
                <a:spcPct val="50000"/>
              </a:spcBef>
              <a:buClrTx/>
              <a:buSzTx/>
              <a:buFontTx/>
              <a:buNone/>
            </a:pPr>
            <a:r>
              <a:rPr lang="it-IT" altLang="it-IT" sz="2800" i="1">
                <a:solidFill>
                  <a:srgbClr val="FF0000"/>
                </a:solidFill>
              </a:rPr>
              <a:t>Rete unilaterale: </a:t>
            </a:r>
            <a:r>
              <a:rPr lang="it-IT" altLang="it-IT" sz="2800" i="1">
                <a:solidFill>
                  <a:schemeClr val="hlink"/>
                </a:solidFill>
              </a:rPr>
              <a:t>il flusso di informazione procede  in un unico senso (ingresso</a:t>
            </a:r>
            <a:r>
              <a:rPr lang="it-IT" altLang="it-IT" sz="2800" i="1">
                <a:solidFill>
                  <a:schemeClr val="hlink"/>
                </a:solidFill>
                <a:sym typeface="Wingdings" panose="05000000000000000000" pitchFamily="2" charset="2"/>
              </a:rPr>
              <a:t>uscita)</a:t>
            </a:r>
            <a:endParaRPr lang="it-IT" altLang="it-IT" sz="3600">
              <a:solidFill>
                <a:schemeClr val="tx1"/>
              </a:solidFill>
            </a:endParaRPr>
          </a:p>
        </p:txBody>
      </p:sp>
      <p:sp>
        <p:nvSpPr>
          <p:cNvPr id="71684" name="Segnaposto numero diapositiva 5">
            <a:extLst>
              <a:ext uri="{FF2B5EF4-FFF2-40B4-BE49-F238E27FC236}">
                <a16:creationId xmlns:a16="http://schemas.microsoft.com/office/drawing/2014/main" id="{E54CF053-1BB0-38C3-0FBA-2178BD711F51}"/>
              </a:ext>
            </a:extLst>
          </p:cNvPr>
          <p:cNvSpPr>
            <a:spLocks noGrp="1"/>
          </p:cNvSpPr>
          <p:nvPr>
            <p:ph type="sldNum" sz="quarter" idx="10"/>
          </p:nvPr>
        </p:nvSpPr>
        <p:spPr>
          <a:xfrm>
            <a:off x="7315200" y="6022975"/>
            <a:ext cx="2332038" cy="431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EE12CB3B-A8FD-4699-A845-62776DAFA78E}" type="slidenum">
              <a:rPr lang="it-IT" altLang="it-IT" sz="1400" smtClean="0">
                <a:solidFill>
                  <a:schemeClr val="folHlink"/>
                </a:solidFill>
              </a:rPr>
              <a:pPr>
                <a:spcBef>
                  <a:spcPct val="0"/>
                </a:spcBef>
                <a:buClrTx/>
                <a:buFontTx/>
                <a:buNone/>
              </a:pPr>
              <a:t>43</a:t>
            </a:fld>
            <a:endParaRPr lang="it-IT" altLang="it-IT" sz="1400">
              <a:solidFill>
                <a:schemeClr val="folHlink"/>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5" name="Segnaposto numero diapositiva 3">
            <a:extLst>
              <a:ext uri="{FF2B5EF4-FFF2-40B4-BE49-F238E27FC236}">
                <a16:creationId xmlns:a16="http://schemas.microsoft.com/office/drawing/2014/main" id="{FC49C2FD-E614-CBFE-3BDE-DD3912DF7D3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902828F6-6BB4-4569-8D12-1CC0D1E499E0}" type="slidenum">
              <a:rPr lang="it-IT" altLang="it-IT" sz="1400" smtClean="0">
                <a:solidFill>
                  <a:schemeClr val="folHlink"/>
                </a:solidFill>
              </a:rPr>
              <a:pPr>
                <a:spcBef>
                  <a:spcPct val="0"/>
                </a:spcBef>
                <a:buClrTx/>
                <a:buFontTx/>
                <a:buNone/>
              </a:pPr>
              <a:t>44</a:t>
            </a:fld>
            <a:endParaRPr lang="it-IT" altLang="it-IT" sz="1400">
              <a:solidFill>
                <a:schemeClr val="folHlink"/>
              </a:solidFill>
            </a:endParaRPr>
          </a:p>
        </p:txBody>
      </p:sp>
      <p:sp>
        <p:nvSpPr>
          <p:cNvPr id="72706" name="Rectangle 2">
            <a:extLst>
              <a:ext uri="{FF2B5EF4-FFF2-40B4-BE49-F238E27FC236}">
                <a16:creationId xmlns:a16="http://schemas.microsoft.com/office/drawing/2014/main" id="{48DD7E4E-0167-303E-1DB1-212D4BFB9405}"/>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Algebra dei circuiti: esempio</a:t>
            </a:r>
          </a:p>
        </p:txBody>
      </p:sp>
      <p:pic>
        <p:nvPicPr>
          <p:cNvPr id="72707" name="Picture 4">
            <a:extLst>
              <a:ext uri="{FF2B5EF4-FFF2-40B4-BE49-F238E27FC236}">
                <a16:creationId xmlns:a16="http://schemas.microsoft.com/office/drawing/2014/main" id="{40EFEABA-4F3A-204C-9C94-EEB4FF63AB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492" t="25520" r="33269" b="53854"/>
          <a:stretch>
            <a:fillRect/>
          </a:stretch>
        </p:blipFill>
        <p:spPr bwMode="auto">
          <a:xfrm>
            <a:off x="252413" y="3794125"/>
            <a:ext cx="8964612" cy="244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pic>
      <p:sp>
        <p:nvSpPr>
          <p:cNvPr id="72708" name="Rettangolo 4">
            <a:extLst>
              <a:ext uri="{FF2B5EF4-FFF2-40B4-BE49-F238E27FC236}">
                <a16:creationId xmlns:a16="http://schemas.microsoft.com/office/drawing/2014/main" id="{510A76CE-551E-8307-533A-117756810AD1}"/>
              </a:ext>
            </a:extLst>
          </p:cNvPr>
          <p:cNvSpPr>
            <a:spLocks noChangeArrowheads="1"/>
          </p:cNvSpPr>
          <p:nvPr/>
        </p:nvSpPr>
        <p:spPr bwMode="auto">
          <a:xfrm>
            <a:off x="573088" y="1382713"/>
            <a:ext cx="8288337"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Le reti possono essere interconnesse in</a:t>
            </a:r>
          </a:p>
          <a:p>
            <a:pPr lvl="1" eaLnBrk="1" hangingPunct="1">
              <a:spcBef>
                <a:spcPct val="50000"/>
              </a:spcBef>
              <a:buClrTx/>
              <a:buSzTx/>
              <a:buFontTx/>
              <a:buNone/>
            </a:pPr>
            <a:r>
              <a:rPr lang="it-IT" altLang="it-IT" sz="1800" b="1" i="1">
                <a:solidFill>
                  <a:schemeClr val="accent2"/>
                </a:solidFill>
              </a:rPr>
              <a:t>Serie</a:t>
            </a:r>
          </a:p>
          <a:p>
            <a:pPr lvl="1" eaLnBrk="1" hangingPunct="1">
              <a:spcBef>
                <a:spcPct val="50000"/>
              </a:spcBef>
              <a:buClrTx/>
              <a:buSzTx/>
              <a:buFontTx/>
              <a:buNone/>
            </a:pPr>
            <a:r>
              <a:rPr lang="it-IT" altLang="it-IT" sz="1800" b="1" i="1">
                <a:solidFill>
                  <a:schemeClr val="accent2"/>
                </a:solidFill>
              </a:rPr>
              <a:t>Parallelo</a:t>
            </a:r>
          </a:p>
          <a:p>
            <a:pPr lvl="1" eaLnBrk="1" hangingPunct="1">
              <a:spcBef>
                <a:spcPct val="50000"/>
              </a:spcBef>
              <a:buClrTx/>
              <a:buSzTx/>
              <a:buFontTx/>
              <a:buNone/>
            </a:pPr>
            <a:r>
              <a:rPr lang="it-IT" altLang="it-IT" sz="1800" b="1" i="1">
                <a:solidFill>
                  <a:schemeClr val="accent2"/>
                </a:solidFill>
              </a:rPr>
              <a:t>Serie-Parallelo</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29" name="Segnaposto numero diapositiva 3">
            <a:extLst>
              <a:ext uri="{FF2B5EF4-FFF2-40B4-BE49-F238E27FC236}">
                <a16:creationId xmlns:a16="http://schemas.microsoft.com/office/drawing/2014/main" id="{FF55BAD3-89A4-1A97-E346-3CCF9C3F9F1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D750D2C8-A3CF-42BF-9CE4-02AF39577027}" type="slidenum">
              <a:rPr lang="it-IT" altLang="it-IT" sz="1400" smtClean="0">
                <a:solidFill>
                  <a:schemeClr val="folHlink"/>
                </a:solidFill>
              </a:rPr>
              <a:pPr>
                <a:spcBef>
                  <a:spcPct val="0"/>
                </a:spcBef>
                <a:buClrTx/>
                <a:buFontTx/>
                <a:buNone/>
              </a:pPr>
              <a:t>45</a:t>
            </a:fld>
            <a:endParaRPr lang="it-IT" altLang="it-IT" sz="1400">
              <a:solidFill>
                <a:schemeClr val="folHlink"/>
              </a:solidFill>
            </a:endParaRPr>
          </a:p>
        </p:txBody>
      </p:sp>
      <p:sp>
        <p:nvSpPr>
          <p:cNvPr id="73730" name="Rectangle 2">
            <a:extLst>
              <a:ext uri="{FF2B5EF4-FFF2-40B4-BE49-F238E27FC236}">
                <a16:creationId xmlns:a16="http://schemas.microsoft.com/office/drawing/2014/main" id="{1900271E-985F-3808-8FC6-359E07669D8C}"/>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Riassumendo</a:t>
            </a:r>
          </a:p>
        </p:txBody>
      </p:sp>
      <p:sp>
        <p:nvSpPr>
          <p:cNvPr id="73731" name="Rectangle 3">
            <a:extLst>
              <a:ext uri="{FF2B5EF4-FFF2-40B4-BE49-F238E27FC236}">
                <a16:creationId xmlns:a16="http://schemas.microsoft.com/office/drawing/2014/main" id="{A27480E5-BB14-F706-5250-DE778261DE6C}"/>
              </a:ext>
            </a:extLst>
          </p:cNvPr>
          <p:cNvSpPr>
            <a:spLocks noGrp="1" noChangeArrowheads="1"/>
          </p:cNvSpPr>
          <p:nvPr>
            <p:ph type="body" idx="1"/>
          </p:nvPr>
        </p:nvSpPr>
        <p:spPr>
          <a:xfrm>
            <a:off x="684213" y="1727200"/>
            <a:ext cx="8459787" cy="1873250"/>
          </a:xfrm>
        </p:spPr>
        <p:txBody>
          <a:bodyPr/>
          <a:lstStyle/>
          <a:p>
            <a:pPr eaLnBrk="1" hangingPunct="1">
              <a:lnSpc>
                <a:spcPct val="90000"/>
              </a:lnSpc>
            </a:pPr>
            <a:r>
              <a:rPr lang="it-IT" altLang="it-IT" sz="2800">
                <a:ea typeface="ＭＳ Ｐゴシック" panose="020B0600070205080204" pitchFamily="34" charset="-128"/>
              </a:rPr>
              <a:t>Nelle diverse algebre si utilizzano diversi simboli per definire le operazioni fondamentali ed il massimo e minimo</a:t>
            </a:r>
          </a:p>
          <a:p>
            <a:pPr eaLnBrk="1" hangingPunct="1">
              <a:lnSpc>
                <a:spcPct val="90000"/>
              </a:lnSpc>
            </a:pPr>
            <a:r>
              <a:rPr lang="it-IT" altLang="it-IT" sz="2800">
                <a:ea typeface="ＭＳ Ｐゴシック" panose="020B0600070205080204" pitchFamily="34" charset="-128"/>
              </a:rPr>
              <a:t>La tabella sottostante li riassume:</a:t>
            </a:r>
          </a:p>
        </p:txBody>
      </p:sp>
      <p:pic>
        <p:nvPicPr>
          <p:cNvPr id="73732" name="Picture 4">
            <a:extLst>
              <a:ext uri="{FF2B5EF4-FFF2-40B4-BE49-F238E27FC236}">
                <a16:creationId xmlns:a16="http://schemas.microsoft.com/office/drawing/2014/main" id="{A4B13ED4-5F9D-2199-F249-DFB15DC8A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722" t="60480" r="37396" b="18729"/>
          <a:stretch>
            <a:fillRect/>
          </a:stretch>
        </p:blipFill>
        <p:spPr bwMode="auto">
          <a:xfrm>
            <a:off x="827088" y="3530600"/>
            <a:ext cx="7705725" cy="223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pic>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egnaposto numero diapositiva 3">
            <a:extLst>
              <a:ext uri="{FF2B5EF4-FFF2-40B4-BE49-F238E27FC236}">
                <a16:creationId xmlns:a16="http://schemas.microsoft.com/office/drawing/2014/main" id="{C16C83C8-7538-06B7-9F44-BDABC2762D0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90B1A109-F656-4492-856A-C85B79E16745}" type="slidenum">
              <a:rPr lang="it-IT" altLang="it-IT" sz="1400" smtClean="0">
                <a:solidFill>
                  <a:schemeClr val="folHlink"/>
                </a:solidFill>
              </a:rPr>
              <a:pPr>
                <a:spcBef>
                  <a:spcPct val="0"/>
                </a:spcBef>
                <a:buClrTx/>
                <a:buFontTx/>
                <a:buNone/>
              </a:pPr>
              <a:t>46</a:t>
            </a:fld>
            <a:endParaRPr lang="it-IT" altLang="it-IT" sz="1400">
              <a:solidFill>
                <a:schemeClr val="folHlink"/>
              </a:solidFill>
            </a:endParaRPr>
          </a:p>
        </p:txBody>
      </p:sp>
      <p:sp>
        <p:nvSpPr>
          <p:cNvPr id="74754" name="Rectangle 2">
            <a:extLst>
              <a:ext uri="{FF2B5EF4-FFF2-40B4-BE49-F238E27FC236}">
                <a16:creationId xmlns:a16="http://schemas.microsoft.com/office/drawing/2014/main" id="{D76A868D-D47A-556F-CBEC-500F123BEBC8}"/>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Forme Algebriche</a:t>
            </a:r>
          </a:p>
        </p:txBody>
      </p:sp>
      <p:sp>
        <p:nvSpPr>
          <p:cNvPr id="74755" name="Rectangle 3">
            <a:extLst>
              <a:ext uri="{FF2B5EF4-FFF2-40B4-BE49-F238E27FC236}">
                <a16:creationId xmlns:a16="http://schemas.microsoft.com/office/drawing/2014/main" id="{F4D3C420-B0AA-6E69-4502-55DDA456246B}"/>
              </a:ext>
            </a:extLst>
          </p:cNvPr>
          <p:cNvSpPr>
            <a:spLocks noGrp="1" noChangeArrowheads="1"/>
          </p:cNvSpPr>
          <p:nvPr>
            <p:ph type="body" idx="1"/>
          </p:nvPr>
        </p:nvSpPr>
        <p:spPr/>
        <p:txBody>
          <a:bodyPr/>
          <a:lstStyle/>
          <a:p>
            <a:r>
              <a:rPr lang="it-IT" altLang="it-IT">
                <a:ea typeface="ＭＳ Ｐゴシック" panose="020B0600070205080204" pitchFamily="34" charset="-128"/>
              </a:rPr>
              <a:t>L’importanza della forma</a:t>
            </a:r>
          </a:p>
          <a:p>
            <a:pPr lvl="1"/>
            <a:r>
              <a:rPr lang="it-IT" altLang="it-IT">
                <a:ea typeface="ＭＳ Ｐゴシック" panose="020B0600070205080204" pitchFamily="34" charset="-128"/>
              </a:rPr>
              <a:t>La corrispondenza biunivoca è tra FORMA e CIRCUITO (e non tra una funzione e un circuito)</a:t>
            </a:r>
          </a:p>
          <a:p>
            <a:pPr lvl="1"/>
            <a:r>
              <a:rPr lang="it-IT" altLang="it-IT">
                <a:ea typeface="ＭＳ Ｐゴシック" panose="020B0600070205080204" pitchFamily="34" charset="-128"/>
              </a:rPr>
              <a:t>Le eguaglianze notevoli e quelle derivate fra espressioni equivalgono a equivalenza funzionale fra CIRCUITI</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egnaposto numero diapositiva 3">
            <a:extLst>
              <a:ext uri="{FF2B5EF4-FFF2-40B4-BE49-F238E27FC236}">
                <a16:creationId xmlns:a16="http://schemas.microsoft.com/office/drawing/2014/main" id="{4A12F54C-D115-92A5-2D72-F57D842AB09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E5CA3685-4661-4A8A-B1B0-E8ED48C47B45}" type="slidenum">
              <a:rPr lang="it-IT" altLang="it-IT" sz="1400" smtClean="0">
                <a:solidFill>
                  <a:schemeClr val="folHlink"/>
                </a:solidFill>
              </a:rPr>
              <a:pPr>
                <a:spcBef>
                  <a:spcPct val="0"/>
                </a:spcBef>
                <a:buClrTx/>
                <a:buFontTx/>
                <a:buNone/>
              </a:pPr>
              <a:t>47</a:t>
            </a:fld>
            <a:endParaRPr lang="it-IT" altLang="it-IT" sz="1400">
              <a:solidFill>
                <a:schemeClr val="folHlink"/>
              </a:solidFill>
            </a:endParaRPr>
          </a:p>
        </p:txBody>
      </p:sp>
      <p:sp>
        <p:nvSpPr>
          <p:cNvPr id="75778" name="Rectangle 5">
            <a:extLst>
              <a:ext uri="{FF2B5EF4-FFF2-40B4-BE49-F238E27FC236}">
                <a16:creationId xmlns:a16="http://schemas.microsoft.com/office/drawing/2014/main" id="{24AE89CD-85A0-E9E9-89D9-F1C6BD5DBFC1}"/>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Ancora definizioni…</a:t>
            </a:r>
          </a:p>
        </p:txBody>
      </p:sp>
      <p:graphicFrame>
        <p:nvGraphicFramePr>
          <p:cNvPr id="75779" name="Object 4">
            <a:extLst>
              <a:ext uri="{FF2B5EF4-FFF2-40B4-BE49-F238E27FC236}">
                <a16:creationId xmlns:a16="http://schemas.microsoft.com/office/drawing/2014/main" id="{50B364C9-BC0F-796C-784F-406E55D6BF81}"/>
              </a:ext>
            </a:extLst>
          </p:cNvPr>
          <p:cNvGraphicFramePr>
            <a:graphicFrameLocks noGrp="1" noChangeAspect="1"/>
          </p:cNvGraphicFramePr>
          <p:nvPr>
            <p:ph idx="1"/>
          </p:nvPr>
        </p:nvGraphicFramePr>
        <p:xfrm>
          <a:off x="179388" y="1655763"/>
          <a:ext cx="4248150" cy="3649662"/>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655763"/>
                        <a:ext cx="4248150" cy="3649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5780" name="Line 7">
            <a:extLst>
              <a:ext uri="{FF2B5EF4-FFF2-40B4-BE49-F238E27FC236}">
                <a16:creationId xmlns:a16="http://schemas.microsoft.com/office/drawing/2014/main" id="{691F19CE-2214-CED9-7B4E-ACA8F2FACD9D}"/>
              </a:ext>
            </a:extLst>
          </p:cNvPr>
          <p:cNvSpPr>
            <a:spLocks noChangeShapeType="1"/>
          </p:cNvSpPr>
          <p:nvPr/>
        </p:nvSpPr>
        <p:spPr bwMode="auto">
          <a:xfrm flipH="1" flipV="1">
            <a:off x="3087688" y="2184400"/>
            <a:ext cx="1420812" cy="5953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75781" name="Line 9">
            <a:extLst>
              <a:ext uri="{FF2B5EF4-FFF2-40B4-BE49-F238E27FC236}">
                <a16:creationId xmlns:a16="http://schemas.microsoft.com/office/drawing/2014/main" id="{77F9A9EE-4665-2826-24DC-053452FCFDDF}"/>
              </a:ext>
            </a:extLst>
          </p:cNvPr>
          <p:cNvSpPr>
            <a:spLocks noChangeShapeType="1"/>
          </p:cNvSpPr>
          <p:nvPr/>
        </p:nvSpPr>
        <p:spPr bwMode="auto">
          <a:xfrm flipH="1" flipV="1">
            <a:off x="2843213" y="2232025"/>
            <a:ext cx="1657350" cy="5762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75782" name="Text Box 10">
            <a:extLst>
              <a:ext uri="{FF2B5EF4-FFF2-40B4-BE49-F238E27FC236}">
                <a16:creationId xmlns:a16="http://schemas.microsoft.com/office/drawing/2014/main" id="{05E646DB-4084-08D8-30CB-76EB97F57493}"/>
              </a:ext>
            </a:extLst>
          </p:cNvPr>
          <p:cNvSpPr txBox="1">
            <a:spLocks noChangeArrowheads="1"/>
          </p:cNvSpPr>
          <p:nvPr/>
        </p:nvSpPr>
        <p:spPr bwMode="auto">
          <a:xfrm>
            <a:off x="4572000" y="2592388"/>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letterali</a:t>
            </a:r>
          </a:p>
        </p:txBody>
      </p:sp>
      <p:sp>
        <p:nvSpPr>
          <p:cNvPr id="75783" name="Oval 11">
            <a:extLst>
              <a:ext uri="{FF2B5EF4-FFF2-40B4-BE49-F238E27FC236}">
                <a16:creationId xmlns:a16="http://schemas.microsoft.com/office/drawing/2014/main" id="{2FDAD9B6-9858-1DCF-571A-531DB077F81C}"/>
              </a:ext>
            </a:extLst>
          </p:cNvPr>
          <p:cNvSpPr>
            <a:spLocks noChangeArrowheads="1"/>
          </p:cNvSpPr>
          <p:nvPr/>
        </p:nvSpPr>
        <p:spPr bwMode="auto">
          <a:xfrm>
            <a:off x="1619250" y="1655763"/>
            <a:ext cx="792163" cy="649287"/>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75784" name="Line 12">
            <a:extLst>
              <a:ext uri="{FF2B5EF4-FFF2-40B4-BE49-F238E27FC236}">
                <a16:creationId xmlns:a16="http://schemas.microsoft.com/office/drawing/2014/main" id="{3B7E1BE4-C8BD-25F9-3609-E2812B2D84F3}"/>
              </a:ext>
            </a:extLst>
          </p:cNvPr>
          <p:cNvSpPr>
            <a:spLocks noChangeShapeType="1"/>
          </p:cNvSpPr>
          <p:nvPr/>
        </p:nvSpPr>
        <p:spPr bwMode="auto">
          <a:xfrm>
            <a:off x="2700338" y="2160588"/>
            <a:ext cx="1428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75785" name="Line 13">
            <a:extLst>
              <a:ext uri="{FF2B5EF4-FFF2-40B4-BE49-F238E27FC236}">
                <a16:creationId xmlns:a16="http://schemas.microsoft.com/office/drawing/2014/main" id="{C55068DA-EB65-65D6-C363-05D2C98FD9FA}"/>
              </a:ext>
            </a:extLst>
          </p:cNvPr>
          <p:cNvSpPr>
            <a:spLocks noChangeShapeType="1"/>
          </p:cNvSpPr>
          <p:nvPr/>
        </p:nvSpPr>
        <p:spPr bwMode="auto">
          <a:xfrm>
            <a:off x="2916238" y="2160588"/>
            <a:ext cx="1428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75786" name="Line 14">
            <a:extLst>
              <a:ext uri="{FF2B5EF4-FFF2-40B4-BE49-F238E27FC236}">
                <a16:creationId xmlns:a16="http://schemas.microsoft.com/office/drawing/2014/main" id="{BDE3626F-0221-64EC-089D-CD2E36C38B13}"/>
              </a:ext>
            </a:extLst>
          </p:cNvPr>
          <p:cNvSpPr>
            <a:spLocks noChangeShapeType="1"/>
          </p:cNvSpPr>
          <p:nvPr/>
        </p:nvSpPr>
        <p:spPr bwMode="auto">
          <a:xfrm flipH="1" flipV="1">
            <a:off x="2268538" y="2232025"/>
            <a:ext cx="3024187" cy="13684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75787" name="Text Box 15">
            <a:extLst>
              <a:ext uri="{FF2B5EF4-FFF2-40B4-BE49-F238E27FC236}">
                <a16:creationId xmlns:a16="http://schemas.microsoft.com/office/drawing/2014/main" id="{F1218714-4AF0-EF38-9DC3-12ADD5007A48}"/>
              </a:ext>
            </a:extLst>
          </p:cNvPr>
          <p:cNvSpPr txBox="1">
            <a:spLocks noChangeArrowheads="1"/>
          </p:cNvSpPr>
          <p:nvPr/>
        </p:nvSpPr>
        <p:spPr bwMode="auto">
          <a:xfrm>
            <a:off x="5292725" y="3384550"/>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termine elementare (clausola)</a:t>
            </a:r>
          </a:p>
        </p:txBody>
      </p:sp>
      <p:sp>
        <p:nvSpPr>
          <p:cNvPr id="75788" name="Oval 16">
            <a:extLst>
              <a:ext uri="{FF2B5EF4-FFF2-40B4-BE49-F238E27FC236}">
                <a16:creationId xmlns:a16="http://schemas.microsoft.com/office/drawing/2014/main" id="{5F6D244E-8100-C3CC-7A77-B2AF1144AEB8}"/>
              </a:ext>
            </a:extLst>
          </p:cNvPr>
          <p:cNvSpPr>
            <a:spLocks noChangeArrowheads="1"/>
          </p:cNvSpPr>
          <p:nvPr/>
        </p:nvSpPr>
        <p:spPr bwMode="auto">
          <a:xfrm>
            <a:off x="1908175" y="2735263"/>
            <a:ext cx="1152525" cy="9366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75789" name="Line 17">
            <a:extLst>
              <a:ext uri="{FF2B5EF4-FFF2-40B4-BE49-F238E27FC236}">
                <a16:creationId xmlns:a16="http://schemas.microsoft.com/office/drawing/2014/main" id="{F270A79A-1385-0EAC-804B-F06E12A2BEBA}"/>
              </a:ext>
            </a:extLst>
          </p:cNvPr>
          <p:cNvSpPr>
            <a:spLocks noChangeShapeType="1"/>
          </p:cNvSpPr>
          <p:nvPr/>
        </p:nvSpPr>
        <p:spPr bwMode="auto">
          <a:xfrm flipH="1" flipV="1">
            <a:off x="3060700" y="3311525"/>
            <a:ext cx="2951163" cy="10080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75790" name="Text Box 18">
            <a:extLst>
              <a:ext uri="{FF2B5EF4-FFF2-40B4-BE49-F238E27FC236}">
                <a16:creationId xmlns:a16="http://schemas.microsoft.com/office/drawing/2014/main" id="{E3561D6C-0112-49F1-C68A-9386F125B19E}"/>
              </a:ext>
            </a:extLst>
          </p:cNvPr>
          <p:cNvSpPr txBox="1">
            <a:spLocks noChangeArrowheads="1"/>
          </p:cNvSpPr>
          <p:nvPr/>
        </p:nvSpPr>
        <p:spPr bwMode="auto">
          <a:xfrm>
            <a:off x="6013450" y="3960813"/>
            <a:ext cx="3671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fattore elementare</a:t>
            </a:r>
          </a:p>
        </p:txBody>
      </p:sp>
      <p:sp>
        <p:nvSpPr>
          <p:cNvPr id="75791" name="Text Box 20">
            <a:extLst>
              <a:ext uri="{FF2B5EF4-FFF2-40B4-BE49-F238E27FC236}">
                <a16:creationId xmlns:a16="http://schemas.microsoft.com/office/drawing/2014/main" id="{DEB44EE2-82FA-7FE4-E421-E617F4137FAF}"/>
              </a:ext>
            </a:extLst>
          </p:cNvPr>
          <p:cNvSpPr txBox="1">
            <a:spLocks noChangeArrowheads="1"/>
          </p:cNvSpPr>
          <p:nvPr/>
        </p:nvSpPr>
        <p:spPr bwMode="auto">
          <a:xfrm>
            <a:off x="5148263" y="4679950"/>
            <a:ext cx="3671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mintermine (</a:t>
            </a:r>
            <a:r>
              <a:rPr lang="it-IT" altLang="it-IT" sz="2400" i="1">
                <a:solidFill>
                  <a:schemeClr val="tx1"/>
                </a:solidFill>
              </a:rPr>
              <a:t>P</a:t>
            </a:r>
            <a:r>
              <a:rPr lang="it-IT" altLang="it-IT" sz="2400" i="1" baseline="-25000">
                <a:solidFill>
                  <a:schemeClr val="tx1"/>
                </a:solidFill>
              </a:rPr>
              <a:t>i</a:t>
            </a:r>
            <a:r>
              <a:rPr lang="it-IT" altLang="it-IT" sz="2400">
                <a:solidFill>
                  <a:schemeClr val="tx1"/>
                </a:solidFill>
              </a:rPr>
              <a:t>)</a:t>
            </a:r>
          </a:p>
        </p:txBody>
      </p:sp>
      <p:sp>
        <p:nvSpPr>
          <p:cNvPr id="75792" name="Text Box 21">
            <a:extLst>
              <a:ext uri="{FF2B5EF4-FFF2-40B4-BE49-F238E27FC236}">
                <a16:creationId xmlns:a16="http://schemas.microsoft.com/office/drawing/2014/main" id="{4AC6993D-4A2C-D034-3ABF-58BCD97811FA}"/>
              </a:ext>
            </a:extLst>
          </p:cNvPr>
          <p:cNvSpPr txBox="1">
            <a:spLocks noChangeArrowheads="1"/>
          </p:cNvSpPr>
          <p:nvPr/>
        </p:nvSpPr>
        <p:spPr bwMode="auto">
          <a:xfrm>
            <a:off x="4932363" y="5230813"/>
            <a:ext cx="3671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maxtermine (</a:t>
            </a:r>
            <a:r>
              <a:rPr lang="it-IT" altLang="it-IT" sz="2400" i="1">
                <a:solidFill>
                  <a:schemeClr val="tx1"/>
                </a:solidFill>
              </a:rPr>
              <a:t>S</a:t>
            </a:r>
            <a:r>
              <a:rPr lang="it-IT" altLang="it-IT" sz="2400" i="1" baseline="-25000">
                <a:solidFill>
                  <a:schemeClr val="tx1"/>
                </a:solidFill>
              </a:rPr>
              <a:t>i</a:t>
            </a:r>
            <a:r>
              <a:rPr lang="it-IT" altLang="it-IT" sz="2400">
                <a:solidFill>
                  <a:schemeClr val="tx1"/>
                </a:solidFill>
              </a:rPr>
              <a:t>)</a:t>
            </a:r>
          </a:p>
        </p:txBody>
      </p:sp>
      <p:sp>
        <p:nvSpPr>
          <p:cNvPr id="75793" name="Line 22">
            <a:extLst>
              <a:ext uri="{FF2B5EF4-FFF2-40B4-BE49-F238E27FC236}">
                <a16:creationId xmlns:a16="http://schemas.microsoft.com/office/drawing/2014/main" id="{ED40B26A-1C9C-ACA6-5A59-434A02F5E66A}"/>
              </a:ext>
            </a:extLst>
          </p:cNvPr>
          <p:cNvSpPr>
            <a:spLocks noChangeShapeType="1"/>
          </p:cNvSpPr>
          <p:nvPr/>
        </p:nvSpPr>
        <p:spPr bwMode="auto">
          <a:xfrm flipH="1" flipV="1">
            <a:off x="4140200" y="4464050"/>
            <a:ext cx="1008063" cy="3603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it-IT"/>
          </a:p>
        </p:txBody>
      </p:sp>
      <p:sp>
        <p:nvSpPr>
          <p:cNvPr id="75794" name="Line 23">
            <a:extLst>
              <a:ext uri="{FF2B5EF4-FFF2-40B4-BE49-F238E27FC236}">
                <a16:creationId xmlns:a16="http://schemas.microsoft.com/office/drawing/2014/main" id="{7535CAAA-4596-A963-7A01-ECEC9F7E71D2}"/>
              </a:ext>
            </a:extLst>
          </p:cNvPr>
          <p:cNvSpPr>
            <a:spLocks noChangeShapeType="1"/>
          </p:cNvSpPr>
          <p:nvPr/>
        </p:nvSpPr>
        <p:spPr bwMode="auto">
          <a:xfrm flipH="1" flipV="1">
            <a:off x="4068763" y="5400675"/>
            <a:ext cx="863600" cy="1444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it-IT"/>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egnaposto numero diapositiva 3">
            <a:extLst>
              <a:ext uri="{FF2B5EF4-FFF2-40B4-BE49-F238E27FC236}">
                <a16:creationId xmlns:a16="http://schemas.microsoft.com/office/drawing/2014/main" id="{0A71B9AD-46EB-1B06-7034-E1C55E5CC97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086878DA-5CA5-418E-AAF3-C198C7C5084D}" type="slidenum">
              <a:rPr lang="it-IT" altLang="it-IT" sz="1400" smtClean="0">
                <a:solidFill>
                  <a:schemeClr val="folHlink"/>
                </a:solidFill>
              </a:rPr>
              <a:pPr>
                <a:spcBef>
                  <a:spcPct val="0"/>
                </a:spcBef>
                <a:buClrTx/>
                <a:buFontTx/>
                <a:buNone/>
              </a:pPr>
              <a:t>48</a:t>
            </a:fld>
            <a:endParaRPr lang="it-IT" altLang="it-IT" sz="1400">
              <a:solidFill>
                <a:schemeClr val="folHlink"/>
              </a:solidFill>
            </a:endParaRPr>
          </a:p>
        </p:txBody>
      </p:sp>
      <p:sp>
        <p:nvSpPr>
          <p:cNvPr id="76802" name="Rectangle 5">
            <a:extLst>
              <a:ext uri="{FF2B5EF4-FFF2-40B4-BE49-F238E27FC236}">
                <a16:creationId xmlns:a16="http://schemas.microsoft.com/office/drawing/2014/main" id="{A214FA7A-B285-286A-AA88-05CBBBC021C9}"/>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Mintermini e Maxtermini</a:t>
            </a:r>
          </a:p>
        </p:txBody>
      </p:sp>
      <p:graphicFrame>
        <p:nvGraphicFramePr>
          <p:cNvPr id="76803" name="Object 4">
            <a:extLst>
              <a:ext uri="{FF2B5EF4-FFF2-40B4-BE49-F238E27FC236}">
                <a16:creationId xmlns:a16="http://schemas.microsoft.com/office/drawing/2014/main" id="{E31D275A-F7A8-7988-1224-082DA81BCFDA}"/>
              </a:ext>
            </a:extLst>
          </p:cNvPr>
          <p:cNvGraphicFramePr>
            <a:graphicFrameLocks noGrp="1" noChangeAspect="1"/>
          </p:cNvGraphicFramePr>
          <p:nvPr>
            <p:ph idx="1"/>
          </p:nvPr>
        </p:nvGraphicFramePr>
        <p:xfrm>
          <a:off x="2789238" y="1727200"/>
          <a:ext cx="4248150" cy="3667125"/>
        </p:xfrm>
        <a:graphic>
          <a:graphicData uri="http://schemas.openxmlformats.org/presentationml/2006/ole">
            <mc:AlternateContent xmlns:mc="http://schemas.openxmlformats.org/markup-compatibility/2006">
              <mc:Choice xmlns:v="urn:schemas-microsoft-com:vml" Requires="v">
                <p:oleObj name="Equazione" r:id="rId2" imgW="0" imgH="0" progId="Equation.3">
                  <p:embed/>
                </p:oleObj>
              </mc:Choice>
              <mc:Fallback>
                <p:oleObj name="Equazione"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9238" y="1727200"/>
                        <a:ext cx="4248150" cy="366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6804" name="Text Box 7">
            <a:extLst>
              <a:ext uri="{FF2B5EF4-FFF2-40B4-BE49-F238E27FC236}">
                <a16:creationId xmlns:a16="http://schemas.microsoft.com/office/drawing/2014/main" id="{55EAF169-FF42-EDE4-045C-CDD2B8031F5A}"/>
              </a:ext>
            </a:extLst>
          </p:cNvPr>
          <p:cNvSpPr txBox="1">
            <a:spLocks noChangeArrowheads="1"/>
          </p:cNvSpPr>
          <p:nvPr/>
        </p:nvSpPr>
        <p:spPr bwMode="auto">
          <a:xfrm>
            <a:off x="3924300" y="3600450"/>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(da de Morgan)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egnaposto numero diapositiva 3">
            <a:extLst>
              <a:ext uri="{FF2B5EF4-FFF2-40B4-BE49-F238E27FC236}">
                <a16:creationId xmlns:a16="http://schemas.microsoft.com/office/drawing/2014/main" id="{4713144C-7CF8-DD3F-769F-5DECCCC452B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1692D604-09B4-44B0-B8FB-2419DFD606E0}" type="slidenum">
              <a:rPr lang="it-IT" altLang="it-IT" sz="1400" smtClean="0">
                <a:solidFill>
                  <a:schemeClr val="folHlink"/>
                </a:solidFill>
              </a:rPr>
              <a:pPr>
                <a:spcBef>
                  <a:spcPct val="0"/>
                </a:spcBef>
                <a:buClrTx/>
                <a:buFontTx/>
                <a:buNone/>
              </a:pPr>
              <a:t>49</a:t>
            </a:fld>
            <a:endParaRPr lang="it-IT" altLang="it-IT" sz="1400">
              <a:solidFill>
                <a:schemeClr val="folHlink"/>
              </a:solidFill>
            </a:endParaRPr>
          </a:p>
        </p:txBody>
      </p:sp>
      <p:sp>
        <p:nvSpPr>
          <p:cNvPr id="77826" name="Rectangle 2">
            <a:extLst>
              <a:ext uri="{FF2B5EF4-FFF2-40B4-BE49-F238E27FC236}">
                <a16:creationId xmlns:a16="http://schemas.microsoft.com/office/drawing/2014/main" id="{68BD0501-8999-5698-03E6-8E3227168391}"/>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Tabelle di verità</a:t>
            </a:r>
          </a:p>
        </p:txBody>
      </p:sp>
      <p:sp>
        <p:nvSpPr>
          <p:cNvPr id="77827" name="Rectangle 3">
            <a:extLst>
              <a:ext uri="{FF2B5EF4-FFF2-40B4-BE49-F238E27FC236}">
                <a16:creationId xmlns:a16="http://schemas.microsoft.com/office/drawing/2014/main" id="{7123BD0C-8CD6-034F-0634-E4BF35BBC494}"/>
              </a:ext>
            </a:extLst>
          </p:cNvPr>
          <p:cNvSpPr>
            <a:spLocks noGrp="1" noChangeArrowheads="1"/>
          </p:cNvSpPr>
          <p:nvPr>
            <p:ph type="body" idx="1"/>
          </p:nvPr>
        </p:nvSpPr>
        <p:spPr/>
        <p:txBody>
          <a:bodyPr/>
          <a:lstStyle/>
          <a:p>
            <a:pPr eaLnBrk="1" hangingPunct="1"/>
            <a:r>
              <a:rPr lang="it-IT" altLang="it-IT">
                <a:ea typeface="ＭＳ Ｐゴシック" panose="020B0600070205080204" pitchFamily="34" charset="-128"/>
              </a:rPr>
              <a:t>Se l’algebra è finita, qualsiasi funzione può in linea di principio essere rappresentata mediante una tabella, definita </a:t>
            </a:r>
            <a:r>
              <a:rPr lang="it-IT" altLang="it-IT" b="1" i="1">
                <a:ea typeface="ＭＳ Ｐゴシック" panose="020B0600070205080204" pitchFamily="34" charset="-128"/>
              </a:rPr>
              <a:t>tabella di verità</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2846E54F-07AA-26B4-1673-D00A870D422C}"/>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Tabelle di verità</a:t>
            </a:r>
          </a:p>
        </p:txBody>
      </p:sp>
      <p:sp>
        <p:nvSpPr>
          <p:cNvPr id="78850" name="Rectangle 3">
            <a:extLst>
              <a:ext uri="{FF2B5EF4-FFF2-40B4-BE49-F238E27FC236}">
                <a16:creationId xmlns:a16="http://schemas.microsoft.com/office/drawing/2014/main" id="{FD7935E8-0C4F-1BCB-80AF-F1842535DC65}"/>
              </a:ext>
            </a:extLst>
          </p:cNvPr>
          <p:cNvSpPr>
            <a:spLocks noGrp="1" noChangeArrowheads="1"/>
          </p:cNvSpPr>
          <p:nvPr>
            <p:ph type="body" sz="half" idx="1"/>
          </p:nvPr>
        </p:nvSpPr>
        <p:spPr>
          <a:xfrm>
            <a:off x="73025" y="1168400"/>
            <a:ext cx="9063038" cy="4938713"/>
          </a:xfrm>
        </p:spPr>
        <p:txBody>
          <a:bodyPr/>
          <a:lstStyle/>
          <a:p>
            <a:pPr eaLnBrk="1" hangingPunct="1">
              <a:lnSpc>
                <a:spcPct val="90000"/>
              </a:lnSpc>
            </a:pPr>
            <a:r>
              <a:rPr lang="it-IT" altLang="it-IT" sz="2400">
                <a:ea typeface="ＭＳ Ｐゴシック" panose="020B0600070205080204" pitchFamily="34" charset="-128"/>
              </a:rPr>
              <a:t>Funzione algebrica</a:t>
            </a:r>
          </a:p>
          <a:p>
            <a:pPr lvl="1" algn="just" eaLnBrk="1" hangingPunct="1">
              <a:lnSpc>
                <a:spcPct val="90000"/>
              </a:lnSpc>
            </a:pPr>
            <a:r>
              <a:rPr lang="it-IT" altLang="it-IT" sz="2000">
                <a:solidFill>
                  <a:schemeClr val="accent2"/>
                </a:solidFill>
                <a:ea typeface="ＭＳ Ｐゴシック" panose="020B0600070205080204" pitchFamily="34" charset="-128"/>
              </a:rPr>
              <a:t>Funzione definita in maniera tabellare per cui alla variabile dipendente sono associate tutte le possibili combinazioni delle n variabili indipendenti.</a:t>
            </a:r>
          </a:p>
          <a:p>
            <a:pPr lvl="1" eaLnBrk="1" hangingPunct="1">
              <a:lnSpc>
                <a:spcPct val="90000"/>
              </a:lnSpc>
            </a:pPr>
            <a:endParaRPr lang="it-IT" altLang="it-IT" sz="2000">
              <a:ea typeface="ＭＳ Ｐゴシック" panose="020B0600070205080204" pitchFamily="34" charset="-128"/>
            </a:endParaRPr>
          </a:p>
          <a:p>
            <a:pPr lvl="1" eaLnBrk="1" hangingPunct="1">
              <a:lnSpc>
                <a:spcPct val="90000"/>
              </a:lnSpc>
              <a:buFont typeface="Wingdings" panose="05000000000000000000" pitchFamily="2" charset="2"/>
              <a:buNone/>
            </a:pPr>
            <a:endParaRPr lang="it-IT" altLang="it-IT" sz="2000">
              <a:ea typeface="ＭＳ Ｐゴシック" panose="020B0600070205080204" pitchFamily="34" charset="-128"/>
            </a:endParaRPr>
          </a:p>
          <a:p>
            <a:pPr lvl="1" eaLnBrk="1" hangingPunct="1">
              <a:lnSpc>
                <a:spcPct val="90000"/>
              </a:lnSpc>
              <a:buFont typeface="Wingdings" panose="05000000000000000000" pitchFamily="2" charset="2"/>
              <a:buNone/>
            </a:pPr>
            <a:endParaRPr lang="it-IT" altLang="it-IT" sz="2000">
              <a:ea typeface="ＭＳ Ｐゴシック" panose="020B0600070205080204" pitchFamily="34" charset="-128"/>
            </a:endParaRPr>
          </a:p>
          <a:p>
            <a:pPr lvl="1" eaLnBrk="1" hangingPunct="1">
              <a:lnSpc>
                <a:spcPct val="90000"/>
              </a:lnSpc>
              <a:buFont typeface="Wingdings" panose="05000000000000000000" pitchFamily="2" charset="2"/>
              <a:buNone/>
            </a:pPr>
            <a:endParaRPr lang="it-IT" altLang="it-IT" sz="2000">
              <a:ea typeface="ＭＳ Ｐゴシック" panose="020B0600070205080204" pitchFamily="34" charset="-128"/>
            </a:endParaRPr>
          </a:p>
          <a:p>
            <a:pPr lvl="1" eaLnBrk="1" hangingPunct="1">
              <a:lnSpc>
                <a:spcPct val="90000"/>
              </a:lnSpc>
              <a:buFont typeface="Wingdings" panose="05000000000000000000" pitchFamily="2" charset="2"/>
              <a:buNone/>
            </a:pPr>
            <a:endParaRPr lang="it-IT" altLang="it-IT" sz="2000">
              <a:ea typeface="ＭＳ Ｐゴシック" panose="020B0600070205080204" pitchFamily="34" charset="-128"/>
            </a:endParaRPr>
          </a:p>
          <a:p>
            <a:pPr lvl="1" eaLnBrk="1" hangingPunct="1">
              <a:lnSpc>
                <a:spcPct val="90000"/>
              </a:lnSpc>
              <a:buFont typeface="Wingdings" panose="05000000000000000000" pitchFamily="2" charset="2"/>
              <a:buNone/>
            </a:pPr>
            <a:r>
              <a:rPr lang="it-IT" altLang="it-IT" sz="2000">
                <a:ea typeface="ＭＳ Ｐゴシック" panose="020B0600070205080204" pitchFamily="34" charset="-128"/>
              </a:rPr>
              <a:t>ove:</a:t>
            </a:r>
          </a:p>
          <a:p>
            <a:pPr lvl="2" eaLnBrk="1" hangingPunct="1">
              <a:lnSpc>
                <a:spcPct val="90000"/>
              </a:lnSpc>
            </a:pPr>
            <a:r>
              <a:rPr lang="it-IT" altLang="it-IT" sz="1800">
                <a:ea typeface="ＭＳ Ｐゴシック" panose="020B0600070205080204" pitchFamily="34" charset="-128"/>
              </a:rPr>
              <a:t>n=numero delle variabili indipendenti</a:t>
            </a:r>
          </a:p>
          <a:p>
            <a:pPr lvl="2" eaLnBrk="1" hangingPunct="1">
              <a:lnSpc>
                <a:spcPct val="90000"/>
              </a:lnSpc>
            </a:pPr>
            <a:r>
              <a:rPr lang="it-IT" altLang="it-IT" sz="1800">
                <a:ea typeface="ＭＳ Ｐゴシック" panose="020B0600070205080204" pitchFamily="34" charset="-128"/>
              </a:rPr>
              <a:t>k=numero dei valori dell’algebra (ad es. k=2)</a:t>
            </a:r>
          </a:p>
          <a:p>
            <a:pPr lvl="2" eaLnBrk="1" hangingPunct="1">
              <a:lnSpc>
                <a:spcPct val="90000"/>
              </a:lnSpc>
            </a:pPr>
            <a:r>
              <a:rPr lang="it-IT" altLang="it-IT" sz="1800">
                <a:ea typeface="ＭＳ Ｐゴシック" panose="020B0600070205080204" pitchFamily="34" charset="-128"/>
              </a:rPr>
              <a:t>N=numero totale di punti della funzione</a:t>
            </a:r>
          </a:p>
          <a:p>
            <a:pPr lvl="2" eaLnBrk="1" hangingPunct="1">
              <a:lnSpc>
                <a:spcPct val="90000"/>
              </a:lnSpc>
            </a:pPr>
            <a:r>
              <a:rPr lang="it-IT" altLang="it-IT" sz="1800">
                <a:ea typeface="ＭＳ Ｐゴシック" panose="020B0600070205080204" pitchFamily="34" charset="-128"/>
              </a:rPr>
              <a:t>M=numero totale delle funzioni di n variabili</a:t>
            </a:r>
          </a:p>
          <a:p>
            <a:pPr lvl="2" eaLnBrk="1" hangingPunct="1">
              <a:lnSpc>
                <a:spcPct val="90000"/>
              </a:lnSpc>
              <a:buFont typeface="Wingdings" panose="05000000000000000000" pitchFamily="2" charset="2"/>
              <a:buNone/>
            </a:pPr>
            <a:endParaRPr lang="it-IT" altLang="it-IT" sz="1800">
              <a:ea typeface="ＭＳ Ｐゴシック" panose="020B0600070205080204" pitchFamily="34" charset="-128"/>
            </a:endParaRPr>
          </a:p>
          <a:p>
            <a:pPr eaLnBrk="1" hangingPunct="1">
              <a:lnSpc>
                <a:spcPct val="90000"/>
              </a:lnSpc>
              <a:buFont typeface="Wingdings" panose="05000000000000000000" pitchFamily="2" charset="2"/>
              <a:buNone/>
            </a:pPr>
            <a:r>
              <a:rPr lang="it-IT" altLang="it-IT" sz="1800" i="1">
                <a:solidFill>
                  <a:schemeClr val="accent2"/>
                </a:solidFill>
                <a:ea typeface="ＭＳ Ｐゴシック" panose="020B0600070205080204" pitchFamily="34" charset="-128"/>
              </a:rPr>
              <a:t>NB:d’ora in avanti si farà esclusivamente riferimento all’algebra primordiale (k=2)</a:t>
            </a:r>
          </a:p>
        </p:txBody>
      </p:sp>
      <p:graphicFrame>
        <p:nvGraphicFramePr>
          <p:cNvPr id="78851" name="Object 2">
            <a:extLst>
              <a:ext uri="{FF2B5EF4-FFF2-40B4-BE49-F238E27FC236}">
                <a16:creationId xmlns:a16="http://schemas.microsoft.com/office/drawing/2014/main" id="{D14918DC-F8C9-D592-E5E1-1A9B4DE0625B}"/>
              </a:ext>
            </a:extLst>
          </p:cNvPr>
          <p:cNvGraphicFramePr>
            <a:graphicFrameLocks noGrp="1" noChangeAspect="1"/>
          </p:cNvGraphicFramePr>
          <p:nvPr>
            <p:ph sz="quarter" idx="2"/>
          </p:nvPr>
        </p:nvGraphicFramePr>
        <p:xfrm>
          <a:off x="3182938" y="2311400"/>
          <a:ext cx="1603375" cy="577850"/>
        </p:xfrm>
        <a:graphic>
          <a:graphicData uri="http://schemas.openxmlformats.org/presentationml/2006/ole">
            <mc:AlternateContent xmlns:mc="http://schemas.openxmlformats.org/markup-compatibility/2006">
              <mc:Choice xmlns:v="urn:schemas-microsoft-com:vml" Requires="v">
                <p:oleObj name="Equation" r:id="rId2" imgW="0" imgH="0" progId="Equation.DSMT4">
                  <p:embed/>
                </p:oleObj>
              </mc:Choice>
              <mc:Fallback>
                <p:oleObj name="Equation" r:id="rId2" imgW="0" imgH="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2938" y="2311400"/>
                        <a:ext cx="1603375"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8852" name="Text Box 7">
            <a:extLst>
              <a:ext uri="{FF2B5EF4-FFF2-40B4-BE49-F238E27FC236}">
                <a16:creationId xmlns:a16="http://schemas.microsoft.com/office/drawing/2014/main" id="{78D37BF1-8459-4615-BF85-04A4B69BDABB}"/>
              </a:ext>
            </a:extLst>
          </p:cNvPr>
          <p:cNvSpPr txBox="1">
            <a:spLocks noChangeArrowheads="1"/>
          </p:cNvSpPr>
          <p:nvPr/>
        </p:nvSpPr>
        <p:spPr bwMode="auto">
          <a:xfrm>
            <a:off x="6475413" y="2168525"/>
            <a:ext cx="29575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i="1">
                <a:solidFill>
                  <a:schemeClr val="accent2"/>
                </a:solidFill>
              </a:rPr>
              <a:t>numero delle ripetizioni di k valori su n posti</a:t>
            </a:r>
          </a:p>
        </p:txBody>
      </p:sp>
      <p:graphicFrame>
        <p:nvGraphicFramePr>
          <p:cNvPr id="78853" name="Object 3">
            <a:extLst>
              <a:ext uri="{FF2B5EF4-FFF2-40B4-BE49-F238E27FC236}">
                <a16:creationId xmlns:a16="http://schemas.microsoft.com/office/drawing/2014/main" id="{C38C3674-14A1-07C4-A626-132E4DE5C01B}"/>
              </a:ext>
            </a:extLst>
          </p:cNvPr>
          <p:cNvGraphicFramePr>
            <a:graphicFrameLocks noGrp="1" noChangeAspect="1"/>
          </p:cNvGraphicFramePr>
          <p:nvPr>
            <p:ph sz="quarter" idx="3"/>
          </p:nvPr>
        </p:nvGraphicFramePr>
        <p:xfrm>
          <a:off x="2743200" y="3533775"/>
          <a:ext cx="2617788" cy="563563"/>
        </p:xfrm>
        <a:graphic>
          <a:graphicData uri="http://schemas.openxmlformats.org/presentationml/2006/ole">
            <mc:AlternateContent xmlns:mc="http://schemas.openxmlformats.org/markup-compatibility/2006">
              <mc:Choice xmlns:v="urn:schemas-microsoft-com:vml" Requires="v">
                <p:oleObj name="Equation" r:id="rId4" imgW="0" imgH="0" progId="Equation.DSMT4">
                  <p:embed/>
                </p:oleObj>
              </mc:Choice>
              <mc:Fallback>
                <p:oleObj name="Equation" r:id="rId4" imgW="0" imgH="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3533775"/>
                        <a:ext cx="2617788" cy="56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8854" name="Text Box 13">
            <a:extLst>
              <a:ext uri="{FF2B5EF4-FFF2-40B4-BE49-F238E27FC236}">
                <a16:creationId xmlns:a16="http://schemas.microsoft.com/office/drawing/2014/main" id="{C2812A8B-2649-5688-5FD1-91B3EFC2A94C}"/>
              </a:ext>
            </a:extLst>
          </p:cNvPr>
          <p:cNvSpPr txBox="1">
            <a:spLocks noChangeArrowheads="1"/>
          </p:cNvSpPr>
          <p:nvPr/>
        </p:nvSpPr>
        <p:spPr bwMode="auto">
          <a:xfrm>
            <a:off x="6475413" y="3540125"/>
            <a:ext cx="29575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i="1">
                <a:solidFill>
                  <a:schemeClr val="accent2"/>
                </a:solidFill>
              </a:rPr>
              <a:t>numero delle ripetizioni di k valori su N posti</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egnaposto numero diapositiva 3">
            <a:extLst>
              <a:ext uri="{FF2B5EF4-FFF2-40B4-BE49-F238E27FC236}">
                <a16:creationId xmlns:a16="http://schemas.microsoft.com/office/drawing/2014/main" id="{14CA6F01-1229-0CBE-89B2-F50B0E4A0A7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B24CA319-C2FD-4C61-B3A0-50D2EFD12B41}" type="slidenum">
              <a:rPr lang="it-IT" altLang="it-IT" sz="1400" smtClean="0">
                <a:solidFill>
                  <a:schemeClr val="folHlink"/>
                </a:solidFill>
              </a:rPr>
              <a:pPr>
                <a:spcBef>
                  <a:spcPct val="0"/>
                </a:spcBef>
                <a:buClrTx/>
                <a:buFontTx/>
                <a:buNone/>
              </a:pPr>
              <a:t>51</a:t>
            </a:fld>
            <a:endParaRPr lang="it-IT" altLang="it-IT" sz="1400">
              <a:solidFill>
                <a:schemeClr val="folHlink"/>
              </a:solidFill>
            </a:endParaRPr>
          </a:p>
        </p:txBody>
      </p:sp>
      <p:sp>
        <p:nvSpPr>
          <p:cNvPr id="79874" name="Rectangle 2">
            <a:extLst>
              <a:ext uri="{FF2B5EF4-FFF2-40B4-BE49-F238E27FC236}">
                <a16:creationId xmlns:a16="http://schemas.microsoft.com/office/drawing/2014/main" id="{8BB50BB0-9DB2-59BE-5731-DB3F47FB4C29}"/>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Tabelle di verità</a:t>
            </a:r>
          </a:p>
        </p:txBody>
      </p:sp>
      <p:pic>
        <p:nvPicPr>
          <p:cNvPr id="79875" name="Picture 4">
            <a:extLst>
              <a:ext uri="{FF2B5EF4-FFF2-40B4-BE49-F238E27FC236}">
                <a16:creationId xmlns:a16="http://schemas.microsoft.com/office/drawing/2014/main" id="{47C94A3D-ED3D-FA65-8E3E-1780E29AF3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447" t="23625" r="69284" b="52771"/>
          <a:stretch>
            <a:fillRect/>
          </a:stretch>
        </p:blipFill>
        <p:spPr bwMode="auto">
          <a:xfrm>
            <a:off x="3492500" y="1727200"/>
            <a:ext cx="2298700" cy="410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egnaposto numero diapositiva 3">
            <a:extLst>
              <a:ext uri="{FF2B5EF4-FFF2-40B4-BE49-F238E27FC236}">
                <a16:creationId xmlns:a16="http://schemas.microsoft.com/office/drawing/2014/main" id="{820F39EF-D4FC-D4D1-6FA4-7D8E16C31E6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8D36B0A1-7805-4DA2-AE21-AEC54E8D5B23}" type="slidenum">
              <a:rPr lang="it-IT" altLang="it-IT" sz="1400" smtClean="0">
                <a:solidFill>
                  <a:schemeClr val="folHlink"/>
                </a:solidFill>
              </a:rPr>
              <a:pPr>
                <a:spcBef>
                  <a:spcPct val="0"/>
                </a:spcBef>
                <a:buClrTx/>
                <a:buFontTx/>
                <a:buNone/>
              </a:pPr>
              <a:t>52</a:t>
            </a:fld>
            <a:endParaRPr lang="it-IT" altLang="it-IT" sz="1400">
              <a:solidFill>
                <a:schemeClr val="folHlink"/>
              </a:solidFill>
            </a:endParaRPr>
          </a:p>
        </p:txBody>
      </p:sp>
      <p:sp>
        <p:nvSpPr>
          <p:cNvPr id="80898" name="Rectangle 2">
            <a:extLst>
              <a:ext uri="{FF2B5EF4-FFF2-40B4-BE49-F238E27FC236}">
                <a16:creationId xmlns:a16="http://schemas.microsoft.com/office/drawing/2014/main" id="{7978F595-31A0-D6E5-1790-A8081D7F3A74}"/>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Forma normale di tipo </a:t>
            </a:r>
            <a:r>
              <a:rPr lang="it-IT" altLang="it-IT" sz="4000" i="1">
                <a:ea typeface="ＭＳ Ｐゴシック" panose="020B0600070205080204" pitchFamily="34" charset="-128"/>
              </a:rPr>
              <a:t>P</a:t>
            </a:r>
          </a:p>
        </p:txBody>
      </p:sp>
      <p:graphicFrame>
        <p:nvGraphicFramePr>
          <p:cNvPr id="80899" name="Object 4">
            <a:extLst>
              <a:ext uri="{FF2B5EF4-FFF2-40B4-BE49-F238E27FC236}">
                <a16:creationId xmlns:a16="http://schemas.microsoft.com/office/drawing/2014/main" id="{F63AB0C2-CBA9-FC7D-11BD-6E6A66B9343A}"/>
              </a:ext>
            </a:extLst>
          </p:cNvPr>
          <p:cNvGraphicFramePr>
            <a:graphicFrameLocks noGrp="1" noChangeAspect="1"/>
          </p:cNvGraphicFramePr>
          <p:nvPr>
            <p:ph idx="1"/>
          </p:nvPr>
        </p:nvGraphicFramePr>
        <p:xfrm>
          <a:off x="684213" y="1511300"/>
          <a:ext cx="6911975" cy="3763963"/>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511300"/>
                        <a:ext cx="6911975" cy="376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0900" name="Rectangle 6">
            <a:extLst>
              <a:ext uri="{FF2B5EF4-FFF2-40B4-BE49-F238E27FC236}">
                <a16:creationId xmlns:a16="http://schemas.microsoft.com/office/drawing/2014/main" id="{F44E8893-23BC-FD51-50AC-142005C53D69}"/>
              </a:ext>
            </a:extLst>
          </p:cNvPr>
          <p:cNvSpPr>
            <a:spLocks noChangeArrowheads="1"/>
          </p:cNvSpPr>
          <p:nvPr/>
        </p:nvSpPr>
        <p:spPr bwMode="auto">
          <a:xfrm>
            <a:off x="6443663" y="2374900"/>
            <a:ext cx="377983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it-IT" altLang="it-IT" sz="2000"/>
              <a:t>Forma canonica: definisce univocamente la funzione</a:t>
            </a:r>
          </a:p>
        </p:txBody>
      </p:sp>
      <p:sp>
        <p:nvSpPr>
          <p:cNvPr id="80901" name="Line 7">
            <a:extLst>
              <a:ext uri="{FF2B5EF4-FFF2-40B4-BE49-F238E27FC236}">
                <a16:creationId xmlns:a16="http://schemas.microsoft.com/office/drawing/2014/main" id="{0673E6EB-FC10-6A19-4D6E-3999B5631EA7}"/>
              </a:ext>
            </a:extLst>
          </p:cNvPr>
          <p:cNvSpPr>
            <a:spLocks noChangeShapeType="1"/>
          </p:cNvSpPr>
          <p:nvPr/>
        </p:nvSpPr>
        <p:spPr bwMode="auto">
          <a:xfrm flipH="1">
            <a:off x="7812088" y="3238500"/>
            <a:ext cx="647700" cy="2889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it-IT"/>
          </a:p>
        </p:txBody>
      </p:sp>
      <p:sp>
        <p:nvSpPr>
          <p:cNvPr id="80902" name="Rectangle 8">
            <a:extLst>
              <a:ext uri="{FF2B5EF4-FFF2-40B4-BE49-F238E27FC236}">
                <a16:creationId xmlns:a16="http://schemas.microsoft.com/office/drawing/2014/main" id="{87FAF907-D886-1BD7-19B5-B109529968F5}"/>
              </a:ext>
            </a:extLst>
          </p:cNvPr>
          <p:cNvSpPr>
            <a:spLocks noChangeArrowheads="1"/>
          </p:cNvSpPr>
          <p:nvPr/>
        </p:nvSpPr>
        <p:spPr bwMode="auto">
          <a:xfrm>
            <a:off x="6227763" y="2303463"/>
            <a:ext cx="3384550" cy="93662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80903" name="Rectangle 9">
            <a:extLst>
              <a:ext uri="{FF2B5EF4-FFF2-40B4-BE49-F238E27FC236}">
                <a16:creationId xmlns:a16="http://schemas.microsoft.com/office/drawing/2014/main" id="{E27D41DA-4A1E-F8F4-3E09-D9169D8D3976}"/>
              </a:ext>
            </a:extLst>
          </p:cNvPr>
          <p:cNvSpPr>
            <a:spLocks noChangeArrowheads="1"/>
          </p:cNvSpPr>
          <p:nvPr/>
        </p:nvSpPr>
        <p:spPr bwMode="auto">
          <a:xfrm>
            <a:off x="4140200" y="5614988"/>
            <a:ext cx="496887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it-IT" altLang="it-IT" sz="2000"/>
              <a:t>“uscite” della funzione: sono gli ‘1’ e ‘0’ della tabella di verità, non sono variabili!</a:t>
            </a:r>
          </a:p>
        </p:txBody>
      </p:sp>
      <p:sp>
        <p:nvSpPr>
          <p:cNvPr id="80904" name="Rectangle 10">
            <a:extLst>
              <a:ext uri="{FF2B5EF4-FFF2-40B4-BE49-F238E27FC236}">
                <a16:creationId xmlns:a16="http://schemas.microsoft.com/office/drawing/2014/main" id="{7B3AE2E9-1DCE-EF71-F00C-DD0A16EE14B6}"/>
              </a:ext>
            </a:extLst>
          </p:cNvPr>
          <p:cNvSpPr>
            <a:spLocks noChangeArrowheads="1"/>
          </p:cNvSpPr>
          <p:nvPr/>
        </p:nvSpPr>
        <p:spPr bwMode="auto">
          <a:xfrm>
            <a:off x="4068763" y="5543550"/>
            <a:ext cx="4824412" cy="93662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80905" name="Line 11">
            <a:extLst>
              <a:ext uri="{FF2B5EF4-FFF2-40B4-BE49-F238E27FC236}">
                <a16:creationId xmlns:a16="http://schemas.microsoft.com/office/drawing/2014/main" id="{011DFB6B-7BD0-DFFA-1E94-E834CF9A1325}"/>
              </a:ext>
            </a:extLst>
          </p:cNvPr>
          <p:cNvSpPr>
            <a:spLocks noChangeShapeType="1"/>
          </p:cNvSpPr>
          <p:nvPr/>
        </p:nvSpPr>
        <p:spPr bwMode="auto">
          <a:xfrm flipH="1" flipV="1">
            <a:off x="2268538" y="5184775"/>
            <a:ext cx="1800225" cy="7921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it-IT"/>
          </a:p>
        </p:txBody>
      </p:sp>
      <p:sp>
        <p:nvSpPr>
          <p:cNvPr id="80906" name="Line 12">
            <a:extLst>
              <a:ext uri="{FF2B5EF4-FFF2-40B4-BE49-F238E27FC236}">
                <a16:creationId xmlns:a16="http://schemas.microsoft.com/office/drawing/2014/main" id="{E750C99F-9CB3-AEEB-43A6-19401281BF2F}"/>
              </a:ext>
            </a:extLst>
          </p:cNvPr>
          <p:cNvSpPr>
            <a:spLocks noChangeShapeType="1"/>
          </p:cNvSpPr>
          <p:nvPr/>
        </p:nvSpPr>
        <p:spPr bwMode="auto">
          <a:xfrm flipH="1" flipV="1">
            <a:off x="4284663" y="5256213"/>
            <a:ext cx="215900" cy="2889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it-IT"/>
          </a:p>
        </p:txBody>
      </p:sp>
      <p:sp>
        <p:nvSpPr>
          <p:cNvPr id="80907" name="Line 13">
            <a:extLst>
              <a:ext uri="{FF2B5EF4-FFF2-40B4-BE49-F238E27FC236}">
                <a16:creationId xmlns:a16="http://schemas.microsoft.com/office/drawing/2014/main" id="{64A5E076-C3A8-7F9F-819D-4100BCF794F9}"/>
              </a:ext>
            </a:extLst>
          </p:cNvPr>
          <p:cNvSpPr>
            <a:spLocks noChangeShapeType="1"/>
          </p:cNvSpPr>
          <p:nvPr/>
        </p:nvSpPr>
        <p:spPr bwMode="auto">
          <a:xfrm flipV="1">
            <a:off x="6732588" y="5184775"/>
            <a:ext cx="71437" cy="2873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it-IT"/>
          </a:p>
        </p:txBody>
      </p:sp>
      <p:sp>
        <p:nvSpPr>
          <p:cNvPr id="80908" name="Rectangle 14">
            <a:extLst>
              <a:ext uri="{FF2B5EF4-FFF2-40B4-BE49-F238E27FC236}">
                <a16:creationId xmlns:a16="http://schemas.microsoft.com/office/drawing/2014/main" id="{226FD2B4-E1D9-8611-81F9-5367ED6DCC6B}"/>
              </a:ext>
            </a:extLst>
          </p:cNvPr>
          <p:cNvSpPr>
            <a:spLocks noChangeArrowheads="1"/>
          </p:cNvSpPr>
          <p:nvPr/>
        </p:nvSpPr>
        <p:spPr bwMode="auto">
          <a:xfrm>
            <a:off x="6516688" y="3455988"/>
            <a:ext cx="1295400" cy="100806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80909" name="Line 16">
            <a:extLst>
              <a:ext uri="{FF2B5EF4-FFF2-40B4-BE49-F238E27FC236}">
                <a16:creationId xmlns:a16="http://schemas.microsoft.com/office/drawing/2014/main" id="{45F1C124-DAE2-C93A-52BD-2FE04AC7039C}"/>
              </a:ext>
            </a:extLst>
          </p:cNvPr>
          <p:cNvSpPr>
            <a:spLocks noChangeShapeType="1"/>
          </p:cNvSpPr>
          <p:nvPr/>
        </p:nvSpPr>
        <p:spPr bwMode="auto">
          <a:xfrm flipH="1" flipV="1">
            <a:off x="7524750" y="4176713"/>
            <a:ext cx="360363" cy="5032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it-IT"/>
          </a:p>
        </p:txBody>
      </p:sp>
      <p:sp>
        <p:nvSpPr>
          <p:cNvPr id="80910" name="Rectangle 18">
            <a:extLst>
              <a:ext uri="{FF2B5EF4-FFF2-40B4-BE49-F238E27FC236}">
                <a16:creationId xmlns:a16="http://schemas.microsoft.com/office/drawing/2014/main" id="{C7A3DBEB-0411-7FC3-8FAA-AA37CB302AFD}"/>
              </a:ext>
            </a:extLst>
          </p:cNvPr>
          <p:cNvSpPr>
            <a:spLocks noChangeArrowheads="1"/>
          </p:cNvSpPr>
          <p:nvPr/>
        </p:nvSpPr>
        <p:spPr bwMode="auto">
          <a:xfrm>
            <a:off x="7669213" y="4608513"/>
            <a:ext cx="16192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buFont typeface="Wingdings" panose="05000000000000000000" pitchFamily="2" charset="2"/>
              <a:buNone/>
            </a:pPr>
            <a:r>
              <a:rPr lang="it-IT" altLang="it-IT" sz="2000"/>
              <a:t>mintermini</a:t>
            </a:r>
          </a:p>
        </p:txBody>
      </p:sp>
      <p:sp>
        <p:nvSpPr>
          <p:cNvPr id="80911" name="Line 19">
            <a:extLst>
              <a:ext uri="{FF2B5EF4-FFF2-40B4-BE49-F238E27FC236}">
                <a16:creationId xmlns:a16="http://schemas.microsoft.com/office/drawing/2014/main" id="{E0E98F48-BC5C-B4FE-11AE-A590E5943400}"/>
              </a:ext>
            </a:extLst>
          </p:cNvPr>
          <p:cNvSpPr>
            <a:spLocks noChangeShapeType="1"/>
          </p:cNvSpPr>
          <p:nvPr/>
        </p:nvSpPr>
        <p:spPr bwMode="auto">
          <a:xfrm>
            <a:off x="7380288" y="4146550"/>
            <a:ext cx="2159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it-IT"/>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egnaposto numero diapositiva 3">
            <a:extLst>
              <a:ext uri="{FF2B5EF4-FFF2-40B4-BE49-F238E27FC236}">
                <a16:creationId xmlns:a16="http://schemas.microsoft.com/office/drawing/2014/main" id="{C9BEDC1B-4264-9A81-DA1C-FBA3DCCB500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5F5860BF-7DAC-4417-AEFC-9AAF81D3D310}" type="slidenum">
              <a:rPr lang="it-IT" altLang="it-IT" sz="1400" smtClean="0">
                <a:solidFill>
                  <a:schemeClr val="folHlink"/>
                </a:solidFill>
              </a:rPr>
              <a:pPr>
                <a:spcBef>
                  <a:spcPct val="0"/>
                </a:spcBef>
                <a:buClrTx/>
                <a:buFontTx/>
                <a:buNone/>
              </a:pPr>
              <a:t>53</a:t>
            </a:fld>
            <a:endParaRPr lang="it-IT" altLang="it-IT" sz="1400">
              <a:solidFill>
                <a:schemeClr val="folHlink"/>
              </a:solidFill>
            </a:endParaRPr>
          </a:p>
        </p:txBody>
      </p:sp>
      <p:sp>
        <p:nvSpPr>
          <p:cNvPr id="81922" name="Rectangle 2">
            <a:extLst>
              <a:ext uri="{FF2B5EF4-FFF2-40B4-BE49-F238E27FC236}">
                <a16:creationId xmlns:a16="http://schemas.microsoft.com/office/drawing/2014/main" id="{051AC297-E029-7EEA-02B4-58C6DE9C7A90}"/>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Forma normale di tipo </a:t>
            </a:r>
            <a:r>
              <a:rPr lang="it-IT" altLang="it-IT" sz="4000" i="1">
                <a:ea typeface="ＭＳ Ｐゴシック" panose="020B0600070205080204" pitchFamily="34" charset="-128"/>
              </a:rPr>
              <a:t>P</a:t>
            </a:r>
          </a:p>
        </p:txBody>
      </p:sp>
      <p:sp>
        <p:nvSpPr>
          <p:cNvPr id="81923" name="Rectangle 3">
            <a:extLst>
              <a:ext uri="{FF2B5EF4-FFF2-40B4-BE49-F238E27FC236}">
                <a16:creationId xmlns:a16="http://schemas.microsoft.com/office/drawing/2014/main" id="{981FCE21-07EE-E250-1CD2-441D7E879A13}"/>
              </a:ext>
            </a:extLst>
          </p:cNvPr>
          <p:cNvSpPr>
            <a:spLocks noGrp="1" noChangeArrowheads="1"/>
          </p:cNvSpPr>
          <p:nvPr>
            <p:ph type="body" idx="1"/>
          </p:nvPr>
        </p:nvSpPr>
        <p:spPr/>
        <p:txBody>
          <a:bodyPr/>
          <a:lstStyle/>
          <a:p>
            <a:pPr eaLnBrk="1" hangingPunct="1">
              <a:lnSpc>
                <a:spcPct val="90000"/>
              </a:lnSpc>
            </a:pPr>
            <a:r>
              <a:rPr lang="it-IT" altLang="it-IT" sz="2400">
                <a:ea typeface="ＭＳ Ｐゴシック" panose="020B0600070205080204" pitchFamily="34" charset="-128"/>
              </a:rPr>
              <a:t>Da quanto visto prima si deduce che una funzione di n variabili, assegnata mediante una tabella di verità, può essere espressa da una forma disgiuntiva di congiunzioni o, algebricamente, da una somma di prodotti. </a:t>
            </a:r>
          </a:p>
          <a:p>
            <a:pPr eaLnBrk="1" hangingPunct="1">
              <a:lnSpc>
                <a:spcPct val="90000"/>
              </a:lnSpc>
            </a:pPr>
            <a:r>
              <a:rPr lang="it-IT" altLang="it-IT" sz="2400">
                <a:ea typeface="ＭＳ Ｐゴシック" panose="020B0600070205080204" pitchFamily="34" charset="-128"/>
              </a:rPr>
              <a:t>Ciascun termine della somma è associato ad un "1" presente nella colonna della tabella ed è un prodotto delle n variabili, ciascuna delle quali nella forma negata o non a seconda che nelle colonne corrispondenti sia presente uno "0" o un "1".</a:t>
            </a:r>
          </a:p>
          <a:p>
            <a:pPr eaLnBrk="1" hangingPunct="1">
              <a:lnSpc>
                <a:spcPct val="90000"/>
              </a:lnSpc>
            </a:pPr>
            <a:r>
              <a:rPr lang="it-IT" altLang="it-IT" sz="2400">
                <a:ea typeface="ＭＳ Ｐゴシック" panose="020B0600070205080204" pitchFamily="34" charset="-128"/>
              </a:rPr>
              <a:t>Qualsiasi funzioni è pertanto “algebrica”.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egnaposto numero diapositiva 3">
            <a:extLst>
              <a:ext uri="{FF2B5EF4-FFF2-40B4-BE49-F238E27FC236}">
                <a16:creationId xmlns:a16="http://schemas.microsoft.com/office/drawing/2014/main" id="{F0AC881C-5936-374F-A409-E64B347324C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A6994930-F526-4C8C-8891-3B11C12634A5}" type="slidenum">
              <a:rPr lang="it-IT" altLang="it-IT" sz="1400" smtClean="0">
                <a:solidFill>
                  <a:schemeClr val="folHlink"/>
                </a:solidFill>
              </a:rPr>
              <a:pPr>
                <a:spcBef>
                  <a:spcPct val="0"/>
                </a:spcBef>
                <a:buClrTx/>
                <a:buFontTx/>
                <a:buNone/>
              </a:pPr>
              <a:t>54</a:t>
            </a:fld>
            <a:endParaRPr lang="it-IT" altLang="it-IT" sz="1400">
              <a:solidFill>
                <a:schemeClr val="folHlink"/>
              </a:solidFill>
            </a:endParaRPr>
          </a:p>
        </p:txBody>
      </p:sp>
      <p:sp>
        <p:nvSpPr>
          <p:cNvPr id="82946" name="Rectangle 2">
            <a:extLst>
              <a:ext uri="{FF2B5EF4-FFF2-40B4-BE49-F238E27FC236}">
                <a16:creationId xmlns:a16="http://schemas.microsoft.com/office/drawing/2014/main" id="{7144999B-C62F-A248-86C3-240F73971892}"/>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Forma Normale di Tipo P</a:t>
            </a:r>
          </a:p>
        </p:txBody>
      </p:sp>
      <p:pic>
        <p:nvPicPr>
          <p:cNvPr id="82947" name="Picture 4">
            <a:extLst>
              <a:ext uri="{FF2B5EF4-FFF2-40B4-BE49-F238E27FC236}">
                <a16:creationId xmlns:a16="http://schemas.microsoft.com/office/drawing/2014/main" id="{D2CDFE00-C98D-E2CE-91BD-07FB9FA67F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447" t="23625" r="69284" b="52771"/>
          <a:stretch>
            <a:fillRect/>
          </a:stretch>
        </p:blipFill>
        <p:spPr bwMode="auto">
          <a:xfrm>
            <a:off x="3287713" y="1168400"/>
            <a:ext cx="2298700" cy="410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graphicFrame>
        <p:nvGraphicFramePr>
          <p:cNvPr id="82948" name="Object 6">
            <a:extLst>
              <a:ext uri="{FF2B5EF4-FFF2-40B4-BE49-F238E27FC236}">
                <a16:creationId xmlns:a16="http://schemas.microsoft.com/office/drawing/2014/main" id="{E9EFCA10-3C89-9B84-4FD0-E7B0FE4E747A}"/>
              </a:ext>
            </a:extLst>
          </p:cNvPr>
          <p:cNvGraphicFramePr>
            <a:graphicFrameLocks noChangeAspect="1"/>
          </p:cNvGraphicFramePr>
          <p:nvPr/>
        </p:nvGraphicFramePr>
        <p:xfrm>
          <a:off x="573088" y="5311775"/>
          <a:ext cx="8054975" cy="946150"/>
        </p:xfrm>
        <a:graphic>
          <a:graphicData uri="http://schemas.openxmlformats.org/presentationml/2006/ole">
            <mc:AlternateContent xmlns:mc="http://schemas.openxmlformats.org/markup-compatibility/2006">
              <mc:Choice xmlns:v="urn:schemas-microsoft-com:vml" Requires="v">
                <p:oleObj name="Equazione" r:id="rId3" imgW="0" imgH="0" progId="Equation.3">
                  <p:embed/>
                </p:oleObj>
              </mc:Choice>
              <mc:Fallback>
                <p:oleObj name="Equazione" r:id="rId3" imgW="0" imgH="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088" y="5311775"/>
                        <a:ext cx="8054975"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egnaposto numero diapositiva 3">
            <a:extLst>
              <a:ext uri="{FF2B5EF4-FFF2-40B4-BE49-F238E27FC236}">
                <a16:creationId xmlns:a16="http://schemas.microsoft.com/office/drawing/2014/main" id="{6166DCCF-9697-8AFA-C3E2-3CD43EFA3E1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6B78F457-4BAE-4EA5-9CE2-E8214D0C325D}" type="slidenum">
              <a:rPr lang="it-IT" altLang="it-IT" sz="1400" smtClean="0">
                <a:solidFill>
                  <a:schemeClr val="folHlink"/>
                </a:solidFill>
              </a:rPr>
              <a:pPr>
                <a:spcBef>
                  <a:spcPct val="0"/>
                </a:spcBef>
                <a:buClrTx/>
                <a:buFontTx/>
                <a:buNone/>
              </a:pPr>
              <a:t>55</a:t>
            </a:fld>
            <a:endParaRPr lang="it-IT" altLang="it-IT" sz="1400">
              <a:solidFill>
                <a:schemeClr val="folHlink"/>
              </a:solidFill>
            </a:endParaRPr>
          </a:p>
        </p:txBody>
      </p:sp>
      <p:sp>
        <p:nvSpPr>
          <p:cNvPr id="83970" name="Rectangle 2">
            <a:extLst>
              <a:ext uri="{FF2B5EF4-FFF2-40B4-BE49-F238E27FC236}">
                <a16:creationId xmlns:a16="http://schemas.microsoft.com/office/drawing/2014/main" id="{A2D4E759-5729-5460-367F-02C17D589015}"/>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Forma normale di tipo </a:t>
            </a:r>
            <a:r>
              <a:rPr lang="it-IT" altLang="it-IT" sz="4000" i="1">
                <a:ea typeface="ＭＳ Ｐゴシック" panose="020B0600070205080204" pitchFamily="34" charset="-128"/>
              </a:rPr>
              <a:t>P</a:t>
            </a:r>
          </a:p>
        </p:txBody>
      </p:sp>
      <p:sp>
        <p:nvSpPr>
          <p:cNvPr id="83971" name="Rectangle 3">
            <a:extLst>
              <a:ext uri="{FF2B5EF4-FFF2-40B4-BE49-F238E27FC236}">
                <a16:creationId xmlns:a16="http://schemas.microsoft.com/office/drawing/2014/main" id="{4806F1DC-A2F8-7A02-EEB8-4CE3CCB49547}"/>
              </a:ext>
            </a:extLst>
          </p:cNvPr>
          <p:cNvSpPr>
            <a:spLocks noGrp="1" noChangeArrowheads="1"/>
          </p:cNvSpPr>
          <p:nvPr>
            <p:ph type="body" idx="1"/>
          </p:nvPr>
        </p:nvSpPr>
        <p:spPr>
          <a:xfrm>
            <a:off x="684213" y="1655763"/>
            <a:ext cx="8459787" cy="4248150"/>
          </a:xfrm>
        </p:spPr>
        <p:txBody>
          <a:bodyPr/>
          <a:lstStyle/>
          <a:p>
            <a:pPr eaLnBrk="1" hangingPunct="1">
              <a:lnSpc>
                <a:spcPct val="90000"/>
              </a:lnSpc>
            </a:pPr>
            <a:r>
              <a:rPr lang="it-IT" altLang="it-IT" sz="2800">
                <a:ea typeface="ＭＳ Ｐゴシック" panose="020B0600070205080204" pitchFamily="34" charset="-128"/>
              </a:rPr>
              <a:t>Viceversa, qualsiasi funzione algebrica può essere posta in forma normale </a:t>
            </a:r>
            <a:r>
              <a:rPr lang="it-IT" altLang="it-IT" sz="2800" i="1">
                <a:ea typeface="ＭＳ Ｐゴシック" panose="020B0600070205080204" pitchFamily="34" charset="-128"/>
              </a:rPr>
              <a:t>P</a:t>
            </a:r>
            <a:r>
              <a:rPr lang="it-IT" altLang="it-IT" sz="2800">
                <a:ea typeface="ＭＳ Ｐゴシック" panose="020B0600070205080204" pitchFamily="34" charset="-128"/>
              </a:rPr>
              <a:t> “aggiungendo” i letterali mancanti</a:t>
            </a:r>
          </a:p>
          <a:p>
            <a:pPr eaLnBrk="1" hangingPunct="1">
              <a:lnSpc>
                <a:spcPct val="90000"/>
              </a:lnSpc>
            </a:pPr>
            <a:r>
              <a:rPr lang="it-IT" altLang="it-IT" sz="2800">
                <a:ea typeface="ＭＳ Ｐゴシック" panose="020B0600070205080204" pitchFamily="34" charset="-128"/>
              </a:rPr>
              <a:t>Basta sviluppare tutte le operazioni fino ad ottenere una somma di prodotti</a:t>
            </a:r>
          </a:p>
          <a:p>
            <a:pPr eaLnBrk="1" hangingPunct="1">
              <a:lnSpc>
                <a:spcPct val="90000"/>
              </a:lnSpc>
            </a:pPr>
            <a:r>
              <a:rPr lang="it-IT" altLang="it-IT" sz="2800">
                <a:ea typeface="ＭＳ Ｐゴシック" panose="020B0600070205080204" pitchFamily="34" charset="-128"/>
              </a:rPr>
              <a:t>Le clausole che non siano mintermini (ovvero che non contengano tutti le variabili della funzione) possono essere moltiplicate per la somma di tutte le possibili clausole ottenibili con le variabili assenti</a:t>
            </a:r>
            <a:endParaRPr lang="it-IT" altLang="it-IT" sz="2800" i="1">
              <a:ea typeface="ＭＳ Ｐゴシック" panose="020B0600070205080204" pitchFamily="34" charset="-128"/>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egnaposto numero diapositiva 4">
            <a:extLst>
              <a:ext uri="{FF2B5EF4-FFF2-40B4-BE49-F238E27FC236}">
                <a16:creationId xmlns:a16="http://schemas.microsoft.com/office/drawing/2014/main" id="{C489A33B-D5D7-5619-605E-6094DBAF25E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A1EFA360-DC91-4C46-B61F-BA53CCAAE85E}" type="slidenum">
              <a:rPr lang="it-IT" altLang="it-IT" sz="1400" smtClean="0">
                <a:solidFill>
                  <a:schemeClr val="folHlink"/>
                </a:solidFill>
              </a:rPr>
              <a:pPr>
                <a:spcBef>
                  <a:spcPct val="0"/>
                </a:spcBef>
                <a:buClrTx/>
                <a:buFontTx/>
                <a:buNone/>
              </a:pPr>
              <a:t>56</a:t>
            </a:fld>
            <a:endParaRPr lang="it-IT" altLang="it-IT" sz="1400">
              <a:solidFill>
                <a:schemeClr val="folHlink"/>
              </a:solidFill>
            </a:endParaRPr>
          </a:p>
        </p:txBody>
      </p:sp>
      <p:sp>
        <p:nvSpPr>
          <p:cNvPr id="84994" name="Rectangle 2">
            <a:extLst>
              <a:ext uri="{FF2B5EF4-FFF2-40B4-BE49-F238E27FC236}">
                <a16:creationId xmlns:a16="http://schemas.microsoft.com/office/drawing/2014/main" id="{99C69F8B-834F-7B53-9315-7DA05285B25A}"/>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Il solito esempio</a:t>
            </a:r>
          </a:p>
        </p:txBody>
      </p:sp>
      <p:sp>
        <p:nvSpPr>
          <p:cNvPr id="84995" name="Rectangle 3">
            <a:extLst>
              <a:ext uri="{FF2B5EF4-FFF2-40B4-BE49-F238E27FC236}">
                <a16:creationId xmlns:a16="http://schemas.microsoft.com/office/drawing/2014/main" id="{FB54CCA6-473A-82B3-FA84-8FE0B3461A92}"/>
              </a:ext>
            </a:extLst>
          </p:cNvPr>
          <p:cNvSpPr>
            <a:spLocks noGrp="1" noChangeArrowheads="1"/>
          </p:cNvSpPr>
          <p:nvPr>
            <p:ph type="body" sz="half" idx="1"/>
          </p:nvPr>
        </p:nvSpPr>
        <p:spPr>
          <a:xfrm>
            <a:off x="684213" y="1727200"/>
            <a:ext cx="8208962" cy="2017713"/>
          </a:xfrm>
        </p:spPr>
        <p:txBody>
          <a:bodyPr/>
          <a:lstStyle/>
          <a:p>
            <a:pPr eaLnBrk="1" hangingPunct="1"/>
            <a:r>
              <a:rPr lang="it-IT" altLang="it-IT" sz="2400">
                <a:ea typeface="ＭＳ Ｐゴシック" panose="020B0600070205080204" pitchFamily="34" charset="-128"/>
              </a:rPr>
              <a:t>Partendo da </a:t>
            </a:r>
          </a:p>
        </p:txBody>
      </p:sp>
      <p:graphicFrame>
        <p:nvGraphicFramePr>
          <p:cNvPr id="84996" name="Object 6">
            <a:extLst>
              <a:ext uri="{FF2B5EF4-FFF2-40B4-BE49-F238E27FC236}">
                <a16:creationId xmlns:a16="http://schemas.microsoft.com/office/drawing/2014/main" id="{D55FFD6A-4FF9-1266-D3DD-5AC947CB0C60}"/>
              </a:ext>
            </a:extLst>
          </p:cNvPr>
          <p:cNvGraphicFramePr>
            <a:graphicFrameLocks noGrp="1" noChangeAspect="1"/>
          </p:cNvGraphicFramePr>
          <p:nvPr>
            <p:ph sz="half" idx="2"/>
          </p:nvPr>
        </p:nvGraphicFramePr>
        <p:xfrm>
          <a:off x="2144713" y="2378075"/>
          <a:ext cx="3600450" cy="577850"/>
        </p:xfrm>
        <a:graphic>
          <a:graphicData uri="http://schemas.openxmlformats.org/presentationml/2006/ole">
            <mc:AlternateContent xmlns:mc="http://schemas.openxmlformats.org/markup-compatibility/2006">
              <mc:Choice xmlns:v="urn:schemas-microsoft-com:vml" Requires="v">
                <p:oleObj name="Equazione" r:id="rId2" imgW="0" imgH="0" progId="Equation.3">
                  <p:embed/>
                </p:oleObj>
              </mc:Choice>
              <mc:Fallback>
                <p:oleObj name="Equazione" r:id="rId2" imgW="0" imgH="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4713" y="2378075"/>
                        <a:ext cx="3600450"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egnaposto numero diapositiva 3">
            <a:extLst>
              <a:ext uri="{FF2B5EF4-FFF2-40B4-BE49-F238E27FC236}">
                <a16:creationId xmlns:a16="http://schemas.microsoft.com/office/drawing/2014/main" id="{5A672269-3983-CC5A-69E5-461E1522154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F548E545-B277-45F6-A173-3BE3E546A0D1}" type="slidenum">
              <a:rPr lang="it-IT" altLang="it-IT" sz="1400" smtClean="0">
                <a:solidFill>
                  <a:schemeClr val="folHlink"/>
                </a:solidFill>
              </a:rPr>
              <a:pPr>
                <a:spcBef>
                  <a:spcPct val="0"/>
                </a:spcBef>
                <a:buClrTx/>
                <a:buFontTx/>
                <a:buNone/>
              </a:pPr>
              <a:t>57</a:t>
            </a:fld>
            <a:endParaRPr lang="it-IT" altLang="it-IT" sz="1400">
              <a:solidFill>
                <a:schemeClr val="folHlink"/>
              </a:solidFill>
            </a:endParaRPr>
          </a:p>
        </p:txBody>
      </p:sp>
      <p:sp>
        <p:nvSpPr>
          <p:cNvPr id="86018" name="Rectangle 2">
            <a:extLst>
              <a:ext uri="{FF2B5EF4-FFF2-40B4-BE49-F238E27FC236}">
                <a16:creationId xmlns:a16="http://schemas.microsoft.com/office/drawing/2014/main" id="{A1BA9854-2489-E272-22AE-BA273DCC5239}"/>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Forma normale di tipo </a:t>
            </a:r>
            <a:r>
              <a:rPr lang="it-IT" altLang="it-IT" sz="4000" i="1">
                <a:ea typeface="ＭＳ Ｐゴシック" panose="020B0600070205080204" pitchFamily="34" charset="-128"/>
              </a:rPr>
              <a:t>S</a:t>
            </a:r>
          </a:p>
        </p:txBody>
      </p:sp>
      <p:graphicFrame>
        <p:nvGraphicFramePr>
          <p:cNvPr id="86019" name="Object 4">
            <a:extLst>
              <a:ext uri="{FF2B5EF4-FFF2-40B4-BE49-F238E27FC236}">
                <a16:creationId xmlns:a16="http://schemas.microsoft.com/office/drawing/2014/main" id="{D6905C0D-B9D2-15F3-9887-69460E73CC87}"/>
              </a:ext>
            </a:extLst>
          </p:cNvPr>
          <p:cNvGraphicFramePr>
            <a:graphicFrameLocks noGrp="1" noChangeAspect="1"/>
          </p:cNvGraphicFramePr>
          <p:nvPr>
            <p:ph idx="1"/>
          </p:nvPr>
        </p:nvGraphicFramePr>
        <p:xfrm>
          <a:off x="1908175" y="1584325"/>
          <a:ext cx="5500688" cy="1011238"/>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1584325"/>
                        <a:ext cx="5500688"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6020" name="Rectangle 6">
            <a:extLst>
              <a:ext uri="{FF2B5EF4-FFF2-40B4-BE49-F238E27FC236}">
                <a16:creationId xmlns:a16="http://schemas.microsoft.com/office/drawing/2014/main" id="{9EE089A9-9D63-14AC-BB89-A4E2956A8755}"/>
              </a:ext>
            </a:extLst>
          </p:cNvPr>
          <p:cNvSpPr>
            <a:spLocks noChangeArrowheads="1"/>
          </p:cNvSpPr>
          <p:nvPr/>
        </p:nvSpPr>
        <p:spPr bwMode="auto">
          <a:xfrm>
            <a:off x="684213" y="2808288"/>
            <a:ext cx="8459787"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sz="2800"/>
              <a:t>Si può ottenere con il procedimento duale di quello usato per la forma di tipo </a:t>
            </a:r>
            <a:r>
              <a:rPr lang="it-IT" altLang="it-IT" sz="2800" i="1"/>
              <a:t>P</a:t>
            </a:r>
          </a:p>
          <a:p>
            <a:pPr eaLnBrk="1" hangingPunct="1"/>
            <a:r>
              <a:rPr lang="it-IT" altLang="it-IT" sz="2800"/>
              <a:t>In alternativa, si può negare la forma di tipo </a:t>
            </a:r>
            <a:r>
              <a:rPr lang="it-IT" altLang="it-IT" sz="2800" i="1"/>
              <a:t>P</a:t>
            </a:r>
            <a:r>
              <a:rPr lang="it-IT" altLang="it-IT" sz="2800"/>
              <a:t> e poi applicare de Morgan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egnaposto numero diapositiva 3">
            <a:extLst>
              <a:ext uri="{FF2B5EF4-FFF2-40B4-BE49-F238E27FC236}">
                <a16:creationId xmlns:a16="http://schemas.microsoft.com/office/drawing/2014/main" id="{4D48A338-829D-BCAF-869B-C21E05EECDA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6E764866-3A55-4BA8-A6E4-EFBFED0CFB44}" type="slidenum">
              <a:rPr lang="it-IT" altLang="it-IT" sz="1400" smtClean="0">
                <a:solidFill>
                  <a:schemeClr val="folHlink"/>
                </a:solidFill>
              </a:rPr>
              <a:pPr>
                <a:spcBef>
                  <a:spcPct val="0"/>
                </a:spcBef>
                <a:buClrTx/>
                <a:buFontTx/>
                <a:buNone/>
              </a:pPr>
              <a:t>58</a:t>
            </a:fld>
            <a:endParaRPr lang="it-IT" altLang="it-IT" sz="1400">
              <a:solidFill>
                <a:schemeClr val="folHlink"/>
              </a:solidFill>
            </a:endParaRPr>
          </a:p>
        </p:txBody>
      </p:sp>
      <p:sp>
        <p:nvSpPr>
          <p:cNvPr id="87042" name="Rectangle 2">
            <a:extLst>
              <a:ext uri="{FF2B5EF4-FFF2-40B4-BE49-F238E27FC236}">
                <a16:creationId xmlns:a16="http://schemas.microsoft.com/office/drawing/2014/main" id="{20BC146A-3F12-9D93-804C-A167569B1215}"/>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Forma normale di tipo </a:t>
            </a:r>
            <a:r>
              <a:rPr lang="it-IT" altLang="it-IT" sz="4000" i="1">
                <a:ea typeface="ＭＳ Ｐゴシック" panose="020B0600070205080204" pitchFamily="34" charset="-128"/>
              </a:rPr>
              <a:t>S</a:t>
            </a:r>
          </a:p>
        </p:txBody>
      </p:sp>
      <p:sp>
        <p:nvSpPr>
          <p:cNvPr id="87043" name="Rectangle 3">
            <a:extLst>
              <a:ext uri="{FF2B5EF4-FFF2-40B4-BE49-F238E27FC236}">
                <a16:creationId xmlns:a16="http://schemas.microsoft.com/office/drawing/2014/main" id="{261B0753-C8DE-B764-04F9-DAD52E4F2395}"/>
              </a:ext>
            </a:extLst>
          </p:cNvPr>
          <p:cNvSpPr>
            <a:spLocks noGrp="1" noChangeArrowheads="1"/>
          </p:cNvSpPr>
          <p:nvPr>
            <p:ph type="body" idx="1"/>
          </p:nvPr>
        </p:nvSpPr>
        <p:spPr/>
        <p:txBody>
          <a:bodyPr/>
          <a:lstStyle/>
          <a:p>
            <a:pPr eaLnBrk="1" hangingPunct="1"/>
            <a:r>
              <a:rPr lang="it-IT" altLang="it-IT" sz="2800">
                <a:ea typeface="ＭＳ Ｐゴシック" panose="020B0600070205080204" pitchFamily="34" charset="-128"/>
              </a:rPr>
              <a:t>Una funzione di n variabili può essere espressa da una forma congiuntiva di disgiunzioni o, algebricamente, da un prodotto di somme.</a:t>
            </a:r>
          </a:p>
          <a:p>
            <a:pPr eaLnBrk="1" hangingPunct="1"/>
            <a:r>
              <a:rPr lang="it-IT" altLang="it-IT" sz="2800">
                <a:ea typeface="ＭＳ Ｐゴシック" panose="020B0600070205080204" pitchFamily="34" charset="-128"/>
              </a:rPr>
              <a:t>Ciascun fattore del prodotto è associato ad uno 0 presente nella colonna della tabella ed è una somma delle n variabili, ciascuna delle quali nella forma negata o non a seconda che nelle colonne corrispondenti sia presente un 1 o uno 0.</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egnaposto numero diapositiva 3">
            <a:extLst>
              <a:ext uri="{FF2B5EF4-FFF2-40B4-BE49-F238E27FC236}">
                <a16:creationId xmlns:a16="http://schemas.microsoft.com/office/drawing/2014/main" id="{682AC10E-857C-CCDE-3A02-91121AAED74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5847ED94-1A67-4C69-82F1-CF5478ECA9DC}" type="slidenum">
              <a:rPr lang="it-IT" altLang="it-IT" sz="1400" smtClean="0">
                <a:solidFill>
                  <a:schemeClr val="folHlink"/>
                </a:solidFill>
              </a:rPr>
              <a:pPr>
                <a:spcBef>
                  <a:spcPct val="0"/>
                </a:spcBef>
                <a:buClrTx/>
                <a:buFontTx/>
                <a:buNone/>
              </a:pPr>
              <a:t>59</a:t>
            </a:fld>
            <a:endParaRPr lang="it-IT" altLang="it-IT" sz="1400">
              <a:solidFill>
                <a:schemeClr val="folHlink"/>
              </a:solidFill>
            </a:endParaRPr>
          </a:p>
        </p:txBody>
      </p:sp>
      <p:sp>
        <p:nvSpPr>
          <p:cNvPr id="88066" name="Rectangle 2">
            <a:extLst>
              <a:ext uri="{FF2B5EF4-FFF2-40B4-BE49-F238E27FC236}">
                <a16:creationId xmlns:a16="http://schemas.microsoft.com/office/drawing/2014/main" id="{FAB9ADE4-D95B-C0D0-332E-694F905C2AD1}"/>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Forma Normale di Tipo S</a:t>
            </a:r>
          </a:p>
        </p:txBody>
      </p:sp>
      <p:pic>
        <p:nvPicPr>
          <p:cNvPr id="88067" name="Picture 4">
            <a:extLst>
              <a:ext uri="{FF2B5EF4-FFF2-40B4-BE49-F238E27FC236}">
                <a16:creationId xmlns:a16="http://schemas.microsoft.com/office/drawing/2014/main" id="{1755DB26-8D20-83B2-4DEF-8D072A0AF1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447" t="23625" r="69284" b="52771"/>
          <a:stretch>
            <a:fillRect/>
          </a:stretch>
        </p:blipFill>
        <p:spPr bwMode="auto">
          <a:xfrm>
            <a:off x="3287713" y="1168400"/>
            <a:ext cx="2298700" cy="410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graphicFrame>
        <p:nvGraphicFramePr>
          <p:cNvPr id="88068" name="Object 6">
            <a:extLst>
              <a:ext uri="{FF2B5EF4-FFF2-40B4-BE49-F238E27FC236}">
                <a16:creationId xmlns:a16="http://schemas.microsoft.com/office/drawing/2014/main" id="{A8F58D8F-0F69-DE2B-FF53-D37603B0BE36}"/>
              </a:ext>
            </a:extLst>
          </p:cNvPr>
          <p:cNvGraphicFramePr>
            <a:graphicFrameLocks noChangeAspect="1"/>
          </p:cNvGraphicFramePr>
          <p:nvPr/>
        </p:nvGraphicFramePr>
        <p:xfrm>
          <a:off x="863600" y="5384800"/>
          <a:ext cx="7497763" cy="855663"/>
        </p:xfrm>
        <a:graphic>
          <a:graphicData uri="http://schemas.openxmlformats.org/presentationml/2006/ole">
            <mc:AlternateContent xmlns:mc="http://schemas.openxmlformats.org/markup-compatibility/2006">
              <mc:Choice xmlns:v="urn:schemas-microsoft-com:vml" Requires="v">
                <p:oleObj name="Equazione" r:id="rId3" imgW="0" imgH="0" progId="Equation.3">
                  <p:embed/>
                </p:oleObj>
              </mc:Choice>
              <mc:Fallback>
                <p:oleObj name="Equazione" r:id="rId3" imgW="0" imgH="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600" y="5384800"/>
                        <a:ext cx="7497763"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egnaposto numero diapositiva 3">
            <a:extLst>
              <a:ext uri="{FF2B5EF4-FFF2-40B4-BE49-F238E27FC236}">
                <a16:creationId xmlns:a16="http://schemas.microsoft.com/office/drawing/2014/main" id="{596FA122-B9D2-9BEF-2E5A-C62780DEC0F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CFC1BAD3-0802-430E-9FE9-841DF61E155A}" type="slidenum">
              <a:rPr lang="it-IT" altLang="it-IT" sz="1400" smtClean="0">
                <a:solidFill>
                  <a:schemeClr val="folHlink"/>
                </a:solidFill>
              </a:rPr>
              <a:pPr>
                <a:spcBef>
                  <a:spcPct val="0"/>
                </a:spcBef>
                <a:buClrTx/>
                <a:buFontTx/>
                <a:buNone/>
              </a:pPr>
              <a:t>60</a:t>
            </a:fld>
            <a:endParaRPr lang="it-IT" altLang="it-IT" sz="1400">
              <a:solidFill>
                <a:schemeClr val="folHlink"/>
              </a:solidFill>
            </a:endParaRPr>
          </a:p>
        </p:txBody>
      </p:sp>
      <p:sp>
        <p:nvSpPr>
          <p:cNvPr id="89090" name="Rectangle 2">
            <a:extLst>
              <a:ext uri="{FF2B5EF4-FFF2-40B4-BE49-F238E27FC236}">
                <a16:creationId xmlns:a16="http://schemas.microsoft.com/office/drawing/2014/main" id="{96D9B3BD-FC6C-2C38-635A-29E442E2A505}"/>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Numero caratteristico</a:t>
            </a:r>
          </a:p>
        </p:txBody>
      </p:sp>
      <p:sp>
        <p:nvSpPr>
          <p:cNvPr id="89091" name="Rectangle 3">
            <a:extLst>
              <a:ext uri="{FF2B5EF4-FFF2-40B4-BE49-F238E27FC236}">
                <a16:creationId xmlns:a16="http://schemas.microsoft.com/office/drawing/2014/main" id="{23EE5FC7-1BF2-8CBB-CC2C-62C5A495EA25}"/>
              </a:ext>
            </a:extLst>
          </p:cNvPr>
          <p:cNvSpPr>
            <a:spLocks noGrp="1" noChangeArrowheads="1"/>
          </p:cNvSpPr>
          <p:nvPr>
            <p:ph type="body" idx="1"/>
          </p:nvPr>
        </p:nvSpPr>
        <p:spPr/>
        <p:txBody>
          <a:bodyPr/>
          <a:lstStyle/>
          <a:p>
            <a:pPr eaLnBrk="1" hangingPunct="1"/>
            <a:r>
              <a:rPr lang="it-IT" altLang="it-IT" sz="2800">
                <a:ea typeface="ＭＳ Ｐゴシック" panose="020B0600070205080204" pitchFamily="34" charset="-128"/>
              </a:rPr>
              <a:t>E’ la stringa ordinata di valori, tipica di ciascuna funzione, di lunghezza </a:t>
            </a:r>
            <a:r>
              <a:rPr lang="it-IT" altLang="it-IT" sz="2800" i="1">
                <a:ea typeface="ＭＳ Ｐゴシック" panose="020B0600070205080204" pitchFamily="34" charset="-128"/>
              </a:rPr>
              <a:t>2</a:t>
            </a:r>
            <a:r>
              <a:rPr lang="it-IT" altLang="it-IT" sz="2800" i="1" baseline="30000">
                <a:ea typeface="ＭＳ Ｐゴシック" panose="020B0600070205080204" pitchFamily="34" charset="-128"/>
              </a:rPr>
              <a:t>n</a:t>
            </a:r>
            <a:r>
              <a:rPr lang="it-IT" altLang="it-IT" sz="2800">
                <a:ea typeface="ＭＳ Ｐゴシック" panose="020B0600070205080204" pitchFamily="34" charset="-128"/>
              </a:rPr>
              <a:t> per funzioni di </a:t>
            </a:r>
            <a:r>
              <a:rPr lang="it-IT" altLang="it-IT" sz="2800" i="1">
                <a:ea typeface="ＭＳ Ｐゴシック" panose="020B0600070205080204" pitchFamily="34" charset="-128"/>
              </a:rPr>
              <a:t>n</a:t>
            </a:r>
            <a:r>
              <a:rPr lang="it-IT" altLang="it-IT" sz="2800">
                <a:ea typeface="ＭＳ Ｐゴシック" panose="020B0600070205080204" pitchFamily="34" charset="-128"/>
              </a:rPr>
              <a:t> variabili e coincidente con la colonna di "0" e "1" nella tabella di verità </a:t>
            </a:r>
          </a:p>
          <a:p>
            <a:pPr eaLnBrk="1" hangingPunct="1"/>
            <a:r>
              <a:rPr lang="it-IT" altLang="it-IT" sz="2800">
                <a:ea typeface="ＭＳ Ｐゴシック" panose="020B0600070205080204" pitchFamily="34" charset="-128"/>
              </a:rPr>
              <a:t>L'insieme dei numeri caratteristici delle funzioni di </a:t>
            </a:r>
            <a:r>
              <a:rPr lang="it-IT" altLang="it-IT" sz="2800" i="1">
                <a:ea typeface="ＭＳ Ｐゴシック" panose="020B0600070205080204" pitchFamily="34" charset="-128"/>
              </a:rPr>
              <a:t>n</a:t>
            </a:r>
            <a:r>
              <a:rPr lang="it-IT" altLang="it-IT" sz="2800">
                <a:ea typeface="ＭＳ Ｐゴシック" panose="020B0600070205080204" pitchFamily="34" charset="-128"/>
              </a:rPr>
              <a:t> variabili, costituisce ancora un'algebra di Boole (con le operazioni effettuate “bit a bit”)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egnaposto numero diapositiva 3">
            <a:extLst>
              <a:ext uri="{FF2B5EF4-FFF2-40B4-BE49-F238E27FC236}">
                <a16:creationId xmlns:a16="http://schemas.microsoft.com/office/drawing/2014/main" id="{49CC7769-528B-9C31-403B-2E184E69312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204BC83A-273D-4F81-B25A-553F4811F069}" type="slidenum">
              <a:rPr lang="it-IT" altLang="it-IT" sz="1400" smtClean="0">
                <a:solidFill>
                  <a:schemeClr val="folHlink"/>
                </a:solidFill>
              </a:rPr>
              <a:pPr>
                <a:spcBef>
                  <a:spcPct val="0"/>
                </a:spcBef>
                <a:buClrTx/>
                <a:buFontTx/>
                <a:buNone/>
              </a:pPr>
              <a:t>61</a:t>
            </a:fld>
            <a:endParaRPr lang="it-IT" altLang="it-IT" sz="1400">
              <a:solidFill>
                <a:schemeClr val="folHlink"/>
              </a:solidFill>
            </a:endParaRPr>
          </a:p>
        </p:txBody>
      </p:sp>
      <p:sp>
        <p:nvSpPr>
          <p:cNvPr id="90114" name="Rectangle 2">
            <a:extLst>
              <a:ext uri="{FF2B5EF4-FFF2-40B4-BE49-F238E27FC236}">
                <a16:creationId xmlns:a16="http://schemas.microsoft.com/office/drawing/2014/main" id="{053B40DF-3DA0-FF0C-0D53-12EA2C380B3B}"/>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Numero caratteristico</a:t>
            </a:r>
          </a:p>
        </p:txBody>
      </p:sp>
      <p:pic>
        <p:nvPicPr>
          <p:cNvPr id="90115" name="Picture 4">
            <a:extLst>
              <a:ext uri="{FF2B5EF4-FFF2-40B4-BE49-F238E27FC236}">
                <a16:creationId xmlns:a16="http://schemas.microsoft.com/office/drawing/2014/main" id="{7BD6B3F8-725F-AE97-55CE-F2142DFE17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805" t="34021" r="59245" b="34792"/>
          <a:stretch>
            <a:fillRect/>
          </a:stretch>
        </p:blipFill>
        <p:spPr bwMode="auto">
          <a:xfrm>
            <a:off x="2843213" y="1311275"/>
            <a:ext cx="3182937"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90116" name="Rectangle 3">
            <a:extLst>
              <a:ext uri="{FF2B5EF4-FFF2-40B4-BE49-F238E27FC236}">
                <a16:creationId xmlns:a16="http://schemas.microsoft.com/office/drawing/2014/main" id="{12B09E39-1BD7-7FEF-061A-AC2490214616}"/>
              </a:ext>
            </a:extLst>
          </p:cNvPr>
          <p:cNvSpPr txBox="1">
            <a:spLocks noChangeArrowheads="1"/>
          </p:cNvSpPr>
          <p:nvPr/>
        </p:nvSpPr>
        <p:spPr bwMode="auto">
          <a:xfrm>
            <a:off x="0" y="5240338"/>
            <a:ext cx="9504363"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sz="2800"/>
              <a:t>Per provare che è vero, partire dalla (1) e ricavare la forma P. Dopodiché controllare gli 1 della tabella.</a:t>
            </a:r>
          </a:p>
        </p:txBody>
      </p:sp>
      <p:sp>
        <p:nvSpPr>
          <p:cNvPr id="90117" name="Rettangolo 5">
            <a:extLst>
              <a:ext uri="{FF2B5EF4-FFF2-40B4-BE49-F238E27FC236}">
                <a16:creationId xmlns:a16="http://schemas.microsoft.com/office/drawing/2014/main" id="{4F60AA07-A406-3FAE-FC45-0641461B7D27}"/>
              </a:ext>
            </a:extLst>
          </p:cNvPr>
          <p:cNvSpPr>
            <a:spLocks noChangeArrowheads="1"/>
          </p:cNvSpPr>
          <p:nvPr/>
        </p:nvSpPr>
        <p:spPr bwMode="auto">
          <a:xfrm>
            <a:off x="2216150" y="1382713"/>
            <a:ext cx="64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t>(1) </a:t>
            </a:r>
            <a:endParaRPr lang="it-IT" altLang="it-IT" sz="2400">
              <a:solidFill>
                <a:schemeClr val="tx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137" name="Segnaposto numero diapositiva 3">
            <a:extLst>
              <a:ext uri="{FF2B5EF4-FFF2-40B4-BE49-F238E27FC236}">
                <a16:creationId xmlns:a16="http://schemas.microsoft.com/office/drawing/2014/main" id="{B4915B07-A912-AC5E-97C1-1E38E79849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0A8C7178-EBCC-4762-AA2A-0DB9835F1131}" type="slidenum">
              <a:rPr lang="it-IT" altLang="it-IT" sz="1400" smtClean="0">
                <a:solidFill>
                  <a:schemeClr val="folHlink"/>
                </a:solidFill>
              </a:rPr>
              <a:pPr>
                <a:spcBef>
                  <a:spcPct val="0"/>
                </a:spcBef>
                <a:buClrTx/>
                <a:buFontTx/>
                <a:buNone/>
              </a:pPr>
              <a:t>62</a:t>
            </a:fld>
            <a:endParaRPr lang="it-IT" altLang="it-IT" sz="1400">
              <a:solidFill>
                <a:schemeClr val="folHlink"/>
              </a:solidFill>
            </a:endParaRPr>
          </a:p>
        </p:txBody>
      </p:sp>
      <p:sp>
        <p:nvSpPr>
          <p:cNvPr id="91138" name="Rectangle 2">
            <a:extLst>
              <a:ext uri="{FF2B5EF4-FFF2-40B4-BE49-F238E27FC236}">
                <a16:creationId xmlns:a16="http://schemas.microsoft.com/office/drawing/2014/main" id="{3EC3EF84-D535-A168-1875-2CC063C46299}"/>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Equazioni booleane</a:t>
            </a:r>
          </a:p>
        </p:txBody>
      </p:sp>
      <p:graphicFrame>
        <p:nvGraphicFramePr>
          <p:cNvPr id="91139" name="Object 9">
            <a:extLst>
              <a:ext uri="{FF2B5EF4-FFF2-40B4-BE49-F238E27FC236}">
                <a16:creationId xmlns:a16="http://schemas.microsoft.com/office/drawing/2014/main" id="{9E513C77-00F1-DC5C-9954-41574C0CEE64}"/>
              </a:ext>
            </a:extLst>
          </p:cNvPr>
          <p:cNvGraphicFramePr>
            <a:graphicFrameLocks noGrp="1" noChangeAspect="1"/>
          </p:cNvGraphicFramePr>
          <p:nvPr>
            <p:ph idx="1"/>
          </p:nvPr>
        </p:nvGraphicFramePr>
        <p:xfrm>
          <a:off x="468313" y="1655763"/>
          <a:ext cx="8351837" cy="4351337"/>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655763"/>
                        <a:ext cx="8351837" cy="435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1140" name="Text Box 11">
            <a:extLst>
              <a:ext uri="{FF2B5EF4-FFF2-40B4-BE49-F238E27FC236}">
                <a16:creationId xmlns:a16="http://schemas.microsoft.com/office/drawing/2014/main" id="{12F6F4CA-74CC-3514-09B1-F774A2D50871}"/>
              </a:ext>
            </a:extLst>
          </p:cNvPr>
          <p:cNvSpPr txBox="1">
            <a:spLocks noChangeArrowheads="1"/>
          </p:cNvSpPr>
          <p:nvPr/>
        </p:nvSpPr>
        <p:spPr bwMode="auto">
          <a:xfrm>
            <a:off x="5148263" y="1336675"/>
            <a:ext cx="3889375"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000">
                <a:solidFill>
                  <a:schemeClr val="tx1"/>
                </a:solidFill>
              </a:rPr>
              <a:t>Una funzione booleana di questo tipo può essere ridotta ad una somma di mintermini o prodotto di maxtermini a seconda che c sia 1 o 0</a:t>
            </a:r>
          </a:p>
        </p:txBody>
      </p:sp>
      <p:sp>
        <p:nvSpPr>
          <p:cNvPr id="91141" name="Text Box 12">
            <a:extLst>
              <a:ext uri="{FF2B5EF4-FFF2-40B4-BE49-F238E27FC236}">
                <a16:creationId xmlns:a16="http://schemas.microsoft.com/office/drawing/2014/main" id="{18E096C1-1E96-42D8-0923-3E18255910B4}"/>
              </a:ext>
            </a:extLst>
          </p:cNvPr>
          <p:cNvSpPr txBox="1">
            <a:spLocks noChangeArrowheads="1"/>
          </p:cNvSpPr>
          <p:nvPr/>
        </p:nvSpPr>
        <p:spPr bwMode="auto">
          <a:xfrm>
            <a:off x="3995738" y="3095625"/>
            <a:ext cx="572452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000" i="1">
                <a:solidFill>
                  <a:schemeClr val="tx1"/>
                </a:solidFill>
              </a:rPr>
              <a:t>c=1</a:t>
            </a:r>
            <a:r>
              <a:rPr lang="it-IT" altLang="it-IT" sz="2000">
                <a:solidFill>
                  <a:schemeClr val="tx1"/>
                </a:solidFill>
              </a:rPr>
              <a:t>:  In questa forma, si vede che l’equazione è soddisfatta per qualsiasi combinazione di variabili che renda un P</a:t>
            </a:r>
            <a:r>
              <a:rPr lang="it-IT" altLang="it-IT" sz="2000" baseline="-25000">
                <a:solidFill>
                  <a:schemeClr val="tx1"/>
                </a:solidFill>
              </a:rPr>
              <a:t>i</a:t>
            </a:r>
            <a:r>
              <a:rPr lang="it-IT" altLang="it-IT" sz="2000">
                <a:solidFill>
                  <a:schemeClr val="tx1"/>
                </a:solidFill>
              </a:rPr>
              <a:t>=1</a:t>
            </a:r>
          </a:p>
          <a:p>
            <a:pPr eaLnBrk="1" hangingPunct="1">
              <a:spcBef>
                <a:spcPct val="50000"/>
              </a:spcBef>
              <a:buClrTx/>
              <a:buFontTx/>
              <a:buNone/>
            </a:pPr>
            <a:r>
              <a:rPr lang="it-IT" altLang="it-IT" sz="2000" i="1">
                <a:solidFill>
                  <a:schemeClr val="tx1"/>
                </a:solidFill>
              </a:rPr>
              <a:t>c=0</a:t>
            </a:r>
            <a:r>
              <a:rPr lang="it-IT" altLang="it-IT" sz="2000">
                <a:solidFill>
                  <a:schemeClr val="tx1"/>
                </a:solidFill>
              </a:rPr>
              <a:t>: In questa forma deve invece essere S</a:t>
            </a:r>
            <a:r>
              <a:rPr lang="it-IT" altLang="it-IT" sz="2000" baseline="-25000">
                <a:solidFill>
                  <a:schemeClr val="tx1"/>
                </a:solidFill>
              </a:rPr>
              <a:t>i</a:t>
            </a:r>
            <a:r>
              <a:rPr lang="it-IT" altLang="it-IT" sz="2000">
                <a:solidFill>
                  <a:schemeClr val="tx1"/>
                </a:solidFill>
              </a:rPr>
              <a:t>=0</a:t>
            </a:r>
          </a:p>
        </p:txBody>
      </p:sp>
      <p:sp>
        <p:nvSpPr>
          <p:cNvPr id="91142" name="Line 13">
            <a:extLst>
              <a:ext uri="{FF2B5EF4-FFF2-40B4-BE49-F238E27FC236}">
                <a16:creationId xmlns:a16="http://schemas.microsoft.com/office/drawing/2014/main" id="{D92834FC-FBE6-966E-4A5C-39C67ECF3D90}"/>
              </a:ext>
            </a:extLst>
          </p:cNvPr>
          <p:cNvSpPr>
            <a:spLocks noChangeShapeType="1"/>
          </p:cNvSpPr>
          <p:nvPr/>
        </p:nvSpPr>
        <p:spPr bwMode="auto">
          <a:xfrm flipH="1">
            <a:off x="4500563" y="1800225"/>
            <a:ext cx="647700" cy="714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it-IT"/>
          </a:p>
        </p:txBody>
      </p:sp>
      <p:sp>
        <p:nvSpPr>
          <p:cNvPr id="91143" name="Line 14">
            <a:extLst>
              <a:ext uri="{FF2B5EF4-FFF2-40B4-BE49-F238E27FC236}">
                <a16:creationId xmlns:a16="http://schemas.microsoft.com/office/drawing/2014/main" id="{1523F35F-D3F8-DA9F-2DAA-5F4739AB2711}"/>
              </a:ext>
            </a:extLst>
          </p:cNvPr>
          <p:cNvSpPr>
            <a:spLocks noChangeShapeType="1"/>
          </p:cNvSpPr>
          <p:nvPr/>
        </p:nvSpPr>
        <p:spPr bwMode="auto">
          <a:xfrm flipH="1" flipV="1">
            <a:off x="2700338" y="2952750"/>
            <a:ext cx="1150937" cy="28733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it-IT"/>
          </a:p>
        </p:txBody>
      </p:sp>
      <p:sp>
        <p:nvSpPr>
          <p:cNvPr id="91144" name="Text Box 16">
            <a:extLst>
              <a:ext uri="{FF2B5EF4-FFF2-40B4-BE49-F238E27FC236}">
                <a16:creationId xmlns:a16="http://schemas.microsoft.com/office/drawing/2014/main" id="{D0779BE0-F68F-AD88-F08E-1B7FB135FDD7}"/>
              </a:ext>
            </a:extLst>
          </p:cNvPr>
          <p:cNvSpPr txBox="1">
            <a:spLocks noChangeArrowheads="1"/>
          </p:cNvSpPr>
          <p:nvPr/>
        </p:nvSpPr>
        <p:spPr bwMode="auto">
          <a:xfrm>
            <a:off x="395288" y="4752975"/>
            <a:ext cx="90011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000">
                <a:solidFill>
                  <a:schemeClr val="tx1"/>
                </a:solidFill>
              </a:rPr>
              <a:t>Nel caso più generale in cui </a:t>
            </a:r>
            <a:r>
              <a:rPr lang="it-IT" altLang="it-IT" sz="2000" i="1">
                <a:solidFill>
                  <a:schemeClr val="tx1"/>
                </a:solidFill>
              </a:rPr>
              <a:t>c</a:t>
            </a:r>
            <a:r>
              <a:rPr lang="it-IT" altLang="it-IT" sz="2000">
                <a:solidFill>
                  <a:schemeClr val="tx1"/>
                </a:solidFill>
              </a:rPr>
              <a:t> non sia una costante, ci si riconduce ad uno dei casi precedenti osservando che:</a:t>
            </a:r>
          </a:p>
        </p:txBody>
      </p:sp>
      <p:sp>
        <p:nvSpPr>
          <p:cNvPr id="91145" name="Line 17">
            <a:extLst>
              <a:ext uri="{FF2B5EF4-FFF2-40B4-BE49-F238E27FC236}">
                <a16:creationId xmlns:a16="http://schemas.microsoft.com/office/drawing/2014/main" id="{EB6FDB69-B5B3-0D08-F3A8-2A203222751C}"/>
              </a:ext>
            </a:extLst>
          </p:cNvPr>
          <p:cNvSpPr>
            <a:spLocks noChangeShapeType="1"/>
          </p:cNvSpPr>
          <p:nvPr/>
        </p:nvSpPr>
        <p:spPr bwMode="auto">
          <a:xfrm flipH="1" flipV="1">
            <a:off x="3419475" y="4032250"/>
            <a:ext cx="574675" cy="3587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it-IT"/>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egnaposto numero diapositiva 3">
            <a:extLst>
              <a:ext uri="{FF2B5EF4-FFF2-40B4-BE49-F238E27FC236}">
                <a16:creationId xmlns:a16="http://schemas.microsoft.com/office/drawing/2014/main" id="{5577616E-210F-59B6-9463-AFF862A69E6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5B068E71-7DDC-43F4-952C-462EAB1D7545}" type="slidenum">
              <a:rPr lang="it-IT" altLang="it-IT" sz="1400" smtClean="0">
                <a:solidFill>
                  <a:schemeClr val="folHlink"/>
                </a:solidFill>
              </a:rPr>
              <a:pPr>
                <a:spcBef>
                  <a:spcPct val="0"/>
                </a:spcBef>
                <a:buClrTx/>
                <a:buFontTx/>
                <a:buNone/>
              </a:pPr>
              <a:t>63</a:t>
            </a:fld>
            <a:endParaRPr lang="it-IT" altLang="it-IT" sz="1400">
              <a:solidFill>
                <a:schemeClr val="folHlink"/>
              </a:solidFill>
            </a:endParaRPr>
          </a:p>
        </p:txBody>
      </p:sp>
      <p:sp>
        <p:nvSpPr>
          <p:cNvPr id="92162" name="Rectangle 2">
            <a:extLst>
              <a:ext uri="{FF2B5EF4-FFF2-40B4-BE49-F238E27FC236}">
                <a16:creationId xmlns:a16="http://schemas.microsoft.com/office/drawing/2014/main" id="{16A1E1AA-A33C-5709-8FFC-94437C1EB838}"/>
              </a:ext>
            </a:extLst>
          </p:cNvPr>
          <p:cNvSpPr>
            <a:spLocks noGrp="1" noChangeArrowheads="1"/>
          </p:cNvSpPr>
          <p:nvPr>
            <p:ph type="title"/>
          </p:nvPr>
        </p:nvSpPr>
        <p:spPr/>
        <p:txBody>
          <a:bodyPr/>
          <a:lstStyle/>
          <a:p>
            <a:pPr eaLnBrk="1" hangingPunct="1"/>
            <a:r>
              <a:rPr lang="it-IT" altLang="it-IT" sz="3600">
                <a:ea typeface="ＭＳ Ｐゴシック" panose="020B0600070205080204" pitchFamily="34" charset="-128"/>
              </a:rPr>
              <a:t>Funzioni incompletamente specificate</a:t>
            </a:r>
          </a:p>
        </p:txBody>
      </p:sp>
      <p:sp>
        <p:nvSpPr>
          <p:cNvPr id="92163" name="Rectangle 3">
            <a:extLst>
              <a:ext uri="{FF2B5EF4-FFF2-40B4-BE49-F238E27FC236}">
                <a16:creationId xmlns:a16="http://schemas.microsoft.com/office/drawing/2014/main" id="{BE8EFD3C-9C6D-1AB0-68D7-7418BAF771CB}"/>
              </a:ext>
            </a:extLst>
          </p:cNvPr>
          <p:cNvSpPr>
            <a:spLocks noGrp="1" noChangeArrowheads="1"/>
          </p:cNvSpPr>
          <p:nvPr>
            <p:ph type="body" idx="1"/>
          </p:nvPr>
        </p:nvSpPr>
        <p:spPr/>
        <p:txBody>
          <a:bodyPr/>
          <a:lstStyle/>
          <a:p>
            <a:pPr eaLnBrk="1" hangingPunct="1">
              <a:lnSpc>
                <a:spcPct val="90000"/>
              </a:lnSpc>
            </a:pPr>
            <a:r>
              <a:rPr lang="it-IT" altLang="it-IT">
                <a:ea typeface="ＭＳ Ｐゴシック" panose="020B0600070205080204" pitchFamily="34" charset="-128"/>
              </a:rPr>
              <a:t>E’ possibile non assegnare il valore di una funzione booleana per alcune n-uple di valori delle sue variabili</a:t>
            </a:r>
          </a:p>
          <a:p>
            <a:pPr lvl="1" eaLnBrk="1" hangingPunct="1">
              <a:lnSpc>
                <a:spcPct val="90000"/>
              </a:lnSpc>
            </a:pPr>
            <a:r>
              <a:rPr lang="it-IT" altLang="it-IT">
                <a:ea typeface="ＭＳ Ｐゴシック" panose="020B0600070205080204" pitchFamily="34" charset="-128"/>
              </a:rPr>
              <a:t>Il valore può essere irrilevante ai fini del funzionamento del sistema</a:t>
            </a:r>
          </a:p>
          <a:p>
            <a:pPr lvl="1" eaLnBrk="1" hangingPunct="1">
              <a:lnSpc>
                <a:spcPct val="90000"/>
              </a:lnSpc>
            </a:pPr>
            <a:r>
              <a:rPr lang="it-IT" altLang="it-IT">
                <a:ea typeface="ＭＳ Ｐゴシック" panose="020B0600070205080204" pitchFamily="34" charset="-128"/>
              </a:rPr>
              <a:t>Può esserci una dipendenza tra le variabili che esclude alcune combinazioni</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egnaposto numero diapositiva 3">
            <a:extLst>
              <a:ext uri="{FF2B5EF4-FFF2-40B4-BE49-F238E27FC236}">
                <a16:creationId xmlns:a16="http://schemas.microsoft.com/office/drawing/2014/main" id="{6AE8C05E-FDEE-6423-38A7-B6960DA64E1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9D259F80-6255-4107-AE30-2F26C14B9FD3}" type="slidenum">
              <a:rPr lang="it-IT" altLang="it-IT" sz="1400" smtClean="0">
                <a:solidFill>
                  <a:schemeClr val="folHlink"/>
                </a:solidFill>
              </a:rPr>
              <a:pPr>
                <a:spcBef>
                  <a:spcPct val="0"/>
                </a:spcBef>
                <a:buClrTx/>
                <a:buFontTx/>
                <a:buNone/>
              </a:pPr>
              <a:t>64</a:t>
            </a:fld>
            <a:endParaRPr lang="it-IT" altLang="it-IT" sz="1400">
              <a:solidFill>
                <a:schemeClr val="folHlink"/>
              </a:solidFill>
            </a:endParaRPr>
          </a:p>
        </p:txBody>
      </p:sp>
      <p:sp>
        <p:nvSpPr>
          <p:cNvPr id="93186" name="Rectangle 2">
            <a:extLst>
              <a:ext uri="{FF2B5EF4-FFF2-40B4-BE49-F238E27FC236}">
                <a16:creationId xmlns:a16="http://schemas.microsoft.com/office/drawing/2014/main" id="{980F741E-C8A7-90D5-A754-E1C9A38712BD}"/>
              </a:ext>
            </a:extLst>
          </p:cNvPr>
          <p:cNvSpPr>
            <a:spLocks noGrp="1" noChangeArrowheads="1"/>
          </p:cNvSpPr>
          <p:nvPr>
            <p:ph type="title"/>
          </p:nvPr>
        </p:nvSpPr>
        <p:spPr/>
        <p:txBody>
          <a:bodyPr/>
          <a:lstStyle/>
          <a:p>
            <a:pPr eaLnBrk="1" hangingPunct="1"/>
            <a:r>
              <a:rPr lang="it-IT" altLang="it-IT" sz="3600">
                <a:ea typeface="ＭＳ Ｐゴシック" panose="020B0600070205080204" pitchFamily="34" charset="-128"/>
              </a:rPr>
              <a:t>Funzioni incompletamente specificate</a:t>
            </a:r>
          </a:p>
        </p:txBody>
      </p:sp>
      <p:sp>
        <p:nvSpPr>
          <p:cNvPr id="93187" name="Rectangle 3">
            <a:extLst>
              <a:ext uri="{FF2B5EF4-FFF2-40B4-BE49-F238E27FC236}">
                <a16:creationId xmlns:a16="http://schemas.microsoft.com/office/drawing/2014/main" id="{D3FFC835-94DF-B7DC-9DBD-D4A4E5B93934}"/>
              </a:ext>
            </a:extLst>
          </p:cNvPr>
          <p:cNvSpPr>
            <a:spLocks noGrp="1" noChangeArrowheads="1"/>
          </p:cNvSpPr>
          <p:nvPr>
            <p:ph type="body" idx="1"/>
          </p:nvPr>
        </p:nvSpPr>
        <p:spPr/>
        <p:txBody>
          <a:bodyPr/>
          <a:lstStyle/>
          <a:p>
            <a:pPr eaLnBrk="1" hangingPunct="1"/>
            <a:r>
              <a:rPr lang="it-IT" altLang="it-IT">
                <a:ea typeface="ＭＳ Ｐゴシック" panose="020B0600070205080204" pitchFamily="34" charset="-128"/>
              </a:rPr>
              <a:t>Si parla pertanto di “</a:t>
            </a:r>
            <a:r>
              <a:rPr lang="it-IT" altLang="ja-JP" b="1">
                <a:ea typeface="ＭＳ Ｐゴシック" panose="020B0600070205080204" pitchFamily="34" charset="-128"/>
              </a:rPr>
              <a:t>punti di non specificazione</a:t>
            </a:r>
            <a:r>
              <a:rPr lang="it-IT" altLang="it-IT">
                <a:ea typeface="ＭＳ Ｐゴシック" panose="020B0600070205080204" pitchFamily="34" charset="-128"/>
              </a:rPr>
              <a:t>”</a:t>
            </a:r>
            <a:r>
              <a:rPr lang="it-IT" altLang="ja-JP">
                <a:ea typeface="ＭＳ Ｐゴシック" panose="020B0600070205080204" pitchFamily="34" charset="-128"/>
              </a:rPr>
              <a:t> o </a:t>
            </a:r>
            <a:r>
              <a:rPr lang="it-IT" altLang="ja-JP" b="1" i="1">
                <a:ea typeface="ＭＳ Ｐゴシック" panose="020B0600070205080204" pitchFamily="34" charset="-128"/>
              </a:rPr>
              <a:t>don</a:t>
            </a:r>
            <a:r>
              <a:rPr lang="it-IT" altLang="it-IT" b="1" i="1">
                <a:ea typeface="ＭＳ Ｐゴシック" panose="020B0600070205080204" pitchFamily="34" charset="-128"/>
              </a:rPr>
              <a:t>’</a:t>
            </a:r>
            <a:r>
              <a:rPr lang="it-IT" altLang="ja-JP" b="1" i="1">
                <a:ea typeface="ＭＳ Ｐゴシック" panose="020B0600070205080204" pitchFamily="34" charset="-128"/>
              </a:rPr>
              <a:t>t care</a:t>
            </a:r>
          </a:p>
          <a:p>
            <a:pPr eaLnBrk="1" hangingPunct="1"/>
            <a:r>
              <a:rPr lang="it-IT" altLang="it-IT">
                <a:ea typeface="ＭＳ Ｐゴシック" panose="020B0600070205080204" pitchFamily="34" charset="-128"/>
              </a:rPr>
              <a:t>Due funzioni si dicono compatibili se assumono gli stessi valori, eccetto al più i punti di non specificazione.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09" name="Segnaposto numero diapositiva 3">
            <a:extLst>
              <a:ext uri="{FF2B5EF4-FFF2-40B4-BE49-F238E27FC236}">
                <a16:creationId xmlns:a16="http://schemas.microsoft.com/office/drawing/2014/main" id="{4B3F7266-B396-5420-B7F2-B09013AF6DF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F8FB170A-E778-4AE8-822A-7A061DFE0FA8}" type="slidenum">
              <a:rPr lang="it-IT" altLang="it-IT" sz="1400" smtClean="0">
                <a:solidFill>
                  <a:schemeClr val="folHlink"/>
                </a:solidFill>
              </a:rPr>
              <a:pPr>
                <a:spcBef>
                  <a:spcPct val="0"/>
                </a:spcBef>
                <a:buClrTx/>
                <a:buFontTx/>
                <a:buNone/>
              </a:pPr>
              <a:t>65</a:t>
            </a:fld>
            <a:endParaRPr lang="it-IT" altLang="it-IT" sz="1400">
              <a:solidFill>
                <a:schemeClr val="folHlink"/>
              </a:solidFill>
            </a:endParaRPr>
          </a:p>
        </p:txBody>
      </p:sp>
      <p:sp>
        <p:nvSpPr>
          <p:cNvPr id="94210" name="Rectangle 2">
            <a:extLst>
              <a:ext uri="{FF2B5EF4-FFF2-40B4-BE49-F238E27FC236}">
                <a16:creationId xmlns:a16="http://schemas.microsoft.com/office/drawing/2014/main" id="{9D702CB1-8C2C-0412-1240-44AE628537DD}"/>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Un caso notevole</a:t>
            </a:r>
          </a:p>
        </p:txBody>
      </p:sp>
      <p:graphicFrame>
        <p:nvGraphicFramePr>
          <p:cNvPr id="94211" name="Object 6">
            <a:extLst>
              <a:ext uri="{FF2B5EF4-FFF2-40B4-BE49-F238E27FC236}">
                <a16:creationId xmlns:a16="http://schemas.microsoft.com/office/drawing/2014/main" id="{608BA792-E38F-39EA-9B70-F0D940419BCF}"/>
              </a:ext>
            </a:extLst>
          </p:cNvPr>
          <p:cNvGraphicFramePr>
            <a:graphicFrameLocks noGrp="1" noChangeAspect="1"/>
          </p:cNvGraphicFramePr>
          <p:nvPr>
            <p:ph idx="1"/>
          </p:nvPr>
        </p:nvGraphicFramePr>
        <p:xfrm>
          <a:off x="2347913" y="2160588"/>
          <a:ext cx="4672012" cy="3732212"/>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913" y="2160588"/>
                        <a:ext cx="4672012" cy="373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12" name="Text Box 8">
            <a:extLst>
              <a:ext uri="{FF2B5EF4-FFF2-40B4-BE49-F238E27FC236}">
                <a16:creationId xmlns:a16="http://schemas.microsoft.com/office/drawing/2014/main" id="{05FFA458-A338-8E31-00A0-8C0517B6C5DE}"/>
              </a:ext>
            </a:extLst>
          </p:cNvPr>
          <p:cNvSpPr txBox="1">
            <a:spLocks noChangeArrowheads="1"/>
          </p:cNvSpPr>
          <p:nvPr/>
        </p:nvSpPr>
        <p:spPr bwMode="auto">
          <a:xfrm>
            <a:off x="611188" y="1584325"/>
            <a:ext cx="5256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Se per una funzione </a:t>
            </a:r>
            <a:r>
              <a:rPr lang="it-IT" altLang="it-IT" sz="2400" i="1">
                <a:solidFill>
                  <a:schemeClr val="tx1"/>
                </a:solidFill>
              </a:rPr>
              <a:t>y</a:t>
            </a:r>
            <a:r>
              <a:rPr lang="it-IT" altLang="it-IT" sz="2400">
                <a:solidFill>
                  <a:schemeClr val="tx1"/>
                </a:solidFill>
              </a:rPr>
              <a:t> del tipo</a:t>
            </a:r>
          </a:p>
        </p:txBody>
      </p:sp>
      <p:sp>
        <p:nvSpPr>
          <p:cNvPr id="94213" name="Text Box 9">
            <a:extLst>
              <a:ext uri="{FF2B5EF4-FFF2-40B4-BE49-F238E27FC236}">
                <a16:creationId xmlns:a16="http://schemas.microsoft.com/office/drawing/2014/main" id="{C3AEDEB9-B195-B823-3810-EB5EA7E1F1CD}"/>
              </a:ext>
            </a:extLst>
          </p:cNvPr>
          <p:cNvSpPr txBox="1">
            <a:spLocks noChangeArrowheads="1"/>
          </p:cNvSpPr>
          <p:nvPr/>
        </p:nvSpPr>
        <p:spPr bwMode="auto">
          <a:xfrm>
            <a:off x="611188" y="2663825"/>
            <a:ext cx="885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si può assumere sempre la seguente condizione di vincolo</a:t>
            </a:r>
          </a:p>
        </p:txBody>
      </p:sp>
      <p:sp>
        <p:nvSpPr>
          <p:cNvPr id="94214" name="Text Box 10">
            <a:extLst>
              <a:ext uri="{FF2B5EF4-FFF2-40B4-BE49-F238E27FC236}">
                <a16:creationId xmlns:a16="http://schemas.microsoft.com/office/drawing/2014/main" id="{D1E91C38-0E25-48EB-3785-CCB1531DE772}"/>
              </a:ext>
            </a:extLst>
          </p:cNvPr>
          <p:cNvSpPr txBox="1">
            <a:spLocks noChangeArrowheads="1"/>
          </p:cNvSpPr>
          <p:nvPr/>
        </p:nvSpPr>
        <p:spPr bwMode="auto">
          <a:xfrm>
            <a:off x="611188" y="3671888"/>
            <a:ext cx="88582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ovvero se al più un ingresso </a:t>
            </a:r>
            <a:r>
              <a:rPr lang="it-IT" altLang="it-IT" sz="2400" i="1">
                <a:solidFill>
                  <a:schemeClr val="tx1"/>
                </a:solidFill>
              </a:rPr>
              <a:t>x</a:t>
            </a:r>
            <a:r>
              <a:rPr lang="it-IT" altLang="it-IT" sz="2400">
                <a:solidFill>
                  <a:schemeClr val="tx1"/>
                </a:solidFill>
              </a:rPr>
              <a:t> è alto alla volta, allora la funzione può essere “linearizzata”, ovvero scritta come somme di termini dipendenti solo da L, “pesati” sulle singole </a:t>
            </a:r>
            <a:r>
              <a:rPr lang="it-IT" altLang="it-IT" sz="2400" i="1">
                <a:solidFill>
                  <a:schemeClr val="tx1"/>
                </a:solidFill>
              </a:rPr>
              <a:t>x</a:t>
            </a:r>
            <a:r>
              <a:rPr lang="it-IT" altLang="it-IT" sz="2400" i="1" baseline="-25000">
                <a:solidFill>
                  <a:schemeClr val="tx1"/>
                </a:solidFill>
              </a:rPr>
              <a:t>i</a:t>
            </a:r>
          </a:p>
        </p:txBody>
      </p:sp>
      <p:sp>
        <p:nvSpPr>
          <p:cNvPr id="94215" name="Text Box 12">
            <a:extLst>
              <a:ext uri="{FF2B5EF4-FFF2-40B4-BE49-F238E27FC236}">
                <a16:creationId xmlns:a16="http://schemas.microsoft.com/office/drawing/2014/main" id="{0E5D8DAF-68AA-AA22-54AF-099ACF08A4BE}"/>
              </a:ext>
            </a:extLst>
          </p:cNvPr>
          <p:cNvSpPr txBox="1">
            <a:spLocks noChangeArrowheads="1"/>
          </p:cNvSpPr>
          <p:nvPr/>
        </p:nvSpPr>
        <p:spPr bwMode="auto">
          <a:xfrm>
            <a:off x="6011863" y="4968875"/>
            <a:ext cx="324008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E’ il caso, ad esempio, di un multiplexer lineare</a:t>
            </a:r>
          </a:p>
        </p:txBody>
      </p:sp>
      <p:sp>
        <p:nvSpPr>
          <p:cNvPr id="94216" name="Rectangle 13">
            <a:extLst>
              <a:ext uri="{FF2B5EF4-FFF2-40B4-BE49-F238E27FC236}">
                <a16:creationId xmlns:a16="http://schemas.microsoft.com/office/drawing/2014/main" id="{50887BC0-072C-DD63-C9B4-C2B0B97FDB28}"/>
              </a:ext>
            </a:extLst>
          </p:cNvPr>
          <p:cNvSpPr>
            <a:spLocks noChangeArrowheads="1"/>
          </p:cNvSpPr>
          <p:nvPr/>
        </p:nvSpPr>
        <p:spPr bwMode="auto">
          <a:xfrm>
            <a:off x="5940425" y="4968875"/>
            <a:ext cx="3529013" cy="129540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egnaposto numero diapositiva 3">
            <a:extLst>
              <a:ext uri="{FF2B5EF4-FFF2-40B4-BE49-F238E27FC236}">
                <a16:creationId xmlns:a16="http://schemas.microsoft.com/office/drawing/2014/main" id="{F1F7088A-B41F-F3E3-D131-D0CC067A9DB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4E0D96B1-FBA4-4E21-A901-CB7C6016E8BB}" type="slidenum">
              <a:rPr lang="it-IT" altLang="it-IT" sz="1400" smtClean="0">
                <a:solidFill>
                  <a:schemeClr val="folHlink"/>
                </a:solidFill>
              </a:rPr>
              <a:pPr>
                <a:spcBef>
                  <a:spcPct val="0"/>
                </a:spcBef>
                <a:buClrTx/>
                <a:buFontTx/>
                <a:buNone/>
              </a:pPr>
              <a:t>66</a:t>
            </a:fld>
            <a:endParaRPr lang="it-IT" altLang="it-IT" sz="1400">
              <a:solidFill>
                <a:schemeClr val="folHlink"/>
              </a:solidFill>
            </a:endParaRPr>
          </a:p>
        </p:txBody>
      </p:sp>
      <p:sp>
        <p:nvSpPr>
          <p:cNvPr id="95234" name="Rectangle 2">
            <a:extLst>
              <a:ext uri="{FF2B5EF4-FFF2-40B4-BE49-F238E27FC236}">
                <a16:creationId xmlns:a16="http://schemas.microsoft.com/office/drawing/2014/main" id="{F4FCD5ED-8E80-10AF-2C05-DFFECE89F34E}"/>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Implicanti di una funzione</a:t>
            </a:r>
          </a:p>
        </p:txBody>
      </p:sp>
      <p:graphicFrame>
        <p:nvGraphicFramePr>
          <p:cNvPr id="95235" name="Object 4">
            <a:extLst>
              <a:ext uri="{FF2B5EF4-FFF2-40B4-BE49-F238E27FC236}">
                <a16:creationId xmlns:a16="http://schemas.microsoft.com/office/drawing/2014/main" id="{EFF26ECF-4F94-D764-76C2-6BDD55860B26}"/>
              </a:ext>
            </a:extLst>
          </p:cNvPr>
          <p:cNvGraphicFramePr>
            <a:graphicFrameLocks noGrp="1" noChangeAspect="1"/>
          </p:cNvGraphicFramePr>
          <p:nvPr>
            <p:ph idx="1"/>
          </p:nvPr>
        </p:nvGraphicFramePr>
        <p:xfrm>
          <a:off x="1908175" y="2503488"/>
          <a:ext cx="1943100" cy="769937"/>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2503488"/>
                        <a:ext cx="1943100" cy="769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5236" name="Rectangle 6">
            <a:extLst>
              <a:ext uri="{FF2B5EF4-FFF2-40B4-BE49-F238E27FC236}">
                <a16:creationId xmlns:a16="http://schemas.microsoft.com/office/drawing/2014/main" id="{3ED88439-B163-A4B9-694D-2F786944F203}"/>
              </a:ext>
            </a:extLst>
          </p:cNvPr>
          <p:cNvSpPr>
            <a:spLocks noChangeArrowheads="1"/>
          </p:cNvSpPr>
          <p:nvPr/>
        </p:nvSpPr>
        <p:spPr bwMode="auto">
          <a:xfrm>
            <a:off x="684213" y="1727200"/>
            <a:ext cx="8459787"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a:t>Un </a:t>
            </a:r>
            <a:r>
              <a:rPr lang="it-IT" altLang="it-IT" b="1"/>
              <a:t>implicante</a:t>
            </a:r>
            <a:r>
              <a:rPr lang="it-IT" altLang="it-IT"/>
              <a:t> di </a:t>
            </a:r>
            <a:r>
              <a:rPr lang="it-IT" altLang="it-IT" i="1"/>
              <a:t>f</a:t>
            </a:r>
            <a:r>
              <a:rPr lang="it-IT" altLang="it-IT"/>
              <a:t> è una funzione </a:t>
            </a:r>
            <a:r>
              <a:rPr lang="it-IT" altLang="it-IT" i="1"/>
              <a:t>f</a:t>
            </a:r>
            <a:r>
              <a:rPr lang="it-IT" altLang="it-IT" i="1" baseline="-25000"/>
              <a:t>1</a:t>
            </a:r>
            <a:r>
              <a:rPr lang="it-IT" altLang="it-IT"/>
              <a:t> tale che</a:t>
            </a:r>
            <a:endParaRPr lang="it-IT" altLang="it-IT" i="1"/>
          </a:p>
        </p:txBody>
      </p:sp>
      <p:sp>
        <p:nvSpPr>
          <p:cNvPr id="95237" name="Rectangle 7">
            <a:extLst>
              <a:ext uri="{FF2B5EF4-FFF2-40B4-BE49-F238E27FC236}">
                <a16:creationId xmlns:a16="http://schemas.microsoft.com/office/drawing/2014/main" id="{77EFADC7-1D56-1CE4-B1F6-9CEE9F6D7B1C}"/>
              </a:ext>
            </a:extLst>
          </p:cNvPr>
          <p:cNvSpPr>
            <a:spLocks noChangeArrowheads="1"/>
          </p:cNvSpPr>
          <p:nvPr/>
        </p:nvSpPr>
        <p:spPr bwMode="auto">
          <a:xfrm>
            <a:off x="684213" y="3671888"/>
            <a:ext cx="8459787" cy="237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a:t>Nell’insieme degli implicanti di </a:t>
            </a:r>
            <a:r>
              <a:rPr lang="it-IT" altLang="it-IT" i="1"/>
              <a:t>f</a:t>
            </a:r>
            <a:r>
              <a:rPr lang="it-IT" altLang="it-IT"/>
              <a:t>, definiamo </a:t>
            </a:r>
            <a:r>
              <a:rPr lang="it-IT" altLang="it-IT" b="1"/>
              <a:t>implicante primo</a:t>
            </a:r>
            <a:r>
              <a:rPr lang="it-IT" altLang="it-IT"/>
              <a:t>, o principale, un implicante che a sua volta non implichi nessun altro implicante.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egnaposto numero diapositiva 3">
            <a:extLst>
              <a:ext uri="{FF2B5EF4-FFF2-40B4-BE49-F238E27FC236}">
                <a16:creationId xmlns:a16="http://schemas.microsoft.com/office/drawing/2014/main" id="{005D72E3-B15C-89E9-49CD-4539C142535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296AED01-D512-4C1B-AB7A-6FC0FC74F81C}" type="slidenum">
              <a:rPr lang="it-IT" altLang="it-IT" sz="1400" smtClean="0">
                <a:solidFill>
                  <a:schemeClr val="folHlink"/>
                </a:solidFill>
              </a:rPr>
              <a:pPr>
                <a:spcBef>
                  <a:spcPct val="0"/>
                </a:spcBef>
                <a:buClrTx/>
                <a:buFontTx/>
                <a:buNone/>
              </a:pPr>
              <a:t>67</a:t>
            </a:fld>
            <a:endParaRPr lang="it-IT" altLang="it-IT" sz="1400">
              <a:solidFill>
                <a:schemeClr val="folHlink"/>
              </a:solidFill>
            </a:endParaRPr>
          </a:p>
        </p:txBody>
      </p:sp>
      <p:sp>
        <p:nvSpPr>
          <p:cNvPr id="96258" name="Rectangle 2">
            <a:extLst>
              <a:ext uri="{FF2B5EF4-FFF2-40B4-BE49-F238E27FC236}">
                <a16:creationId xmlns:a16="http://schemas.microsoft.com/office/drawing/2014/main" id="{11EB407F-3902-19A4-BE4B-6B5574C013CA}"/>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Implicanti di una funzione</a:t>
            </a:r>
          </a:p>
        </p:txBody>
      </p:sp>
      <p:sp>
        <p:nvSpPr>
          <p:cNvPr id="96259" name="Rectangle 3">
            <a:extLst>
              <a:ext uri="{FF2B5EF4-FFF2-40B4-BE49-F238E27FC236}">
                <a16:creationId xmlns:a16="http://schemas.microsoft.com/office/drawing/2014/main" id="{D3B757B9-E5C2-60FA-AEF6-7A4F1C684D8A}"/>
              </a:ext>
            </a:extLst>
          </p:cNvPr>
          <p:cNvSpPr>
            <a:spLocks noGrp="1" noChangeArrowheads="1"/>
          </p:cNvSpPr>
          <p:nvPr>
            <p:ph type="body" idx="1"/>
          </p:nvPr>
        </p:nvSpPr>
        <p:spPr>
          <a:xfrm>
            <a:off x="684213" y="1584325"/>
            <a:ext cx="8459787" cy="4176713"/>
          </a:xfrm>
        </p:spPr>
        <p:txBody>
          <a:bodyPr/>
          <a:lstStyle/>
          <a:p>
            <a:pPr eaLnBrk="1" hangingPunct="1"/>
            <a:r>
              <a:rPr lang="it-IT" altLang="it-IT" sz="2800">
                <a:ea typeface="ＭＳ Ｐゴシック" panose="020B0600070205080204" pitchFamily="34" charset="-128"/>
              </a:rPr>
              <a:t>Un’interpretazione insiemistica:</a:t>
            </a:r>
          </a:p>
          <a:p>
            <a:pPr lvl="1" eaLnBrk="1" hangingPunct="1"/>
            <a:r>
              <a:rPr lang="it-IT" altLang="it-IT" sz="2400">
                <a:ea typeface="ＭＳ Ｐゴシック" panose="020B0600070205080204" pitchFamily="34" charset="-128"/>
              </a:rPr>
              <a:t>Tutti i sottoinsiemi di </a:t>
            </a:r>
            <a:r>
              <a:rPr lang="it-IT" altLang="it-IT" sz="2400" i="1">
                <a:ea typeface="ＭＳ Ｐゴシック" panose="020B0600070205080204" pitchFamily="34" charset="-128"/>
              </a:rPr>
              <a:t>f</a:t>
            </a:r>
            <a:r>
              <a:rPr lang="it-IT" altLang="it-IT" sz="2400">
                <a:ea typeface="ＭＳ Ｐゴシック" panose="020B0600070205080204" pitchFamily="34" charset="-128"/>
              </a:rPr>
              <a:t> sono suoi implicanti</a:t>
            </a:r>
          </a:p>
          <a:p>
            <a:pPr eaLnBrk="1" hangingPunct="1"/>
            <a:endParaRPr lang="it-IT" altLang="it-IT" sz="2800">
              <a:ea typeface="ＭＳ Ｐゴシック" panose="020B0600070205080204" pitchFamily="34" charset="-128"/>
            </a:endParaRPr>
          </a:p>
          <a:p>
            <a:pPr eaLnBrk="1" hangingPunct="1"/>
            <a:endParaRPr lang="it-IT" altLang="it-IT" sz="2800">
              <a:ea typeface="ＭＳ Ｐゴシック" panose="020B0600070205080204" pitchFamily="34" charset="-128"/>
            </a:endParaRPr>
          </a:p>
          <a:p>
            <a:pPr eaLnBrk="1" hangingPunct="1"/>
            <a:endParaRPr lang="it-IT" altLang="it-IT" sz="2800">
              <a:ea typeface="ＭＳ Ｐゴシック" panose="020B0600070205080204" pitchFamily="34" charset="-128"/>
            </a:endParaRPr>
          </a:p>
          <a:p>
            <a:pPr eaLnBrk="1" hangingPunct="1"/>
            <a:endParaRPr lang="it-IT" altLang="it-IT" sz="2800">
              <a:ea typeface="ＭＳ Ｐゴシック" panose="020B0600070205080204" pitchFamily="34" charset="-128"/>
            </a:endParaRPr>
          </a:p>
          <a:p>
            <a:pPr eaLnBrk="1" hangingPunct="1"/>
            <a:endParaRPr lang="it-IT" altLang="it-IT" sz="2800">
              <a:ea typeface="ＭＳ Ｐゴシック" panose="020B0600070205080204" pitchFamily="34" charset="-128"/>
            </a:endParaRPr>
          </a:p>
          <a:p>
            <a:pPr lvl="1" eaLnBrk="1" hangingPunct="1"/>
            <a:r>
              <a:rPr lang="it-IT" altLang="it-IT" sz="2400">
                <a:ea typeface="ＭＳ Ｐゴシック" panose="020B0600070205080204" pitchFamily="34" charset="-128"/>
              </a:rPr>
              <a:t>Solo </a:t>
            </a:r>
            <a:r>
              <a:rPr lang="it-IT" altLang="it-IT" sz="2400" i="1">
                <a:ea typeface="ＭＳ Ｐゴシック" panose="020B0600070205080204" pitchFamily="34" charset="-128"/>
              </a:rPr>
              <a:t>f</a:t>
            </a:r>
            <a:r>
              <a:rPr lang="it-IT" altLang="it-IT" sz="2400" i="1" baseline="-25000">
                <a:ea typeface="ＭＳ Ｐゴシック" panose="020B0600070205080204" pitchFamily="34" charset="-128"/>
              </a:rPr>
              <a:t>1</a:t>
            </a:r>
            <a:r>
              <a:rPr lang="it-IT" altLang="it-IT" sz="2400">
                <a:ea typeface="ＭＳ Ｐゴシック" panose="020B0600070205080204" pitchFamily="34" charset="-128"/>
              </a:rPr>
              <a:t> ed </a:t>
            </a:r>
            <a:r>
              <a:rPr lang="it-IT" altLang="it-IT" sz="2400" i="1">
                <a:ea typeface="ＭＳ Ｐゴシック" panose="020B0600070205080204" pitchFamily="34" charset="-128"/>
              </a:rPr>
              <a:t>f</a:t>
            </a:r>
            <a:r>
              <a:rPr lang="it-IT" altLang="it-IT" sz="2400" i="1" baseline="-25000">
                <a:ea typeface="ＭＳ Ｐゴシック" panose="020B0600070205080204" pitchFamily="34" charset="-128"/>
              </a:rPr>
              <a:t>3</a:t>
            </a:r>
            <a:r>
              <a:rPr lang="it-IT" altLang="it-IT" sz="2400">
                <a:ea typeface="ＭＳ Ｐゴシック" panose="020B0600070205080204" pitchFamily="34" charset="-128"/>
              </a:rPr>
              <a:t> sono implicanti primi</a:t>
            </a:r>
          </a:p>
        </p:txBody>
      </p:sp>
      <p:pic>
        <p:nvPicPr>
          <p:cNvPr id="96260" name="Picture 4">
            <a:extLst>
              <a:ext uri="{FF2B5EF4-FFF2-40B4-BE49-F238E27FC236}">
                <a16:creationId xmlns:a16="http://schemas.microsoft.com/office/drawing/2014/main" id="{BBF16D2C-F6EC-DB62-8A1D-55DA7113AB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399" t="35979" r="39752" b="42291"/>
          <a:stretch>
            <a:fillRect/>
          </a:stretch>
        </p:blipFill>
        <p:spPr bwMode="auto">
          <a:xfrm>
            <a:off x="2771775" y="2735263"/>
            <a:ext cx="3816350" cy="237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96261" name="Line 5">
            <a:extLst>
              <a:ext uri="{FF2B5EF4-FFF2-40B4-BE49-F238E27FC236}">
                <a16:creationId xmlns:a16="http://schemas.microsoft.com/office/drawing/2014/main" id="{84195EA2-00C7-E4B8-9A24-72597D5DDB36}"/>
              </a:ext>
            </a:extLst>
          </p:cNvPr>
          <p:cNvSpPr>
            <a:spLocks noChangeShapeType="1"/>
          </p:cNvSpPr>
          <p:nvPr/>
        </p:nvSpPr>
        <p:spPr bwMode="auto">
          <a:xfrm flipH="1" flipV="1">
            <a:off x="4456113" y="4637088"/>
            <a:ext cx="836612" cy="4746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it-IT"/>
          </a:p>
        </p:txBody>
      </p:sp>
      <p:sp>
        <p:nvSpPr>
          <p:cNvPr id="96262" name="Line 6">
            <a:extLst>
              <a:ext uri="{FF2B5EF4-FFF2-40B4-BE49-F238E27FC236}">
                <a16:creationId xmlns:a16="http://schemas.microsoft.com/office/drawing/2014/main" id="{50920BE5-42B9-74D5-C5AB-9D940FEE0E08}"/>
              </a:ext>
            </a:extLst>
          </p:cNvPr>
          <p:cNvSpPr>
            <a:spLocks noChangeShapeType="1"/>
          </p:cNvSpPr>
          <p:nvPr/>
        </p:nvSpPr>
        <p:spPr bwMode="auto">
          <a:xfrm flipV="1">
            <a:off x="5292725" y="4535488"/>
            <a:ext cx="215900" cy="5762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it-IT"/>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egnaposto numero diapositiva 4">
            <a:extLst>
              <a:ext uri="{FF2B5EF4-FFF2-40B4-BE49-F238E27FC236}">
                <a16:creationId xmlns:a16="http://schemas.microsoft.com/office/drawing/2014/main" id="{866ADF29-3A54-2D77-B148-A1A9A4B541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F3B8D4C3-AAC9-44B2-9BA0-B78C498CDA13}" type="slidenum">
              <a:rPr lang="it-IT" altLang="it-IT" sz="1400" smtClean="0">
                <a:solidFill>
                  <a:schemeClr val="folHlink"/>
                </a:solidFill>
              </a:rPr>
              <a:pPr>
                <a:spcBef>
                  <a:spcPct val="0"/>
                </a:spcBef>
                <a:buClrTx/>
                <a:buFontTx/>
                <a:buNone/>
              </a:pPr>
              <a:t>68</a:t>
            </a:fld>
            <a:endParaRPr lang="it-IT" altLang="it-IT" sz="1400">
              <a:solidFill>
                <a:schemeClr val="folHlink"/>
              </a:solidFill>
            </a:endParaRPr>
          </a:p>
        </p:txBody>
      </p:sp>
      <p:sp>
        <p:nvSpPr>
          <p:cNvPr id="97282" name="Rectangle 2">
            <a:extLst>
              <a:ext uri="{FF2B5EF4-FFF2-40B4-BE49-F238E27FC236}">
                <a16:creationId xmlns:a16="http://schemas.microsoft.com/office/drawing/2014/main" id="{7B303467-7284-C2A4-CDEB-9F02A5D04266}"/>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Proprietà degli implicanti (1/2)</a:t>
            </a:r>
          </a:p>
        </p:txBody>
      </p:sp>
      <p:sp>
        <p:nvSpPr>
          <p:cNvPr id="97283" name="Rectangle 3">
            <a:extLst>
              <a:ext uri="{FF2B5EF4-FFF2-40B4-BE49-F238E27FC236}">
                <a16:creationId xmlns:a16="http://schemas.microsoft.com/office/drawing/2014/main" id="{19EAE637-3804-6C63-0C7E-FA08DE7CF4E5}"/>
              </a:ext>
            </a:extLst>
          </p:cNvPr>
          <p:cNvSpPr>
            <a:spLocks noGrp="1" noChangeArrowheads="1"/>
          </p:cNvSpPr>
          <p:nvPr>
            <p:ph type="body" sz="half" idx="1"/>
          </p:nvPr>
        </p:nvSpPr>
        <p:spPr>
          <a:xfrm>
            <a:off x="684213" y="1727200"/>
            <a:ext cx="8280400" cy="3667125"/>
          </a:xfrm>
        </p:spPr>
        <p:txBody>
          <a:bodyPr/>
          <a:lstStyle/>
          <a:p>
            <a:pPr marL="514350" indent="-514350" eaLnBrk="1" hangingPunct="1">
              <a:lnSpc>
                <a:spcPct val="80000"/>
              </a:lnSpc>
              <a:buFont typeface="Arial" panose="020B0604020202020204" pitchFamily="34" charset="0"/>
              <a:buAutoNum type="arabicPeriod"/>
            </a:pPr>
            <a:r>
              <a:rPr lang="it-IT" altLang="it-IT" sz="2800">
                <a:ea typeface="ＭＳ Ｐゴシック" panose="020B0600070205080204" pitchFamily="34" charset="-128"/>
              </a:rPr>
              <a:t>La clausola di una funzione </a:t>
            </a:r>
            <a:r>
              <a:rPr lang="it-IT" altLang="it-IT" sz="2800" i="1">
                <a:ea typeface="ＭＳ Ｐゴシック" panose="020B0600070205080204" pitchFamily="34" charset="-128"/>
              </a:rPr>
              <a:t>f </a:t>
            </a:r>
            <a:r>
              <a:rPr lang="it-IT" altLang="it-IT" sz="2800">
                <a:ea typeface="ＭＳ Ｐゴシック" panose="020B0600070205080204" pitchFamily="34" charset="-128"/>
              </a:rPr>
              <a:t>in forma normale di tipo </a:t>
            </a:r>
            <a:r>
              <a:rPr lang="it-IT" altLang="it-IT" sz="2800" i="1">
                <a:ea typeface="ＭＳ Ｐゴシック" panose="020B0600070205080204" pitchFamily="34" charset="-128"/>
              </a:rPr>
              <a:t>P</a:t>
            </a:r>
            <a:r>
              <a:rPr lang="it-IT" altLang="it-IT" sz="2800">
                <a:ea typeface="ＭＳ Ｐゴシック" panose="020B0600070205080204" pitchFamily="34" charset="-128"/>
              </a:rPr>
              <a:t> è un suo implicante</a:t>
            </a:r>
          </a:p>
          <a:p>
            <a:pPr marL="514350" indent="-514350" eaLnBrk="1" hangingPunct="1">
              <a:lnSpc>
                <a:spcPct val="80000"/>
              </a:lnSpc>
              <a:buFont typeface="Arial" panose="020B0604020202020204" pitchFamily="34" charset="0"/>
              <a:buAutoNum type="arabicPeriod"/>
            </a:pPr>
            <a:endParaRPr lang="it-IT" altLang="it-IT" sz="2800">
              <a:ea typeface="ＭＳ Ｐゴシック" panose="020B0600070205080204" pitchFamily="34" charset="-128"/>
            </a:endParaRPr>
          </a:p>
          <a:p>
            <a:pPr marL="514350" indent="-514350" eaLnBrk="1" hangingPunct="1">
              <a:lnSpc>
                <a:spcPct val="80000"/>
              </a:lnSpc>
              <a:buFont typeface="Arial" panose="020B0604020202020204" pitchFamily="34" charset="0"/>
              <a:buAutoNum type="arabicPeriod"/>
            </a:pPr>
            <a:endParaRPr lang="it-IT" altLang="it-IT" sz="2800">
              <a:ea typeface="ＭＳ Ｐゴシック" panose="020B0600070205080204" pitchFamily="34" charset="-128"/>
            </a:endParaRPr>
          </a:p>
          <a:p>
            <a:pPr marL="514350" indent="-514350" eaLnBrk="1" hangingPunct="1">
              <a:lnSpc>
                <a:spcPct val="80000"/>
              </a:lnSpc>
              <a:buFont typeface="Arial" panose="020B0604020202020204" pitchFamily="34" charset="0"/>
              <a:buAutoNum type="arabicPeriod"/>
            </a:pPr>
            <a:r>
              <a:rPr lang="it-IT" altLang="it-IT" sz="2800">
                <a:ea typeface="ＭＳ Ｐゴシック" panose="020B0600070205080204" pitchFamily="34" charset="-128"/>
              </a:rPr>
              <a:t>Una clausola B ne implica un’altra A se e solo se B contiene tutti i letterali di A </a:t>
            </a:r>
          </a:p>
          <a:p>
            <a:pPr marL="514350" indent="-514350" eaLnBrk="1" hangingPunct="1">
              <a:lnSpc>
                <a:spcPct val="80000"/>
              </a:lnSpc>
              <a:buFont typeface="Arial" panose="020B0604020202020204" pitchFamily="34" charset="0"/>
              <a:buAutoNum type="arabicPeriod"/>
            </a:pPr>
            <a:r>
              <a:rPr lang="it-IT" altLang="it-IT" sz="2800">
                <a:ea typeface="ＭＳ Ｐゴシック" panose="020B0600070205080204" pitchFamily="34" charset="-128"/>
              </a:rPr>
              <a:t>La somma di due clausole di ordine </a:t>
            </a:r>
            <a:r>
              <a:rPr lang="it-IT" altLang="it-IT" sz="2800" i="1">
                <a:ea typeface="ＭＳ Ｐゴシック" panose="020B0600070205080204" pitchFamily="34" charset="-128"/>
              </a:rPr>
              <a:t>n</a:t>
            </a:r>
            <a:r>
              <a:rPr lang="it-IT" altLang="it-IT" sz="2800">
                <a:ea typeface="ＭＳ Ｐゴシック" panose="020B0600070205080204" pitchFamily="34" charset="-128"/>
              </a:rPr>
              <a:t> che contengono </a:t>
            </a:r>
            <a:r>
              <a:rPr lang="it-IT" altLang="it-IT" sz="2800" i="1">
                <a:ea typeface="ＭＳ Ｐゴシック" panose="020B0600070205080204" pitchFamily="34" charset="-128"/>
              </a:rPr>
              <a:t>n-1</a:t>
            </a:r>
            <a:r>
              <a:rPr lang="it-IT" altLang="it-IT" sz="2800">
                <a:ea typeface="ＭＳ Ｐゴシック" panose="020B0600070205080204" pitchFamily="34" charset="-128"/>
              </a:rPr>
              <a:t> letterali uguali ed in cui un letterale dell'una sia il complemento di quello dell'altra è la clausola di ordine </a:t>
            </a:r>
            <a:r>
              <a:rPr lang="it-IT" altLang="it-IT" sz="2800" i="1">
                <a:ea typeface="ＭＳ Ｐゴシック" panose="020B0600070205080204" pitchFamily="34" charset="-128"/>
              </a:rPr>
              <a:t>n-1</a:t>
            </a:r>
            <a:r>
              <a:rPr lang="it-IT" altLang="it-IT" sz="2800">
                <a:ea typeface="ＭＳ Ｐゴシック" panose="020B0600070205080204" pitchFamily="34" charset="-128"/>
              </a:rPr>
              <a:t> formata dai letterali comuni (detta </a:t>
            </a:r>
            <a:r>
              <a:rPr lang="it-IT" altLang="it-IT" sz="2800" b="1" i="1">
                <a:ea typeface="ＭＳ Ｐゴシック" panose="020B0600070205080204" pitchFamily="34" charset="-128"/>
              </a:rPr>
              <a:t>consenso</a:t>
            </a:r>
            <a:r>
              <a:rPr lang="it-IT" altLang="it-IT" sz="2800">
                <a:ea typeface="ＭＳ Ｐゴシック" panose="020B0600070205080204" pitchFamily="34" charset="-128"/>
              </a:rPr>
              <a:t>). </a:t>
            </a:r>
          </a:p>
        </p:txBody>
      </p:sp>
      <p:graphicFrame>
        <p:nvGraphicFramePr>
          <p:cNvPr id="97284" name="Object 4">
            <a:extLst>
              <a:ext uri="{FF2B5EF4-FFF2-40B4-BE49-F238E27FC236}">
                <a16:creationId xmlns:a16="http://schemas.microsoft.com/office/drawing/2014/main" id="{F849EFB7-C6F8-C348-27B7-687D5AB5269B}"/>
              </a:ext>
            </a:extLst>
          </p:cNvPr>
          <p:cNvGraphicFramePr>
            <a:graphicFrameLocks noGrp="1" noChangeAspect="1"/>
          </p:cNvGraphicFramePr>
          <p:nvPr>
            <p:ph sz="half" idx="2"/>
          </p:nvPr>
        </p:nvGraphicFramePr>
        <p:xfrm>
          <a:off x="1260475" y="2362200"/>
          <a:ext cx="7632700" cy="1076325"/>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0475" y="2362200"/>
                        <a:ext cx="7632700"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egnaposto numero diapositiva 3">
            <a:extLst>
              <a:ext uri="{FF2B5EF4-FFF2-40B4-BE49-F238E27FC236}">
                <a16:creationId xmlns:a16="http://schemas.microsoft.com/office/drawing/2014/main" id="{294A2DE4-B805-B53F-A3B5-D5A3532E6D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3E440B07-C5D6-48C4-8CEE-A533F4AB96AA}" type="slidenum">
              <a:rPr lang="it-IT" altLang="it-IT" sz="1400" smtClean="0">
                <a:solidFill>
                  <a:schemeClr val="folHlink"/>
                </a:solidFill>
              </a:rPr>
              <a:pPr>
                <a:spcBef>
                  <a:spcPct val="0"/>
                </a:spcBef>
                <a:buClrTx/>
                <a:buFontTx/>
                <a:buNone/>
              </a:pPr>
              <a:t>69</a:t>
            </a:fld>
            <a:endParaRPr lang="it-IT" altLang="it-IT" sz="1400">
              <a:solidFill>
                <a:schemeClr val="folHlink"/>
              </a:solidFill>
            </a:endParaRPr>
          </a:p>
        </p:txBody>
      </p:sp>
      <p:sp>
        <p:nvSpPr>
          <p:cNvPr id="98306" name="Rectangle 2">
            <a:extLst>
              <a:ext uri="{FF2B5EF4-FFF2-40B4-BE49-F238E27FC236}">
                <a16:creationId xmlns:a16="http://schemas.microsoft.com/office/drawing/2014/main" id="{DE8244A4-2197-E546-0270-3768A90C0B40}"/>
              </a:ext>
            </a:extLst>
          </p:cNvPr>
          <p:cNvSpPr>
            <a:spLocks noGrp="1" noChangeArrowheads="1"/>
          </p:cNvSpPr>
          <p:nvPr>
            <p:ph type="title"/>
          </p:nvPr>
        </p:nvSpPr>
        <p:spPr/>
        <p:txBody>
          <a:bodyPr/>
          <a:lstStyle/>
          <a:p>
            <a:pPr eaLnBrk="1" hangingPunct="1"/>
            <a:r>
              <a:rPr lang="it-IT" altLang="it-IT">
                <a:ea typeface="ＭＳ Ｐゴシック" panose="020B0600070205080204" pitchFamily="34" charset="-128"/>
              </a:rPr>
              <a:t>Proprietà degli implicanti (2/2)</a:t>
            </a:r>
          </a:p>
        </p:txBody>
      </p:sp>
      <p:sp>
        <p:nvSpPr>
          <p:cNvPr id="98307" name="Rectangle 3">
            <a:extLst>
              <a:ext uri="{FF2B5EF4-FFF2-40B4-BE49-F238E27FC236}">
                <a16:creationId xmlns:a16="http://schemas.microsoft.com/office/drawing/2014/main" id="{C0647960-3F12-7B35-3390-C2176BD5AE0B}"/>
              </a:ext>
            </a:extLst>
          </p:cNvPr>
          <p:cNvSpPr>
            <a:spLocks noGrp="1" noChangeArrowheads="1"/>
          </p:cNvSpPr>
          <p:nvPr>
            <p:ph type="body" idx="1"/>
          </p:nvPr>
        </p:nvSpPr>
        <p:spPr>
          <a:xfrm>
            <a:off x="287338" y="1311275"/>
            <a:ext cx="9145587" cy="4176713"/>
          </a:xfrm>
        </p:spPr>
        <p:txBody>
          <a:bodyPr/>
          <a:lstStyle/>
          <a:p>
            <a:pPr marL="514350" indent="-514350" eaLnBrk="1" hangingPunct="1">
              <a:lnSpc>
                <a:spcPct val="80000"/>
              </a:lnSpc>
              <a:buFont typeface="Arial" panose="020B0604020202020204" pitchFamily="34" charset="0"/>
              <a:buAutoNum type="arabicPeriod" startAt="3"/>
            </a:pPr>
            <a:r>
              <a:rPr lang="it-IT" altLang="it-IT" sz="2800">
                <a:ea typeface="ＭＳ Ｐゴシック" panose="020B0600070205080204" pitchFamily="34" charset="-128"/>
              </a:rPr>
              <a:t>Ad una funzione può essere aggiunto un suo implicante senza alterarne il valore </a:t>
            </a:r>
          </a:p>
          <a:p>
            <a:pPr marL="514350" indent="-514350" eaLnBrk="1" hangingPunct="1">
              <a:lnSpc>
                <a:spcPct val="80000"/>
              </a:lnSpc>
              <a:buFont typeface="Arial" panose="020B0604020202020204" pitchFamily="34" charset="0"/>
              <a:buAutoNum type="arabicPeriod" startAt="3"/>
            </a:pPr>
            <a:r>
              <a:rPr lang="it-IT" altLang="it-IT" sz="2800" i="1">
                <a:ea typeface="ＭＳ Ｐゴシック" panose="020B0600070205080204" pitchFamily="34" charset="-128"/>
              </a:rPr>
              <a:t>A</a:t>
            </a:r>
            <a:r>
              <a:rPr lang="it-IT" altLang="it-IT" sz="2800">
                <a:ea typeface="ＭＳ Ｐゴシック" panose="020B0600070205080204" pitchFamily="34" charset="-128"/>
              </a:rPr>
              <a:t> è un implicante di </a:t>
            </a:r>
            <a:r>
              <a:rPr lang="it-IT" altLang="it-IT" sz="2800" i="1">
                <a:ea typeface="ＭＳ Ｐゴシック" panose="020B0600070205080204" pitchFamily="34" charset="-128"/>
              </a:rPr>
              <a:t>f</a:t>
            </a:r>
            <a:r>
              <a:rPr lang="it-IT" altLang="it-IT" sz="2800">
                <a:ea typeface="ＭＳ Ｐゴシック" panose="020B0600070205080204" pitchFamily="34" charset="-128"/>
              </a:rPr>
              <a:t> se e solo se nella prima forma canonica di </a:t>
            </a:r>
            <a:r>
              <a:rPr lang="it-IT" altLang="it-IT" sz="2800" i="1">
                <a:ea typeface="ＭＳ Ｐゴシック" panose="020B0600070205080204" pitchFamily="34" charset="-128"/>
              </a:rPr>
              <a:t>f</a:t>
            </a:r>
            <a:r>
              <a:rPr lang="it-IT" altLang="it-IT" sz="2800">
                <a:ea typeface="ＭＳ Ｐゴシック" panose="020B0600070205080204" pitchFamily="34" charset="-128"/>
              </a:rPr>
              <a:t> sono presenti tutti i mintermini aventi </a:t>
            </a:r>
            <a:r>
              <a:rPr lang="it-IT" altLang="it-IT" sz="2800" i="1">
                <a:ea typeface="ＭＳ Ｐゴシック" panose="020B0600070205080204" pitchFamily="34" charset="-128"/>
              </a:rPr>
              <a:t>A</a:t>
            </a:r>
            <a:r>
              <a:rPr lang="it-IT" altLang="it-IT" sz="2800">
                <a:ea typeface="ＭＳ Ｐゴシック" panose="020B0600070205080204" pitchFamily="34" charset="-128"/>
              </a:rPr>
              <a:t> come fattore </a:t>
            </a:r>
          </a:p>
          <a:p>
            <a:pPr lvl="1" eaLnBrk="1" hangingPunct="1">
              <a:lnSpc>
                <a:spcPct val="80000"/>
              </a:lnSpc>
            </a:pPr>
            <a:r>
              <a:rPr lang="it-IT" altLang="it-IT" sz="2400">
                <a:ea typeface="ＭＳ Ｐゴシック" panose="020B0600070205080204" pitchFamily="34" charset="-128"/>
              </a:rPr>
              <a:t>Infatti, se </a:t>
            </a:r>
            <a:r>
              <a:rPr lang="it-IT" altLang="it-IT" sz="2400" i="1">
                <a:ea typeface="ＭＳ Ｐゴシック" panose="020B0600070205080204" pitchFamily="34" charset="-128"/>
              </a:rPr>
              <a:t>A</a:t>
            </a:r>
            <a:r>
              <a:rPr lang="it-IT" altLang="it-IT" sz="2400">
                <a:ea typeface="ＭＳ Ｐゴシック" panose="020B0600070205080204" pitchFamily="34" charset="-128"/>
              </a:rPr>
              <a:t> è un implicante, lo si può aggiungere ad </a:t>
            </a:r>
            <a:r>
              <a:rPr lang="it-IT" altLang="it-IT" sz="2400" i="1">
                <a:ea typeface="ＭＳ Ｐゴシック" panose="020B0600070205080204" pitchFamily="34" charset="-128"/>
              </a:rPr>
              <a:t>f</a:t>
            </a:r>
            <a:r>
              <a:rPr lang="it-IT" altLang="it-IT" sz="2400">
                <a:ea typeface="ＭＳ Ｐゴシック" panose="020B0600070205080204" pitchFamily="34" charset="-128"/>
              </a:rPr>
              <a:t>, per poi espanderlo in mintermini (facendo comparire anche le variabili assenti in </a:t>
            </a:r>
            <a:r>
              <a:rPr lang="it-IT" altLang="it-IT" sz="2400" i="1">
                <a:ea typeface="ＭＳ Ｐゴシック" panose="020B0600070205080204" pitchFamily="34" charset="-128"/>
              </a:rPr>
              <a:t>A</a:t>
            </a:r>
            <a:r>
              <a:rPr lang="it-IT" altLang="it-IT" sz="2400">
                <a:ea typeface="ＭＳ Ｐゴシック" panose="020B0600070205080204" pitchFamily="34" charset="-128"/>
              </a:rPr>
              <a:t>)</a:t>
            </a:r>
          </a:p>
          <a:p>
            <a:pPr lvl="1" eaLnBrk="1" hangingPunct="1">
              <a:lnSpc>
                <a:spcPct val="80000"/>
              </a:lnSpc>
            </a:pPr>
            <a:r>
              <a:rPr lang="it-IT" altLang="it-IT" sz="2400">
                <a:ea typeface="ＭＳ Ｐゴシック" panose="020B0600070205080204" pitchFamily="34" charset="-128"/>
              </a:rPr>
              <a:t>Se, viceversa, sono presenti tutti i mintermini aventi </a:t>
            </a:r>
            <a:r>
              <a:rPr lang="it-IT" altLang="it-IT" sz="2400" i="1">
                <a:ea typeface="ＭＳ Ｐゴシック" panose="020B0600070205080204" pitchFamily="34" charset="-128"/>
              </a:rPr>
              <a:t>A</a:t>
            </a:r>
            <a:r>
              <a:rPr lang="it-IT" altLang="it-IT" sz="2400">
                <a:ea typeface="ＭＳ Ｐゴシック" panose="020B0600070205080204" pitchFamily="34" charset="-128"/>
              </a:rPr>
              <a:t> come fattore, essi possono essere raccolti in modo da far apparire </a:t>
            </a:r>
            <a:r>
              <a:rPr lang="it-IT" altLang="it-IT" sz="2400" i="1">
                <a:ea typeface="ＭＳ Ｐゴシック" panose="020B0600070205080204" pitchFamily="34" charset="-128"/>
              </a:rPr>
              <a:t>A</a:t>
            </a:r>
            <a:r>
              <a:rPr lang="it-IT" altLang="it-IT" sz="2400">
                <a:ea typeface="ＭＳ Ｐゴシック" panose="020B0600070205080204" pitchFamily="34" charset="-128"/>
              </a:rPr>
              <a:t> come clausola di </a:t>
            </a:r>
            <a:r>
              <a:rPr lang="it-IT" altLang="it-IT" sz="2400" i="1">
                <a:ea typeface="ＭＳ Ｐゴシック" panose="020B0600070205080204" pitchFamily="34" charset="-128"/>
              </a:rPr>
              <a:t>f</a:t>
            </a:r>
            <a:r>
              <a:rPr lang="it-IT" altLang="it-IT" sz="2400">
                <a:ea typeface="ＭＳ Ｐゴシック" panose="020B0600070205080204" pitchFamily="34" charset="-128"/>
              </a:rPr>
              <a:t>.</a:t>
            </a:r>
          </a:p>
        </p:txBody>
      </p:sp>
      <p:graphicFrame>
        <p:nvGraphicFramePr>
          <p:cNvPr id="98308" name="Object 4">
            <a:extLst>
              <a:ext uri="{FF2B5EF4-FFF2-40B4-BE49-F238E27FC236}">
                <a16:creationId xmlns:a16="http://schemas.microsoft.com/office/drawing/2014/main" id="{07569BDC-3883-2385-B763-01EF72C33E70}"/>
              </a:ext>
            </a:extLst>
          </p:cNvPr>
          <p:cNvGraphicFramePr>
            <a:graphicFrameLocks noChangeAspect="1"/>
          </p:cNvGraphicFramePr>
          <p:nvPr/>
        </p:nvGraphicFramePr>
        <p:xfrm>
          <a:off x="1573213" y="5022850"/>
          <a:ext cx="7610475" cy="1254125"/>
        </p:xfrm>
        <a:graphic>
          <a:graphicData uri="http://schemas.openxmlformats.org/presentationml/2006/ole">
            <mc:AlternateContent xmlns:mc="http://schemas.openxmlformats.org/markup-compatibility/2006">
              <mc:Choice xmlns:v="urn:schemas-microsoft-com:vml" Requires="v">
                <p:oleObj name="Equazione" r:id="rId2" imgW="0" imgH="0" progId="Equation.3">
                  <p:embed/>
                </p:oleObj>
              </mc:Choice>
              <mc:Fallback>
                <p:oleObj name="Equazione"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3213" y="5022850"/>
                        <a:ext cx="7610475"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egnaposto numero diapositiva 3">
            <a:extLst>
              <a:ext uri="{FF2B5EF4-FFF2-40B4-BE49-F238E27FC236}">
                <a16:creationId xmlns:a16="http://schemas.microsoft.com/office/drawing/2014/main" id="{5C087295-F05B-AEF7-C374-71387DF405C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EC9C0472-6F18-4A6E-A029-01CAB44422CC}" type="slidenum">
              <a:rPr lang="it-IT" altLang="it-IT" sz="1400" smtClean="0">
                <a:solidFill>
                  <a:schemeClr val="folHlink"/>
                </a:solidFill>
              </a:rPr>
              <a:pPr>
                <a:spcBef>
                  <a:spcPct val="0"/>
                </a:spcBef>
                <a:buClrTx/>
                <a:buFontTx/>
                <a:buNone/>
              </a:pPr>
              <a:t>70</a:t>
            </a:fld>
            <a:endParaRPr lang="it-IT" altLang="it-IT" sz="1400">
              <a:solidFill>
                <a:schemeClr val="folHlink"/>
              </a:solidFill>
            </a:endParaRPr>
          </a:p>
        </p:txBody>
      </p:sp>
      <p:sp>
        <p:nvSpPr>
          <p:cNvPr id="99330" name="Rectangle 2">
            <a:extLst>
              <a:ext uri="{FF2B5EF4-FFF2-40B4-BE49-F238E27FC236}">
                <a16:creationId xmlns:a16="http://schemas.microsoft.com/office/drawing/2014/main" id="{078CE2CE-2A1A-A75A-881D-D4B31F58E800}"/>
              </a:ext>
            </a:extLst>
          </p:cNvPr>
          <p:cNvSpPr>
            <a:spLocks noGrp="1" noChangeArrowheads="1"/>
          </p:cNvSpPr>
          <p:nvPr>
            <p:ph type="title"/>
          </p:nvPr>
        </p:nvSpPr>
        <p:spPr>
          <a:xfrm>
            <a:off x="323850" y="215900"/>
            <a:ext cx="9001125" cy="503238"/>
          </a:xfrm>
        </p:spPr>
        <p:txBody>
          <a:bodyPr/>
          <a:lstStyle/>
          <a:p>
            <a:pPr eaLnBrk="1" hangingPunct="1"/>
            <a:r>
              <a:rPr lang="it-IT" altLang="it-IT" sz="3600">
                <a:ea typeface="ＭＳ Ｐゴシック" panose="020B0600070205080204" pitchFamily="34" charset="-128"/>
              </a:rPr>
              <a:t>Diagrammi di Veitch e mappe di Karnaugh</a:t>
            </a:r>
          </a:p>
        </p:txBody>
      </p:sp>
      <p:graphicFrame>
        <p:nvGraphicFramePr>
          <p:cNvPr id="332864" name="Group 64">
            <a:extLst>
              <a:ext uri="{FF2B5EF4-FFF2-40B4-BE49-F238E27FC236}">
                <a16:creationId xmlns:a16="http://schemas.microsoft.com/office/drawing/2014/main" id="{294E5412-98BD-DA15-0CAD-100040B42465}"/>
              </a:ext>
            </a:extLst>
          </p:cNvPr>
          <p:cNvGraphicFramePr>
            <a:graphicFrameLocks noGrp="1"/>
          </p:cNvGraphicFramePr>
          <p:nvPr/>
        </p:nvGraphicFramePr>
        <p:xfrm>
          <a:off x="971550" y="1800225"/>
          <a:ext cx="2806700" cy="3600450"/>
        </p:xfrm>
        <a:graphic>
          <a:graphicData uri="http://schemas.openxmlformats.org/drawingml/2006/table">
            <a:tbl>
              <a:tblPr/>
              <a:tblGrid>
                <a:gridCol w="646113">
                  <a:extLst>
                    <a:ext uri="{9D8B030D-6E8A-4147-A177-3AD203B41FA5}">
                      <a16:colId xmlns:a16="http://schemas.microsoft.com/office/drawing/2014/main" val="20000"/>
                    </a:ext>
                  </a:extLst>
                </a:gridCol>
                <a:gridCol w="757237">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01675">
                  <a:extLst>
                    <a:ext uri="{9D8B030D-6E8A-4147-A177-3AD203B41FA5}">
                      <a16:colId xmlns:a16="http://schemas.microsoft.com/office/drawing/2014/main" val="20003"/>
                    </a:ext>
                  </a:extLst>
                </a:gridCol>
              </a:tblGrid>
              <a:tr h="33655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a</a:t>
                      </a:r>
                    </a:p>
                  </a:txBody>
                  <a:tcPr marL="36000" marR="36000" marT="36000" marB="36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b</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c</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Y</a:t>
                      </a:r>
                    </a:p>
                  </a:txBody>
                  <a:tcPr marL="36000" marR="36000" marT="36000" marB="36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798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798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957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798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798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798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798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1</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0"/>
                        <a:buNone/>
                        <a:tabLst/>
                      </a:pPr>
                      <a:r>
                        <a:rPr kumimoji="0" lang="it-IT" sz="1600" b="1" i="0" u="none" strike="noStrike" cap="none" normalizeH="0" baseline="0">
                          <a:ln>
                            <a:noFill/>
                          </a:ln>
                          <a:solidFill>
                            <a:srgbClr val="000000"/>
                          </a:solidFill>
                          <a:effectLst/>
                          <a:latin typeface="Arial" charset="0"/>
                          <a:ea typeface="ＭＳ Ｐゴシック" charset="0"/>
                          <a:cs typeface="ＭＳ Ｐゴシック" charset="0"/>
                        </a:rPr>
                        <a:t>0</a:t>
                      </a:r>
                    </a:p>
                  </a:txBody>
                  <a:tcPr marL="36000" marR="36000" marT="36000" marB="360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pSp>
        <p:nvGrpSpPr>
          <p:cNvPr id="99383" name="Group 56">
            <a:extLst>
              <a:ext uri="{FF2B5EF4-FFF2-40B4-BE49-F238E27FC236}">
                <a16:creationId xmlns:a16="http://schemas.microsoft.com/office/drawing/2014/main" id="{A03F9D8C-8B17-9962-E729-43BEE01A06EE}"/>
              </a:ext>
            </a:extLst>
          </p:cNvPr>
          <p:cNvGrpSpPr>
            <a:grpSpLocks/>
          </p:cNvGrpSpPr>
          <p:nvPr/>
        </p:nvGrpSpPr>
        <p:grpSpPr bwMode="auto">
          <a:xfrm>
            <a:off x="5435600" y="2808288"/>
            <a:ext cx="3419475" cy="1506537"/>
            <a:chOff x="884" y="2585"/>
            <a:chExt cx="1769" cy="816"/>
          </a:xfrm>
        </p:grpSpPr>
        <p:pic>
          <p:nvPicPr>
            <p:cNvPr id="99385" name="Picture 57">
              <a:extLst>
                <a:ext uri="{FF2B5EF4-FFF2-40B4-BE49-F238E27FC236}">
                  <a16:creationId xmlns:a16="http://schemas.microsoft.com/office/drawing/2014/main" id="{6D52EE96-A932-CCBA-FC03-6B35F61A9B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2008" t="32950" r="32764" b="53705"/>
            <a:stretch>
              <a:fillRect/>
            </a:stretch>
          </p:blipFill>
          <p:spPr bwMode="auto">
            <a:xfrm>
              <a:off x="884" y="2585"/>
              <a:ext cx="1769"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86" name="Rectangle 58">
              <a:extLst>
                <a:ext uri="{FF2B5EF4-FFF2-40B4-BE49-F238E27FC236}">
                  <a16:creationId xmlns:a16="http://schemas.microsoft.com/office/drawing/2014/main" id="{19101B71-1EDC-175A-92F1-7B9042653939}"/>
                </a:ext>
              </a:extLst>
            </p:cNvPr>
            <p:cNvSpPr>
              <a:spLocks noChangeArrowheads="1"/>
            </p:cNvSpPr>
            <p:nvPr/>
          </p:nvSpPr>
          <p:spPr bwMode="auto">
            <a:xfrm>
              <a:off x="1219" y="2672"/>
              <a:ext cx="136" cy="9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99387" name="Rectangle 59">
              <a:extLst>
                <a:ext uri="{FF2B5EF4-FFF2-40B4-BE49-F238E27FC236}">
                  <a16:creationId xmlns:a16="http://schemas.microsoft.com/office/drawing/2014/main" id="{BE40A847-BE1D-D336-3ABD-9CA2CB7D483E}"/>
                </a:ext>
              </a:extLst>
            </p:cNvPr>
            <p:cNvSpPr>
              <a:spLocks noChangeArrowheads="1"/>
            </p:cNvSpPr>
            <p:nvPr/>
          </p:nvSpPr>
          <p:spPr bwMode="auto">
            <a:xfrm>
              <a:off x="1045" y="2788"/>
              <a:ext cx="178" cy="134"/>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99388" name="Text Box 60">
              <a:extLst>
                <a:ext uri="{FF2B5EF4-FFF2-40B4-BE49-F238E27FC236}">
                  <a16:creationId xmlns:a16="http://schemas.microsoft.com/office/drawing/2014/main" id="{D28B204A-A4F4-CF4F-6D78-96513694E00F}"/>
                </a:ext>
              </a:extLst>
            </p:cNvPr>
            <p:cNvSpPr txBox="1">
              <a:spLocks noChangeArrowheads="1"/>
            </p:cNvSpPr>
            <p:nvPr/>
          </p:nvSpPr>
          <p:spPr bwMode="auto">
            <a:xfrm>
              <a:off x="1147" y="2613"/>
              <a:ext cx="36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lang="it-IT" altLang="it-IT" sz="1600" b="1"/>
                <a:t>ab</a:t>
              </a:r>
            </a:p>
          </p:txBody>
        </p:sp>
        <p:sp>
          <p:nvSpPr>
            <p:cNvPr id="99389" name="Text Box 61">
              <a:extLst>
                <a:ext uri="{FF2B5EF4-FFF2-40B4-BE49-F238E27FC236}">
                  <a16:creationId xmlns:a16="http://schemas.microsoft.com/office/drawing/2014/main" id="{F10424DF-66DB-EA95-A88C-D4FC1A10AA61}"/>
                </a:ext>
              </a:extLst>
            </p:cNvPr>
            <p:cNvSpPr txBox="1">
              <a:spLocks noChangeArrowheads="1"/>
            </p:cNvSpPr>
            <p:nvPr/>
          </p:nvSpPr>
          <p:spPr bwMode="auto">
            <a:xfrm>
              <a:off x="984" y="2752"/>
              <a:ext cx="36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lang="it-IT" altLang="it-IT" sz="1600" b="1"/>
                <a:t>c</a:t>
              </a:r>
            </a:p>
          </p:txBody>
        </p:sp>
        <p:sp>
          <p:nvSpPr>
            <p:cNvPr id="99390" name="Rectangle 62">
              <a:extLst>
                <a:ext uri="{FF2B5EF4-FFF2-40B4-BE49-F238E27FC236}">
                  <a16:creationId xmlns:a16="http://schemas.microsoft.com/office/drawing/2014/main" id="{95986CA6-B508-17FD-7F5E-6EDD7B533736}"/>
                </a:ext>
              </a:extLst>
            </p:cNvPr>
            <p:cNvSpPr>
              <a:spLocks noChangeArrowheads="1"/>
            </p:cNvSpPr>
            <p:nvPr/>
          </p:nvSpPr>
          <p:spPr bwMode="auto">
            <a:xfrm>
              <a:off x="1129" y="2956"/>
              <a:ext cx="95" cy="40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pSp>
      <p:sp>
        <p:nvSpPr>
          <p:cNvPr id="99384" name="AutoShape 63">
            <a:extLst>
              <a:ext uri="{FF2B5EF4-FFF2-40B4-BE49-F238E27FC236}">
                <a16:creationId xmlns:a16="http://schemas.microsoft.com/office/drawing/2014/main" id="{AC33B010-B332-E782-58DD-D310480AADCB}"/>
              </a:ext>
            </a:extLst>
          </p:cNvPr>
          <p:cNvSpPr>
            <a:spLocks noChangeArrowheads="1"/>
          </p:cNvSpPr>
          <p:nvPr/>
        </p:nvSpPr>
        <p:spPr bwMode="auto">
          <a:xfrm>
            <a:off x="4354513" y="3600450"/>
            <a:ext cx="865187" cy="360363"/>
          </a:xfrm>
          <a:prstGeom prst="leftRightArrow">
            <a:avLst>
              <a:gd name="adj1" fmla="val 50000"/>
              <a:gd name="adj2" fmla="val 48018"/>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egnaposto numero diapositiva 4">
            <a:extLst>
              <a:ext uri="{FF2B5EF4-FFF2-40B4-BE49-F238E27FC236}">
                <a16:creationId xmlns:a16="http://schemas.microsoft.com/office/drawing/2014/main" id="{1FE6E26F-ED77-179D-72AD-CA6FEED3B83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0E0590FF-CB23-47A5-B4F8-B86FC107734A}" type="slidenum">
              <a:rPr lang="it-IT" altLang="it-IT" sz="1400" smtClean="0">
                <a:solidFill>
                  <a:schemeClr val="folHlink"/>
                </a:solidFill>
              </a:rPr>
              <a:pPr>
                <a:spcBef>
                  <a:spcPct val="0"/>
                </a:spcBef>
                <a:buClrTx/>
                <a:buFontTx/>
                <a:buNone/>
              </a:pPr>
              <a:t>71</a:t>
            </a:fld>
            <a:endParaRPr lang="it-IT" altLang="it-IT" sz="1400">
              <a:solidFill>
                <a:schemeClr val="folHlink"/>
              </a:solidFill>
            </a:endParaRPr>
          </a:p>
        </p:txBody>
      </p:sp>
      <p:sp>
        <p:nvSpPr>
          <p:cNvPr id="100354" name="Rectangle 2">
            <a:extLst>
              <a:ext uri="{FF2B5EF4-FFF2-40B4-BE49-F238E27FC236}">
                <a16:creationId xmlns:a16="http://schemas.microsoft.com/office/drawing/2014/main" id="{BE522CF5-46E1-3E04-771B-9EF169FDFF13}"/>
              </a:ext>
            </a:extLst>
          </p:cNvPr>
          <p:cNvSpPr>
            <a:spLocks noGrp="1" noChangeArrowheads="1"/>
          </p:cNvSpPr>
          <p:nvPr>
            <p:ph type="title"/>
          </p:nvPr>
        </p:nvSpPr>
        <p:spPr>
          <a:xfrm>
            <a:off x="323850" y="215900"/>
            <a:ext cx="8785225" cy="503238"/>
          </a:xfrm>
        </p:spPr>
        <p:txBody>
          <a:bodyPr/>
          <a:lstStyle/>
          <a:p>
            <a:pPr eaLnBrk="1" hangingPunct="1"/>
            <a:r>
              <a:rPr lang="it-IT" altLang="it-IT" sz="3600">
                <a:ea typeface="ＭＳ Ｐゴシック" panose="020B0600070205080204" pitchFamily="34" charset="-128"/>
              </a:rPr>
              <a:t>Diagrammi di Veitch e mappe di Karnaugh</a:t>
            </a:r>
          </a:p>
        </p:txBody>
      </p:sp>
      <p:sp>
        <p:nvSpPr>
          <p:cNvPr id="100355" name="Rectangle 3">
            <a:extLst>
              <a:ext uri="{FF2B5EF4-FFF2-40B4-BE49-F238E27FC236}">
                <a16:creationId xmlns:a16="http://schemas.microsoft.com/office/drawing/2014/main" id="{874B0363-5D21-EE50-1823-7775E110828F}"/>
              </a:ext>
            </a:extLst>
          </p:cNvPr>
          <p:cNvSpPr>
            <a:spLocks noGrp="1" noChangeArrowheads="1"/>
          </p:cNvSpPr>
          <p:nvPr>
            <p:ph type="body" sz="half" idx="1"/>
          </p:nvPr>
        </p:nvSpPr>
        <p:spPr>
          <a:xfrm>
            <a:off x="684213" y="1727200"/>
            <a:ext cx="8351837" cy="2881313"/>
          </a:xfrm>
        </p:spPr>
        <p:txBody>
          <a:bodyPr/>
          <a:lstStyle/>
          <a:p>
            <a:pPr eaLnBrk="1" hangingPunct="1"/>
            <a:r>
              <a:rPr lang="it-IT" altLang="it-IT" sz="2800">
                <a:ea typeface="ＭＳ Ｐゴシック" panose="020B0600070205080204" pitchFamily="34" charset="-128"/>
              </a:rPr>
              <a:t>Le mappe di Karnaugh sono una rappresentazione “tabellare” delle funzioni booleane, alternativa alla tabella di verità</a:t>
            </a:r>
          </a:p>
          <a:p>
            <a:pPr eaLnBrk="1" hangingPunct="1"/>
            <a:r>
              <a:rPr lang="it-IT" altLang="it-IT" sz="2800">
                <a:ea typeface="ＭＳ Ｐゴシック" panose="020B0600070205080204" pitchFamily="34" charset="-128"/>
              </a:rPr>
              <a:t>Consentono di individuare facilmente “consensi” nell’espressione algebrica</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egnaposto numero diapositiva 3">
            <a:extLst>
              <a:ext uri="{FF2B5EF4-FFF2-40B4-BE49-F238E27FC236}">
                <a16:creationId xmlns:a16="http://schemas.microsoft.com/office/drawing/2014/main" id="{02E19E63-44BA-7E82-D239-A368FA091F4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A7CDCA95-30D6-410C-8947-536B466FAAC4}" type="slidenum">
              <a:rPr lang="it-IT" altLang="it-IT" sz="1400" smtClean="0">
                <a:solidFill>
                  <a:schemeClr val="folHlink"/>
                </a:solidFill>
              </a:rPr>
              <a:pPr>
                <a:spcBef>
                  <a:spcPct val="0"/>
                </a:spcBef>
                <a:buClrTx/>
                <a:buFontTx/>
                <a:buNone/>
              </a:pPr>
              <a:t>72</a:t>
            </a:fld>
            <a:endParaRPr lang="it-IT" altLang="it-IT" sz="1400">
              <a:solidFill>
                <a:schemeClr val="folHlink"/>
              </a:solidFill>
            </a:endParaRPr>
          </a:p>
        </p:txBody>
      </p:sp>
      <p:sp>
        <p:nvSpPr>
          <p:cNvPr id="101378" name="Rectangle 2">
            <a:extLst>
              <a:ext uri="{FF2B5EF4-FFF2-40B4-BE49-F238E27FC236}">
                <a16:creationId xmlns:a16="http://schemas.microsoft.com/office/drawing/2014/main" id="{87FCD529-508C-181B-7C1C-7F26C6324F59}"/>
              </a:ext>
            </a:extLst>
          </p:cNvPr>
          <p:cNvSpPr>
            <a:spLocks noGrp="1" noChangeArrowheads="1"/>
          </p:cNvSpPr>
          <p:nvPr>
            <p:ph type="title"/>
          </p:nvPr>
        </p:nvSpPr>
        <p:spPr>
          <a:xfrm>
            <a:off x="323850" y="215900"/>
            <a:ext cx="8785225" cy="503238"/>
          </a:xfrm>
        </p:spPr>
        <p:txBody>
          <a:bodyPr/>
          <a:lstStyle/>
          <a:p>
            <a:pPr eaLnBrk="1" hangingPunct="1"/>
            <a:r>
              <a:rPr lang="it-IT" altLang="it-IT" sz="3600">
                <a:ea typeface="ＭＳ Ｐゴシック" panose="020B0600070205080204" pitchFamily="34" charset="-128"/>
              </a:rPr>
              <a:t>Diagrammi di Veitch e mappe di Karnaugh</a:t>
            </a:r>
          </a:p>
        </p:txBody>
      </p:sp>
      <p:pic>
        <p:nvPicPr>
          <p:cNvPr id="101379" name="Picture 4">
            <a:extLst>
              <a:ext uri="{FF2B5EF4-FFF2-40B4-BE49-F238E27FC236}">
                <a16:creationId xmlns:a16="http://schemas.microsoft.com/office/drawing/2014/main" id="{63ABA86F-4838-934C-2234-770ED40064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263" t="17958" r="21445" b="15897"/>
          <a:stretch>
            <a:fillRect/>
          </a:stretch>
        </p:blipFill>
        <p:spPr bwMode="auto">
          <a:xfrm>
            <a:off x="1476375" y="1152525"/>
            <a:ext cx="698500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Segnaposto numero diapositiva 3">
            <a:extLst>
              <a:ext uri="{FF2B5EF4-FFF2-40B4-BE49-F238E27FC236}">
                <a16:creationId xmlns:a16="http://schemas.microsoft.com/office/drawing/2014/main" id="{8D66E529-6164-3528-0371-703DC5C5719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343F24B6-3C4A-412B-9091-D4958FC9B638}" type="slidenum">
              <a:rPr lang="it-IT" altLang="it-IT" sz="1400" smtClean="0">
                <a:solidFill>
                  <a:schemeClr val="folHlink"/>
                </a:solidFill>
              </a:rPr>
              <a:pPr>
                <a:spcBef>
                  <a:spcPct val="0"/>
                </a:spcBef>
                <a:buClrTx/>
                <a:buFontTx/>
                <a:buNone/>
              </a:pPr>
              <a:t>73</a:t>
            </a:fld>
            <a:endParaRPr lang="it-IT" altLang="it-IT" sz="1400">
              <a:solidFill>
                <a:schemeClr val="folHlink"/>
              </a:solidFill>
            </a:endParaRPr>
          </a:p>
        </p:txBody>
      </p:sp>
      <p:sp>
        <p:nvSpPr>
          <p:cNvPr id="102402" name="Rectangle 2">
            <a:extLst>
              <a:ext uri="{FF2B5EF4-FFF2-40B4-BE49-F238E27FC236}">
                <a16:creationId xmlns:a16="http://schemas.microsoft.com/office/drawing/2014/main" id="{1203FEB1-88CA-2E06-E083-663FFC059276}"/>
              </a:ext>
            </a:extLst>
          </p:cNvPr>
          <p:cNvSpPr>
            <a:spLocks noGrp="1" noChangeArrowheads="1"/>
          </p:cNvSpPr>
          <p:nvPr>
            <p:ph type="title"/>
          </p:nvPr>
        </p:nvSpPr>
        <p:spPr>
          <a:xfrm>
            <a:off x="323850" y="215900"/>
            <a:ext cx="8785225" cy="503238"/>
          </a:xfrm>
        </p:spPr>
        <p:txBody>
          <a:bodyPr/>
          <a:lstStyle/>
          <a:p>
            <a:pPr eaLnBrk="1" hangingPunct="1"/>
            <a:r>
              <a:rPr lang="it-IT" altLang="it-IT" sz="3600">
                <a:ea typeface="ＭＳ Ｐゴシック" panose="020B0600070205080204" pitchFamily="34" charset="-128"/>
              </a:rPr>
              <a:t>Diagrammi di Veitch e mappe di Karnaugh</a:t>
            </a:r>
          </a:p>
        </p:txBody>
      </p:sp>
      <p:pic>
        <p:nvPicPr>
          <p:cNvPr id="102403" name="Picture 3">
            <a:extLst>
              <a:ext uri="{FF2B5EF4-FFF2-40B4-BE49-F238E27FC236}">
                <a16:creationId xmlns:a16="http://schemas.microsoft.com/office/drawing/2014/main" id="{B829D3E9-ADBE-9F74-82EF-73261DFAE245}"/>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l="24677" t="26277" r="32764" b="40866"/>
          <a:stretch>
            <a:fillRect/>
          </a:stretch>
        </p:blipFill>
        <p:spPr>
          <a:xfrm>
            <a:off x="611188" y="2016125"/>
            <a:ext cx="7848600" cy="3189288"/>
          </a:xfrm>
        </p:spPr>
      </p:pic>
      <p:sp>
        <p:nvSpPr>
          <p:cNvPr id="102404" name="Oval 4">
            <a:extLst>
              <a:ext uri="{FF2B5EF4-FFF2-40B4-BE49-F238E27FC236}">
                <a16:creationId xmlns:a16="http://schemas.microsoft.com/office/drawing/2014/main" id="{3B389CB5-7A43-2ABE-53AE-B9104D78ABA8}"/>
              </a:ext>
            </a:extLst>
          </p:cNvPr>
          <p:cNvSpPr>
            <a:spLocks noChangeArrowheads="1"/>
          </p:cNvSpPr>
          <p:nvPr/>
        </p:nvSpPr>
        <p:spPr bwMode="auto">
          <a:xfrm>
            <a:off x="6353175" y="3117850"/>
            <a:ext cx="431800" cy="4318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102405" name="Oval 5">
            <a:extLst>
              <a:ext uri="{FF2B5EF4-FFF2-40B4-BE49-F238E27FC236}">
                <a16:creationId xmlns:a16="http://schemas.microsoft.com/office/drawing/2014/main" id="{D35ED46F-4F6D-2EBD-46A3-BE800C9A8F42}"/>
              </a:ext>
            </a:extLst>
          </p:cNvPr>
          <p:cNvSpPr>
            <a:spLocks noChangeArrowheads="1"/>
          </p:cNvSpPr>
          <p:nvPr/>
        </p:nvSpPr>
        <p:spPr bwMode="auto">
          <a:xfrm>
            <a:off x="6804025" y="3960813"/>
            <a:ext cx="431800" cy="4318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102406" name="Line 6">
            <a:extLst>
              <a:ext uri="{FF2B5EF4-FFF2-40B4-BE49-F238E27FC236}">
                <a16:creationId xmlns:a16="http://schemas.microsoft.com/office/drawing/2014/main" id="{CBF73167-4463-9038-CCE0-54D9687B7F60}"/>
              </a:ext>
            </a:extLst>
          </p:cNvPr>
          <p:cNvSpPr>
            <a:spLocks noChangeShapeType="1"/>
          </p:cNvSpPr>
          <p:nvPr/>
        </p:nvSpPr>
        <p:spPr bwMode="auto">
          <a:xfrm>
            <a:off x="1835150" y="2519363"/>
            <a:ext cx="4392613" cy="7207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102407" name="Line 7">
            <a:extLst>
              <a:ext uri="{FF2B5EF4-FFF2-40B4-BE49-F238E27FC236}">
                <a16:creationId xmlns:a16="http://schemas.microsoft.com/office/drawing/2014/main" id="{E60A8320-19BE-F90F-8BCB-6A515FA7DDB6}"/>
              </a:ext>
            </a:extLst>
          </p:cNvPr>
          <p:cNvSpPr>
            <a:spLocks noChangeShapeType="1"/>
          </p:cNvSpPr>
          <p:nvPr/>
        </p:nvSpPr>
        <p:spPr bwMode="auto">
          <a:xfrm>
            <a:off x="6588125" y="2447925"/>
            <a:ext cx="288925" cy="143986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egnaposto numero diapositiva 3">
            <a:extLst>
              <a:ext uri="{FF2B5EF4-FFF2-40B4-BE49-F238E27FC236}">
                <a16:creationId xmlns:a16="http://schemas.microsoft.com/office/drawing/2014/main" id="{9F4CB7C4-D1AD-515F-E132-AD5F3787924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2665D0A3-21F6-41A2-8F5E-775325E7EB8B}" type="slidenum">
              <a:rPr lang="it-IT" altLang="it-IT" sz="1400" smtClean="0">
                <a:solidFill>
                  <a:schemeClr val="folHlink"/>
                </a:solidFill>
              </a:rPr>
              <a:pPr>
                <a:spcBef>
                  <a:spcPct val="0"/>
                </a:spcBef>
                <a:buClrTx/>
                <a:buFontTx/>
                <a:buNone/>
              </a:pPr>
              <a:t>74</a:t>
            </a:fld>
            <a:endParaRPr lang="it-IT" altLang="it-IT" sz="1400">
              <a:solidFill>
                <a:schemeClr val="folHlink"/>
              </a:solidFill>
            </a:endParaRPr>
          </a:p>
        </p:txBody>
      </p:sp>
      <p:sp>
        <p:nvSpPr>
          <p:cNvPr id="103426" name="Rectangle 2">
            <a:extLst>
              <a:ext uri="{FF2B5EF4-FFF2-40B4-BE49-F238E27FC236}">
                <a16:creationId xmlns:a16="http://schemas.microsoft.com/office/drawing/2014/main" id="{4D892502-B7C8-DFC9-5275-FC3E62EA8E05}"/>
              </a:ext>
            </a:extLst>
          </p:cNvPr>
          <p:cNvSpPr>
            <a:spLocks noGrp="1" noChangeArrowheads="1"/>
          </p:cNvSpPr>
          <p:nvPr>
            <p:ph type="title"/>
          </p:nvPr>
        </p:nvSpPr>
        <p:spPr>
          <a:xfrm>
            <a:off x="323850" y="215900"/>
            <a:ext cx="9001125" cy="503238"/>
          </a:xfrm>
        </p:spPr>
        <p:txBody>
          <a:bodyPr/>
          <a:lstStyle/>
          <a:p>
            <a:pPr eaLnBrk="1" hangingPunct="1"/>
            <a:r>
              <a:rPr lang="it-IT" altLang="it-IT" sz="3600">
                <a:ea typeface="ＭＳ Ｐゴシック" panose="020B0600070205080204" pitchFamily="34" charset="-128"/>
              </a:rPr>
              <a:t>Diagrammi di Veitch e mappe di Karnaugh</a:t>
            </a:r>
          </a:p>
        </p:txBody>
      </p:sp>
      <p:sp>
        <p:nvSpPr>
          <p:cNvPr id="103427" name="Rectangle 3">
            <a:extLst>
              <a:ext uri="{FF2B5EF4-FFF2-40B4-BE49-F238E27FC236}">
                <a16:creationId xmlns:a16="http://schemas.microsoft.com/office/drawing/2014/main" id="{C675A13E-F7CD-E3F8-9E66-DE3FEE1A9C1C}"/>
              </a:ext>
            </a:extLst>
          </p:cNvPr>
          <p:cNvSpPr>
            <a:spLocks noGrp="1" noChangeArrowheads="1"/>
          </p:cNvSpPr>
          <p:nvPr>
            <p:ph type="body" idx="1"/>
          </p:nvPr>
        </p:nvSpPr>
        <p:spPr>
          <a:xfrm>
            <a:off x="684213" y="1727200"/>
            <a:ext cx="8135937" cy="1225550"/>
          </a:xfrm>
        </p:spPr>
        <p:txBody>
          <a:bodyPr/>
          <a:lstStyle/>
          <a:p>
            <a:pPr eaLnBrk="1" hangingPunct="1">
              <a:lnSpc>
                <a:spcPct val="80000"/>
              </a:lnSpc>
            </a:pPr>
            <a:r>
              <a:rPr lang="it-IT" altLang="it-IT" sz="2800">
                <a:ea typeface="ＭＳ Ｐゴシック" panose="020B0600070205080204" pitchFamily="34" charset="-128"/>
              </a:rPr>
              <a:t>Possono essere usate anche per funzioni di 5 o 6 variabili, perdendo tuttavia l’efficacia e l’immediatezza della rappresentazione</a:t>
            </a:r>
          </a:p>
        </p:txBody>
      </p:sp>
      <p:pic>
        <p:nvPicPr>
          <p:cNvPr id="103428" name="Picture 4">
            <a:extLst>
              <a:ext uri="{FF2B5EF4-FFF2-40B4-BE49-F238E27FC236}">
                <a16:creationId xmlns:a16="http://schemas.microsoft.com/office/drawing/2014/main" id="{523FFD85-2AF7-7FAD-A772-171FDF213B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3073" t="25500" r="39766" b="48041"/>
          <a:stretch>
            <a:fillRect/>
          </a:stretch>
        </p:blipFill>
        <p:spPr bwMode="auto">
          <a:xfrm>
            <a:off x="2124075" y="3067050"/>
            <a:ext cx="4897438"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egnaposto numero diapositiva 3">
            <a:extLst>
              <a:ext uri="{FF2B5EF4-FFF2-40B4-BE49-F238E27FC236}">
                <a16:creationId xmlns:a16="http://schemas.microsoft.com/office/drawing/2014/main" id="{A6DD20DC-CA03-8C56-DC0C-68027A94339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8D62653B-8A9A-4029-9B4F-31DF04DCA281}" type="slidenum">
              <a:rPr lang="it-IT" altLang="it-IT" sz="1400" smtClean="0">
                <a:solidFill>
                  <a:schemeClr val="folHlink"/>
                </a:solidFill>
              </a:rPr>
              <a:pPr>
                <a:spcBef>
                  <a:spcPct val="0"/>
                </a:spcBef>
                <a:buClrTx/>
                <a:buFontTx/>
                <a:buNone/>
              </a:pPr>
              <a:t>75</a:t>
            </a:fld>
            <a:endParaRPr lang="it-IT" altLang="it-IT" sz="1400">
              <a:solidFill>
                <a:schemeClr val="folHlink"/>
              </a:solidFill>
            </a:endParaRPr>
          </a:p>
        </p:txBody>
      </p:sp>
      <p:sp>
        <p:nvSpPr>
          <p:cNvPr id="104450" name="Rectangle 2">
            <a:extLst>
              <a:ext uri="{FF2B5EF4-FFF2-40B4-BE49-F238E27FC236}">
                <a16:creationId xmlns:a16="http://schemas.microsoft.com/office/drawing/2014/main" id="{61E4CCA5-52B6-3B55-A99C-B1F806D61F84}"/>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Proprietà notevoli</a:t>
            </a:r>
          </a:p>
        </p:txBody>
      </p:sp>
      <p:sp>
        <p:nvSpPr>
          <p:cNvPr id="104451" name="Rectangle 3">
            <a:extLst>
              <a:ext uri="{FF2B5EF4-FFF2-40B4-BE49-F238E27FC236}">
                <a16:creationId xmlns:a16="http://schemas.microsoft.com/office/drawing/2014/main" id="{36BDEDE5-6694-BD5A-D48C-9CF47A8679D5}"/>
              </a:ext>
            </a:extLst>
          </p:cNvPr>
          <p:cNvSpPr>
            <a:spLocks noGrp="1" noChangeArrowheads="1"/>
          </p:cNvSpPr>
          <p:nvPr>
            <p:ph type="body" idx="1"/>
          </p:nvPr>
        </p:nvSpPr>
        <p:spPr>
          <a:xfrm>
            <a:off x="684213" y="1727200"/>
            <a:ext cx="8459787" cy="4105275"/>
          </a:xfrm>
        </p:spPr>
        <p:txBody>
          <a:bodyPr/>
          <a:lstStyle/>
          <a:p>
            <a:pPr eaLnBrk="1" hangingPunct="1">
              <a:lnSpc>
                <a:spcPct val="80000"/>
              </a:lnSpc>
            </a:pPr>
            <a:r>
              <a:rPr lang="it-IT" altLang="it-IT" sz="2400">
                <a:ea typeface="ＭＳ Ｐゴシック" panose="020B0600070205080204" pitchFamily="34" charset="-128"/>
              </a:rPr>
              <a:t>I mintermini che si oppongono in una sola variabile sono adiacenti e quindi le coppie di quadratini adiacenti rappresentano clausole di ordine </a:t>
            </a:r>
            <a:r>
              <a:rPr lang="it-IT" altLang="it-IT" sz="2400" i="1">
                <a:ea typeface="ＭＳ Ｐゴシック" panose="020B0600070205080204" pitchFamily="34" charset="-128"/>
              </a:rPr>
              <a:t>n</a:t>
            </a:r>
            <a:r>
              <a:rPr lang="it-IT" altLang="it-IT" sz="2400">
                <a:ea typeface="ＭＳ Ｐゴシック" panose="020B0600070205080204" pitchFamily="34" charset="-128"/>
              </a:rPr>
              <a:t>-1;</a:t>
            </a:r>
          </a:p>
          <a:p>
            <a:pPr eaLnBrk="1" hangingPunct="1">
              <a:lnSpc>
                <a:spcPct val="80000"/>
              </a:lnSpc>
            </a:pPr>
            <a:r>
              <a:rPr lang="it-IT" altLang="it-IT" sz="2400">
                <a:ea typeface="ＭＳ Ｐゴシック" panose="020B0600070205080204" pitchFamily="34" charset="-128"/>
              </a:rPr>
              <a:t>Le clausole di ordine </a:t>
            </a:r>
            <a:r>
              <a:rPr lang="it-IT" altLang="it-IT" sz="2400" i="1">
                <a:ea typeface="ＭＳ Ｐゴシック" panose="020B0600070205080204" pitchFamily="34" charset="-128"/>
              </a:rPr>
              <a:t>n</a:t>
            </a:r>
            <a:r>
              <a:rPr lang="it-IT" altLang="it-IT" sz="2400">
                <a:ea typeface="ＭＳ Ｐゴシック" panose="020B0600070205080204" pitchFamily="34" charset="-128"/>
              </a:rPr>
              <a:t>-1 (</a:t>
            </a:r>
            <a:r>
              <a:rPr lang="it-IT" altLang="it-IT" sz="2400" i="1">
                <a:ea typeface="ＭＳ Ｐゴシック" panose="020B0600070205080204" pitchFamily="34" charset="-128"/>
              </a:rPr>
              <a:t>n</a:t>
            </a:r>
            <a:r>
              <a:rPr lang="it-IT" altLang="it-IT" sz="2400" i="1">
                <a:ea typeface="ＭＳ Ｐゴシック" panose="020B0600070205080204" pitchFamily="34" charset="-128"/>
                <a:sym typeface="Symbol" panose="05050102010706020507" pitchFamily="18" charset="2"/>
              </a:rPr>
              <a:t></a:t>
            </a:r>
            <a:r>
              <a:rPr lang="it-IT" altLang="it-IT" sz="2400" i="1">
                <a:ea typeface="ＭＳ Ｐゴシック" panose="020B0600070205080204" pitchFamily="34" charset="-128"/>
              </a:rPr>
              <a:t>2)</a:t>
            </a:r>
            <a:r>
              <a:rPr lang="it-IT" altLang="it-IT" sz="2400">
                <a:ea typeface="ＭＳ Ｐゴシック" panose="020B0600070205080204" pitchFamily="34" charset="-128"/>
              </a:rPr>
              <a:t> che si oppongono in una sola variabile sono ancora adiacenti e quindi le “quadruple” rappresentano clausole di ordine </a:t>
            </a:r>
            <a:r>
              <a:rPr lang="it-IT" altLang="it-IT" sz="2400" i="1">
                <a:ea typeface="ＭＳ Ｐゴシック" panose="020B0600070205080204" pitchFamily="34" charset="-128"/>
              </a:rPr>
              <a:t>n</a:t>
            </a:r>
            <a:r>
              <a:rPr lang="it-IT" altLang="it-IT" sz="2400">
                <a:ea typeface="ＭＳ Ｐゴシック" panose="020B0600070205080204" pitchFamily="34" charset="-128"/>
              </a:rPr>
              <a:t>-2;</a:t>
            </a:r>
          </a:p>
          <a:p>
            <a:pPr eaLnBrk="1" hangingPunct="1">
              <a:lnSpc>
                <a:spcPct val="80000"/>
              </a:lnSpc>
            </a:pPr>
            <a:r>
              <a:rPr lang="it-IT" altLang="it-IT" sz="2400">
                <a:ea typeface="ＭＳ Ｐゴシック" panose="020B0600070205080204" pitchFamily="34" charset="-128"/>
              </a:rPr>
              <a:t>Le “ottuple” (</a:t>
            </a:r>
            <a:r>
              <a:rPr lang="it-IT" altLang="it-IT" sz="2400" i="1">
                <a:ea typeface="ＭＳ Ｐゴシック" panose="020B0600070205080204" pitchFamily="34" charset="-128"/>
              </a:rPr>
              <a:t>n</a:t>
            </a:r>
            <a:r>
              <a:rPr lang="it-IT" altLang="it-IT" sz="2400" i="1">
                <a:ea typeface="ＭＳ Ｐゴシック" panose="020B0600070205080204" pitchFamily="34" charset="-128"/>
                <a:sym typeface="Symbol" panose="05050102010706020507" pitchFamily="18" charset="2"/>
              </a:rPr>
              <a:t></a:t>
            </a:r>
            <a:r>
              <a:rPr lang="it-IT" altLang="it-IT" sz="2400" i="1">
                <a:ea typeface="ＭＳ Ｐゴシック" panose="020B0600070205080204" pitchFamily="34" charset="-128"/>
              </a:rPr>
              <a:t>3</a:t>
            </a:r>
            <a:r>
              <a:rPr lang="it-IT" altLang="it-IT" sz="2400">
                <a:ea typeface="ＭＳ Ｐゴシック" panose="020B0600070205080204" pitchFamily="34" charset="-128"/>
              </a:rPr>
              <a:t>) rappresentano clausole di ordine </a:t>
            </a:r>
            <a:r>
              <a:rPr lang="it-IT" altLang="it-IT" sz="2400" i="1">
                <a:ea typeface="ＭＳ Ｐゴシック" panose="020B0600070205080204" pitchFamily="34" charset="-128"/>
              </a:rPr>
              <a:t>n-3</a:t>
            </a:r>
            <a:r>
              <a:rPr lang="it-IT" altLang="it-IT" sz="2400">
                <a:ea typeface="ＭＳ Ｐゴシック" panose="020B0600070205080204" pitchFamily="34" charset="-128"/>
              </a:rPr>
              <a:t>.</a:t>
            </a:r>
          </a:p>
          <a:p>
            <a:pPr eaLnBrk="1" hangingPunct="1">
              <a:lnSpc>
                <a:spcPct val="80000"/>
              </a:lnSpc>
            </a:pPr>
            <a:r>
              <a:rPr lang="it-IT" altLang="it-IT" sz="2400">
                <a:ea typeface="ＭＳ Ｐゴシック" panose="020B0600070205080204" pitchFamily="34" charset="-128"/>
              </a:rPr>
              <a:t>Le clausole sono anche dette “cubi”, o “sottocubi”</a:t>
            </a:r>
          </a:p>
          <a:p>
            <a:pPr eaLnBrk="1" hangingPunct="1">
              <a:lnSpc>
                <a:spcPct val="80000"/>
              </a:lnSpc>
            </a:pPr>
            <a:r>
              <a:rPr lang="it-IT" altLang="it-IT" sz="2400">
                <a:ea typeface="ＭＳ Ｐゴシック" panose="020B0600070205080204" pitchFamily="34" charset="-128"/>
              </a:rPr>
              <a:t>Maggiore è la dimensione del sottocubo, minore l’ordine (numero di letterali) della clausola</a:t>
            </a:r>
          </a:p>
          <a:p>
            <a:pPr eaLnBrk="1" hangingPunct="1">
              <a:lnSpc>
                <a:spcPct val="80000"/>
              </a:lnSpc>
            </a:pPr>
            <a:r>
              <a:rPr lang="it-IT" altLang="it-IT" sz="2400">
                <a:ea typeface="ＭＳ Ｐゴシック" panose="020B0600070205080204" pitchFamily="34" charset="-128"/>
              </a:rPr>
              <a:t>I sottocubi di area massima rappresentano gli implicanti primi della funzione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egnaposto numero diapositiva 3">
            <a:extLst>
              <a:ext uri="{FF2B5EF4-FFF2-40B4-BE49-F238E27FC236}">
                <a16:creationId xmlns:a16="http://schemas.microsoft.com/office/drawing/2014/main" id="{E7799102-08D1-B44C-EC8E-1CE825A8518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DE7EFA1E-8EB9-4411-B508-A78AD1890F04}" type="slidenum">
              <a:rPr lang="it-IT" altLang="it-IT" sz="1400" smtClean="0">
                <a:solidFill>
                  <a:schemeClr val="folHlink"/>
                </a:solidFill>
              </a:rPr>
              <a:pPr>
                <a:spcBef>
                  <a:spcPct val="0"/>
                </a:spcBef>
                <a:buClrTx/>
                <a:buFontTx/>
                <a:buNone/>
              </a:pPr>
              <a:t>76</a:t>
            </a:fld>
            <a:endParaRPr lang="it-IT" altLang="it-IT" sz="1400">
              <a:solidFill>
                <a:schemeClr val="folHlink"/>
              </a:solidFill>
            </a:endParaRPr>
          </a:p>
        </p:txBody>
      </p:sp>
      <p:sp>
        <p:nvSpPr>
          <p:cNvPr id="105474" name="Rectangle 2">
            <a:extLst>
              <a:ext uri="{FF2B5EF4-FFF2-40B4-BE49-F238E27FC236}">
                <a16:creationId xmlns:a16="http://schemas.microsoft.com/office/drawing/2014/main" id="{BAEA9E5A-4845-F7D2-F690-5C26CD3A45F3}"/>
              </a:ext>
            </a:extLst>
          </p:cNvPr>
          <p:cNvSpPr>
            <a:spLocks noGrp="1" noChangeArrowheads="1"/>
          </p:cNvSpPr>
          <p:nvPr>
            <p:ph type="title"/>
          </p:nvPr>
        </p:nvSpPr>
        <p:spPr>
          <a:xfrm>
            <a:off x="323850" y="215900"/>
            <a:ext cx="8785225" cy="503238"/>
          </a:xfrm>
        </p:spPr>
        <p:txBody>
          <a:bodyPr/>
          <a:lstStyle/>
          <a:p>
            <a:pPr eaLnBrk="1" hangingPunct="1"/>
            <a:r>
              <a:rPr lang="it-IT" altLang="it-IT" sz="3600">
                <a:ea typeface="ＭＳ Ｐゴシック" panose="020B0600070205080204" pitchFamily="34" charset="-128"/>
              </a:rPr>
              <a:t>Diagrammi di Veitch e mappe di Karnaugh</a:t>
            </a:r>
          </a:p>
        </p:txBody>
      </p:sp>
      <p:pic>
        <p:nvPicPr>
          <p:cNvPr id="105475" name="Picture 3">
            <a:extLst>
              <a:ext uri="{FF2B5EF4-FFF2-40B4-BE49-F238E27FC236}">
                <a16:creationId xmlns:a16="http://schemas.microsoft.com/office/drawing/2014/main" id="{F6C853DA-0CE0-625F-D19B-85B0A97BC4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846" t="39500" r="59843" b="39125"/>
          <a:stretch>
            <a:fillRect/>
          </a:stretch>
        </p:blipFill>
        <p:spPr bwMode="auto">
          <a:xfrm>
            <a:off x="1692275" y="1944688"/>
            <a:ext cx="5976938"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graphicFrame>
        <p:nvGraphicFramePr>
          <p:cNvPr id="105476" name="Object 4">
            <a:extLst>
              <a:ext uri="{FF2B5EF4-FFF2-40B4-BE49-F238E27FC236}">
                <a16:creationId xmlns:a16="http://schemas.microsoft.com/office/drawing/2014/main" id="{64BB86E2-088B-4DDB-7AE3-3FB4A657EE5D}"/>
              </a:ext>
            </a:extLst>
          </p:cNvPr>
          <p:cNvGraphicFramePr>
            <a:graphicFrameLocks noGrp="1" noChangeAspect="1"/>
          </p:cNvGraphicFramePr>
          <p:nvPr>
            <p:ph idx="1"/>
          </p:nvPr>
        </p:nvGraphicFramePr>
        <p:xfrm>
          <a:off x="468313" y="5064125"/>
          <a:ext cx="8712200" cy="522288"/>
        </p:xfrm>
        <a:graphic>
          <a:graphicData uri="http://schemas.openxmlformats.org/presentationml/2006/ole">
            <mc:AlternateContent xmlns:mc="http://schemas.openxmlformats.org/markup-compatibility/2006">
              <mc:Choice xmlns:v="urn:schemas-microsoft-com:vml" Requires="v">
                <p:oleObj name="Equation" r:id="rId3" imgW="0" imgH="0" progId="Equation.3">
                  <p:embed/>
                </p:oleObj>
              </mc:Choice>
              <mc:Fallback>
                <p:oleObj name="Equation" r:id="rId3" imgW="0" imgH="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5064125"/>
                        <a:ext cx="8712200"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5477" name="Text Box 13">
            <a:extLst>
              <a:ext uri="{FF2B5EF4-FFF2-40B4-BE49-F238E27FC236}">
                <a16:creationId xmlns:a16="http://schemas.microsoft.com/office/drawing/2014/main" id="{8060693F-2813-8042-4199-8070036DB7CE}"/>
              </a:ext>
            </a:extLst>
          </p:cNvPr>
          <p:cNvSpPr txBox="1">
            <a:spLocks noChangeArrowheads="1"/>
          </p:cNvSpPr>
          <p:nvPr/>
        </p:nvSpPr>
        <p:spPr bwMode="auto">
          <a:xfrm>
            <a:off x="755650" y="1368425"/>
            <a:ext cx="7921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Due modi per rappresentare la stessa funzione: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egnaposto numero diapositiva 3">
            <a:extLst>
              <a:ext uri="{FF2B5EF4-FFF2-40B4-BE49-F238E27FC236}">
                <a16:creationId xmlns:a16="http://schemas.microsoft.com/office/drawing/2014/main" id="{24C1805D-7FEB-2DB4-8F8A-4CC8AE6CC93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6CC1DFC4-FA96-4F5C-BEF2-D330454E45E1}" type="slidenum">
              <a:rPr lang="it-IT" altLang="it-IT" sz="1400" smtClean="0">
                <a:solidFill>
                  <a:schemeClr val="folHlink"/>
                </a:solidFill>
              </a:rPr>
              <a:pPr>
                <a:spcBef>
                  <a:spcPct val="0"/>
                </a:spcBef>
                <a:buClrTx/>
                <a:buFontTx/>
                <a:buNone/>
              </a:pPr>
              <a:t>77</a:t>
            </a:fld>
            <a:endParaRPr lang="it-IT" altLang="it-IT" sz="1400">
              <a:solidFill>
                <a:schemeClr val="folHlink"/>
              </a:solidFill>
            </a:endParaRPr>
          </a:p>
        </p:txBody>
      </p:sp>
      <p:sp>
        <p:nvSpPr>
          <p:cNvPr id="106498" name="Rectangle 2">
            <a:extLst>
              <a:ext uri="{FF2B5EF4-FFF2-40B4-BE49-F238E27FC236}">
                <a16:creationId xmlns:a16="http://schemas.microsoft.com/office/drawing/2014/main" id="{0F6456D7-2580-01DA-36FA-16370D973A68}"/>
              </a:ext>
            </a:extLst>
          </p:cNvPr>
          <p:cNvSpPr>
            <a:spLocks noGrp="1" noChangeArrowheads="1"/>
          </p:cNvSpPr>
          <p:nvPr>
            <p:ph type="title"/>
          </p:nvPr>
        </p:nvSpPr>
        <p:spPr>
          <a:xfrm>
            <a:off x="323850" y="215900"/>
            <a:ext cx="8785225" cy="503238"/>
          </a:xfrm>
        </p:spPr>
        <p:txBody>
          <a:bodyPr/>
          <a:lstStyle/>
          <a:p>
            <a:pPr eaLnBrk="1" hangingPunct="1"/>
            <a:r>
              <a:rPr lang="it-IT" altLang="it-IT" sz="3600">
                <a:ea typeface="ＭＳ Ｐゴシック" panose="020B0600070205080204" pitchFamily="34" charset="-128"/>
              </a:rPr>
              <a:t>Diagrammi di Veitch e mappe di Karnaugh</a:t>
            </a:r>
          </a:p>
        </p:txBody>
      </p:sp>
      <p:pic>
        <p:nvPicPr>
          <p:cNvPr id="106499" name="Picture 4">
            <a:extLst>
              <a:ext uri="{FF2B5EF4-FFF2-40B4-BE49-F238E27FC236}">
                <a16:creationId xmlns:a16="http://schemas.microsoft.com/office/drawing/2014/main" id="{5BAECB48-92A7-5BA5-821D-A7A3B8972C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846" t="39500" r="59843" b="39125"/>
          <a:stretch>
            <a:fillRect/>
          </a:stretch>
        </p:blipFill>
        <p:spPr bwMode="auto">
          <a:xfrm>
            <a:off x="1692275" y="1944688"/>
            <a:ext cx="5976938"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graphicFrame>
        <p:nvGraphicFramePr>
          <p:cNvPr id="106500" name="Object 5">
            <a:extLst>
              <a:ext uri="{FF2B5EF4-FFF2-40B4-BE49-F238E27FC236}">
                <a16:creationId xmlns:a16="http://schemas.microsoft.com/office/drawing/2014/main" id="{6CAF8C2A-276B-D8BE-D29C-03A17276403B}"/>
              </a:ext>
            </a:extLst>
          </p:cNvPr>
          <p:cNvGraphicFramePr>
            <a:graphicFrameLocks noGrp="1" noChangeAspect="1"/>
          </p:cNvGraphicFramePr>
          <p:nvPr>
            <p:ph idx="1"/>
          </p:nvPr>
        </p:nvGraphicFramePr>
        <p:xfrm>
          <a:off x="468313" y="5064125"/>
          <a:ext cx="8712200" cy="522288"/>
        </p:xfrm>
        <a:graphic>
          <a:graphicData uri="http://schemas.openxmlformats.org/presentationml/2006/ole">
            <mc:AlternateContent xmlns:mc="http://schemas.openxmlformats.org/markup-compatibility/2006">
              <mc:Choice xmlns:v="urn:schemas-microsoft-com:vml" Requires="v">
                <p:oleObj name="Equation" r:id="rId3" imgW="0" imgH="0" progId="Equation.3">
                  <p:embed/>
                </p:oleObj>
              </mc:Choice>
              <mc:Fallback>
                <p:oleObj name="Equation" r:id="rId3" imgW="0" imgH="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5064125"/>
                        <a:ext cx="8712200"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6501" name="Line 7">
            <a:extLst>
              <a:ext uri="{FF2B5EF4-FFF2-40B4-BE49-F238E27FC236}">
                <a16:creationId xmlns:a16="http://schemas.microsoft.com/office/drawing/2014/main" id="{6BE66A35-B6AC-24BF-A1B0-3E70508B05BA}"/>
              </a:ext>
            </a:extLst>
          </p:cNvPr>
          <p:cNvSpPr>
            <a:spLocks noChangeShapeType="1"/>
          </p:cNvSpPr>
          <p:nvPr/>
        </p:nvSpPr>
        <p:spPr bwMode="auto">
          <a:xfrm flipV="1">
            <a:off x="1835150" y="4103688"/>
            <a:ext cx="576263" cy="9366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106502" name="Line 8">
            <a:extLst>
              <a:ext uri="{FF2B5EF4-FFF2-40B4-BE49-F238E27FC236}">
                <a16:creationId xmlns:a16="http://schemas.microsoft.com/office/drawing/2014/main" id="{CEF6706F-8299-F6A8-9B53-14B4795C0478}"/>
              </a:ext>
            </a:extLst>
          </p:cNvPr>
          <p:cNvSpPr>
            <a:spLocks noChangeShapeType="1"/>
          </p:cNvSpPr>
          <p:nvPr/>
        </p:nvSpPr>
        <p:spPr bwMode="auto">
          <a:xfrm flipV="1">
            <a:off x="2700338" y="3311525"/>
            <a:ext cx="215900" cy="172878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106503" name="Line 9">
            <a:extLst>
              <a:ext uri="{FF2B5EF4-FFF2-40B4-BE49-F238E27FC236}">
                <a16:creationId xmlns:a16="http://schemas.microsoft.com/office/drawing/2014/main" id="{64671127-7D25-DE80-276D-0C874615CA5A}"/>
              </a:ext>
            </a:extLst>
          </p:cNvPr>
          <p:cNvSpPr>
            <a:spLocks noChangeShapeType="1"/>
          </p:cNvSpPr>
          <p:nvPr/>
        </p:nvSpPr>
        <p:spPr bwMode="auto">
          <a:xfrm flipV="1">
            <a:off x="3492500" y="4103688"/>
            <a:ext cx="71438" cy="108108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106504" name="Line 10">
            <a:extLst>
              <a:ext uri="{FF2B5EF4-FFF2-40B4-BE49-F238E27FC236}">
                <a16:creationId xmlns:a16="http://schemas.microsoft.com/office/drawing/2014/main" id="{21834AF9-BDCE-0977-3528-A99655F8D3B9}"/>
              </a:ext>
            </a:extLst>
          </p:cNvPr>
          <p:cNvSpPr>
            <a:spLocks noChangeShapeType="1"/>
          </p:cNvSpPr>
          <p:nvPr/>
        </p:nvSpPr>
        <p:spPr bwMode="auto">
          <a:xfrm flipV="1">
            <a:off x="5292725" y="4176713"/>
            <a:ext cx="142875" cy="863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106505" name="Line 11">
            <a:extLst>
              <a:ext uri="{FF2B5EF4-FFF2-40B4-BE49-F238E27FC236}">
                <a16:creationId xmlns:a16="http://schemas.microsoft.com/office/drawing/2014/main" id="{A1A8F2EC-5217-E182-BC69-FCB685EC4B26}"/>
              </a:ext>
            </a:extLst>
          </p:cNvPr>
          <p:cNvSpPr>
            <a:spLocks noChangeShapeType="1"/>
          </p:cNvSpPr>
          <p:nvPr/>
        </p:nvSpPr>
        <p:spPr bwMode="auto">
          <a:xfrm flipV="1">
            <a:off x="5795963" y="3527425"/>
            <a:ext cx="576262" cy="15843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106506" name="Line 12">
            <a:extLst>
              <a:ext uri="{FF2B5EF4-FFF2-40B4-BE49-F238E27FC236}">
                <a16:creationId xmlns:a16="http://schemas.microsoft.com/office/drawing/2014/main" id="{F9904F6B-7A82-D777-8069-67D15983F2E8}"/>
              </a:ext>
            </a:extLst>
          </p:cNvPr>
          <p:cNvSpPr>
            <a:spLocks noChangeShapeType="1"/>
          </p:cNvSpPr>
          <p:nvPr/>
        </p:nvSpPr>
        <p:spPr bwMode="auto">
          <a:xfrm flipH="1" flipV="1">
            <a:off x="6084888" y="3240088"/>
            <a:ext cx="431800" cy="187166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106507" name="Line 13">
            <a:extLst>
              <a:ext uri="{FF2B5EF4-FFF2-40B4-BE49-F238E27FC236}">
                <a16:creationId xmlns:a16="http://schemas.microsoft.com/office/drawing/2014/main" id="{E851514B-B0EC-2372-5A0D-B98675860EAF}"/>
              </a:ext>
            </a:extLst>
          </p:cNvPr>
          <p:cNvSpPr>
            <a:spLocks noChangeShapeType="1"/>
          </p:cNvSpPr>
          <p:nvPr/>
        </p:nvSpPr>
        <p:spPr bwMode="auto">
          <a:xfrm flipH="1" flipV="1">
            <a:off x="6659563" y="4032250"/>
            <a:ext cx="1873250" cy="11525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106508" name="Line 14">
            <a:extLst>
              <a:ext uri="{FF2B5EF4-FFF2-40B4-BE49-F238E27FC236}">
                <a16:creationId xmlns:a16="http://schemas.microsoft.com/office/drawing/2014/main" id="{60ACBF1B-2861-8EF3-89DE-ABA159FCDE7C}"/>
              </a:ext>
            </a:extLst>
          </p:cNvPr>
          <p:cNvSpPr>
            <a:spLocks noChangeShapeType="1"/>
          </p:cNvSpPr>
          <p:nvPr/>
        </p:nvSpPr>
        <p:spPr bwMode="auto">
          <a:xfrm flipH="1" flipV="1">
            <a:off x="7019925" y="3600450"/>
            <a:ext cx="720725" cy="143986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106509" name="Text Box 15">
            <a:extLst>
              <a:ext uri="{FF2B5EF4-FFF2-40B4-BE49-F238E27FC236}">
                <a16:creationId xmlns:a16="http://schemas.microsoft.com/office/drawing/2014/main" id="{5D1E62ED-78F3-CC46-7C8A-21E67D50F057}"/>
              </a:ext>
            </a:extLst>
          </p:cNvPr>
          <p:cNvSpPr txBox="1">
            <a:spLocks noChangeArrowheads="1"/>
          </p:cNvSpPr>
          <p:nvPr/>
        </p:nvSpPr>
        <p:spPr bwMode="auto">
          <a:xfrm>
            <a:off x="755650" y="1368425"/>
            <a:ext cx="79216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rgbClr val="FF0000"/>
                </a:solidFill>
              </a:rPr>
              <a:t>Due modi per rappresentare la stessa funzione</a:t>
            </a:r>
            <a:r>
              <a:rPr lang="it-IT" altLang="it-IT" sz="2400">
                <a:solidFill>
                  <a:schemeClr val="tx1"/>
                </a:solidFill>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egnaposto numero diapositiva 3">
            <a:extLst>
              <a:ext uri="{FF2B5EF4-FFF2-40B4-BE49-F238E27FC236}">
                <a16:creationId xmlns:a16="http://schemas.microsoft.com/office/drawing/2014/main" id="{8463CE3B-302E-C039-9799-7277AC5265B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FDD1A717-4E65-4D11-ADE3-A8A97F9A4CF6}" type="slidenum">
              <a:rPr lang="it-IT" altLang="it-IT" sz="1400" smtClean="0">
                <a:solidFill>
                  <a:schemeClr val="folHlink"/>
                </a:solidFill>
              </a:rPr>
              <a:pPr>
                <a:spcBef>
                  <a:spcPct val="0"/>
                </a:spcBef>
                <a:buClrTx/>
                <a:buFontTx/>
                <a:buNone/>
              </a:pPr>
              <a:t>78</a:t>
            </a:fld>
            <a:endParaRPr lang="it-IT" altLang="it-IT" sz="1400">
              <a:solidFill>
                <a:schemeClr val="folHlink"/>
              </a:solidFill>
            </a:endParaRPr>
          </a:p>
        </p:txBody>
      </p:sp>
      <p:sp>
        <p:nvSpPr>
          <p:cNvPr id="107522" name="Rectangle 2">
            <a:extLst>
              <a:ext uri="{FF2B5EF4-FFF2-40B4-BE49-F238E27FC236}">
                <a16:creationId xmlns:a16="http://schemas.microsoft.com/office/drawing/2014/main" id="{DD5B6978-4ED3-F527-5194-38390BE13A98}"/>
              </a:ext>
            </a:extLst>
          </p:cNvPr>
          <p:cNvSpPr>
            <a:spLocks noGrp="1" noChangeArrowheads="1"/>
          </p:cNvSpPr>
          <p:nvPr>
            <p:ph type="title"/>
          </p:nvPr>
        </p:nvSpPr>
        <p:spPr>
          <a:xfrm>
            <a:off x="323850" y="215900"/>
            <a:ext cx="8856663" cy="503238"/>
          </a:xfrm>
        </p:spPr>
        <p:txBody>
          <a:bodyPr/>
          <a:lstStyle/>
          <a:p>
            <a:pPr eaLnBrk="1" hangingPunct="1"/>
            <a:r>
              <a:rPr lang="it-IT" altLang="it-IT" sz="3600">
                <a:ea typeface="ＭＳ Ｐゴシック" panose="020B0600070205080204" pitchFamily="34" charset="-128"/>
              </a:rPr>
              <a:t>Diagrammi di Veitch e mappe di Karnaugh</a:t>
            </a:r>
          </a:p>
        </p:txBody>
      </p:sp>
      <p:pic>
        <p:nvPicPr>
          <p:cNvPr id="107523" name="Picture 4">
            <a:extLst>
              <a:ext uri="{FF2B5EF4-FFF2-40B4-BE49-F238E27FC236}">
                <a16:creationId xmlns:a16="http://schemas.microsoft.com/office/drawing/2014/main" id="{9A190C0B-9971-D2FA-8C17-31FB86CBE3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0742" t="66145" r="44792" b="11166"/>
          <a:stretch>
            <a:fillRect/>
          </a:stretch>
        </p:blipFill>
        <p:spPr bwMode="auto">
          <a:xfrm>
            <a:off x="2916238" y="2227263"/>
            <a:ext cx="3384550"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07524" name="Rectangle 5">
            <a:extLst>
              <a:ext uri="{FF2B5EF4-FFF2-40B4-BE49-F238E27FC236}">
                <a16:creationId xmlns:a16="http://schemas.microsoft.com/office/drawing/2014/main" id="{81A03309-4CE5-27A6-D7A0-2D3041DC037C}"/>
              </a:ext>
            </a:extLst>
          </p:cNvPr>
          <p:cNvSpPr>
            <a:spLocks noGrp="1" noChangeArrowheads="1"/>
          </p:cNvSpPr>
          <p:nvPr>
            <p:ph type="body" idx="1"/>
          </p:nvPr>
        </p:nvSpPr>
        <p:spPr>
          <a:xfrm>
            <a:off x="684213" y="1727200"/>
            <a:ext cx="8459787" cy="4105275"/>
          </a:xfrm>
          <a:noFill/>
        </p:spPr>
        <p:txBody>
          <a:bodyPr/>
          <a:lstStyle/>
          <a:p>
            <a:pPr eaLnBrk="1" hangingPunct="1"/>
            <a:r>
              <a:rPr lang="it-IT" altLang="it-IT">
                <a:ea typeface="ＭＳ Ｐゴシック" panose="020B0600070205080204" pitchFamily="34" charset="-128"/>
              </a:rPr>
              <a:t>Mappe per funzioni in forma 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egnaposto numero diapositiva 3">
            <a:extLst>
              <a:ext uri="{FF2B5EF4-FFF2-40B4-BE49-F238E27FC236}">
                <a16:creationId xmlns:a16="http://schemas.microsoft.com/office/drawing/2014/main" id="{23966E41-5478-82F4-DEAF-72A99B36494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35BFD21E-99E3-4A62-8EFC-6DC15C466887}" type="slidenum">
              <a:rPr lang="it-IT" altLang="it-IT" sz="1400" smtClean="0">
                <a:solidFill>
                  <a:schemeClr val="folHlink"/>
                </a:solidFill>
              </a:rPr>
              <a:pPr>
                <a:spcBef>
                  <a:spcPct val="0"/>
                </a:spcBef>
                <a:buClrTx/>
                <a:buFontTx/>
                <a:buNone/>
              </a:pPr>
              <a:t>79</a:t>
            </a:fld>
            <a:endParaRPr lang="it-IT" altLang="it-IT" sz="1400">
              <a:solidFill>
                <a:schemeClr val="folHlink"/>
              </a:solidFill>
            </a:endParaRPr>
          </a:p>
        </p:txBody>
      </p:sp>
      <p:sp>
        <p:nvSpPr>
          <p:cNvPr id="108546" name="Rectangle 2">
            <a:extLst>
              <a:ext uri="{FF2B5EF4-FFF2-40B4-BE49-F238E27FC236}">
                <a16:creationId xmlns:a16="http://schemas.microsoft.com/office/drawing/2014/main" id="{63BD5F7E-9561-EFB7-14FF-F737DBC30002}"/>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Funzioni di due variabili</a:t>
            </a:r>
          </a:p>
        </p:txBody>
      </p:sp>
      <p:pic>
        <p:nvPicPr>
          <p:cNvPr id="108547" name="Picture 4">
            <a:extLst>
              <a:ext uri="{FF2B5EF4-FFF2-40B4-BE49-F238E27FC236}">
                <a16:creationId xmlns:a16="http://schemas.microsoft.com/office/drawing/2014/main" id="{CC760F2E-4A15-FFE6-37FE-E1819714C7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56" t="25520" r="50977" b="47417"/>
          <a:stretch>
            <a:fillRect/>
          </a:stretch>
        </p:blipFill>
        <p:spPr bwMode="auto">
          <a:xfrm>
            <a:off x="827088" y="2319338"/>
            <a:ext cx="7921625"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08548" name="Text Box 5">
            <a:extLst>
              <a:ext uri="{FF2B5EF4-FFF2-40B4-BE49-F238E27FC236}">
                <a16:creationId xmlns:a16="http://schemas.microsoft.com/office/drawing/2014/main" id="{5AFAF9F0-C946-81D9-40BF-E72EE85E3B6B}"/>
              </a:ext>
            </a:extLst>
          </p:cNvPr>
          <p:cNvSpPr txBox="1">
            <a:spLocks noChangeArrowheads="1"/>
          </p:cNvSpPr>
          <p:nvPr/>
        </p:nvSpPr>
        <p:spPr bwMode="auto">
          <a:xfrm>
            <a:off x="684213" y="1439863"/>
            <a:ext cx="8424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Esistono 16 funzioni diverse di due variabili:</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egnaposto numero diapositiva 3">
            <a:extLst>
              <a:ext uri="{FF2B5EF4-FFF2-40B4-BE49-F238E27FC236}">
                <a16:creationId xmlns:a16="http://schemas.microsoft.com/office/drawing/2014/main" id="{E8017EDE-A8FB-D579-C1F5-312365A71F2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93B3726C-3F7C-40F1-A0F6-5106520BA44A}" type="slidenum">
              <a:rPr lang="it-IT" altLang="it-IT" sz="1400" smtClean="0">
                <a:solidFill>
                  <a:schemeClr val="folHlink"/>
                </a:solidFill>
              </a:rPr>
              <a:pPr>
                <a:spcBef>
                  <a:spcPct val="0"/>
                </a:spcBef>
                <a:buClrTx/>
                <a:buFontTx/>
                <a:buNone/>
              </a:pPr>
              <a:t>80</a:t>
            </a:fld>
            <a:endParaRPr lang="it-IT" altLang="it-IT" sz="1400">
              <a:solidFill>
                <a:schemeClr val="folHlink"/>
              </a:solidFill>
            </a:endParaRPr>
          </a:p>
        </p:txBody>
      </p:sp>
      <p:sp>
        <p:nvSpPr>
          <p:cNvPr id="109570" name="Rectangle 2">
            <a:extLst>
              <a:ext uri="{FF2B5EF4-FFF2-40B4-BE49-F238E27FC236}">
                <a16:creationId xmlns:a16="http://schemas.microsoft.com/office/drawing/2014/main" id="{C07FCF46-2F03-017B-7272-3E12F18ED902}"/>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Funzioni di due variabili</a:t>
            </a:r>
          </a:p>
        </p:txBody>
      </p:sp>
      <p:pic>
        <p:nvPicPr>
          <p:cNvPr id="109571" name="Picture 4">
            <a:extLst>
              <a:ext uri="{FF2B5EF4-FFF2-40B4-BE49-F238E27FC236}">
                <a16:creationId xmlns:a16="http://schemas.microsoft.com/office/drawing/2014/main" id="{BEADF1D9-5185-F678-0578-CD83748B9A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72" t="20792" r="48619" b="46292"/>
          <a:stretch>
            <a:fillRect/>
          </a:stretch>
        </p:blipFill>
        <p:spPr bwMode="auto">
          <a:xfrm>
            <a:off x="611188" y="1833563"/>
            <a:ext cx="8569325" cy="355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09572" name="CasellaDiTesto 5">
            <a:extLst>
              <a:ext uri="{FF2B5EF4-FFF2-40B4-BE49-F238E27FC236}">
                <a16:creationId xmlns:a16="http://schemas.microsoft.com/office/drawing/2014/main" id="{0028845E-2C34-2E50-F448-0FD4C12347EC}"/>
              </a:ext>
            </a:extLst>
          </p:cNvPr>
          <p:cNvSpPr txBox="1">
            <a:spLocks noChangeArrowheads="1"/>
          </p:cNvSpPr>
          <p:nvPr/>
        </p:nvSpPr>
        <p:spPr bwMode="auto">
          <a:xfrm>
            <a:off x="2359025" y="2414588"/>
            <a:ext cx="1785938" cy="338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lang="it-IT" altLang="it-IT" sz="1600" b="1">
                <a:solidFill>
                  <a:srgbClr val="3C3C1E"/>
                </a:solidFill>
                <a:latin typeface="Times New Roman" panose="02020603050405020304" pitchFamily="18" charset="0"/>
              </a:rPr>
              <a:t>contraddizione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Segnaposto numero diapositiva 3">
            <a:extLst>
              <a:ext uri="{FF2B5EF4-FFF2-40B4-BE49-F238E27FC236}">
                <a16:creationId xmlns:a16="http://schemas.microsoft.com/office/drawing/2014/main" id="{67A826A2-BE49-28B7-E573-606468E943B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49C6C8B4-B81D-475B-8E96-0A1BEE76C912}" type="slidenum">
              <a:rPr lang="it-IT" altLang="it-IT" sz="1400" smtClean="0">
                <a:solidFill>
                  <a:schemeClr val="folHlink"/>
                </a:solidFill>
              </a:rPr>
              <a:pPr>
                <a:spcBef>
                  <a:spcPct val="0"/>
                </a:spcBef>
                <a:buClrTx/>
                <a:buFontTx/>
                <a:buNone/>
              </a:pPr>
              <a:t>81</a:t>
            </a:fld>
            <a:endParaRPr lang="it-IT" altLang="it-IT" sz="1400">
              <a:solidFill>
                <a:schemeClr val="folHlink"/>
              </a:solidFill>
            </a:endParaRPr>
          </a:p>
        </p:txBody>
      </p:sp>
      <p:sp>
        <p:nvSpPr>
          <p:cNvPr id="110594" name="Rectangle 2">
            <a:extLst>
              <a:ext uri="{FF2B5EF4-FFF2-40B4-BE49-F238E27FC236}">
                <a16:creationId xmlns:a16="http://schemas.microsoft.com/office/drawing/2014/main" id="{45DBFE87-1D37-174F-C934-33CFC9EACBBF}"/>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Funzioni booleane “generalizzate”</a:t>
            </a:r>
          </a:p>
        </p:txBody>
      </p:sp>
      <p:graphicFrame>
        <p:nvGraphicFramePr>
          <p:cNvPr id="110595" name="Object 4">
            <a:extLst>
              <a:ext uri="{FF2B5EF4-FFF2-40B4-BE49-F238E27FC236}">
                <a16:creationId xmlns:a16="http://schemas.microsoft.com/office/drawing/2014/main" id="{A89078F6-D3C7-F608-8A2C-675D5F93C5A3}"/>
              </a:ext>
            </a:extLst>
          </p:cNvPr>
          <p:cNvGraphicFramePr>
            <a:graphicFrameLocks noGrp="1" noChangeAspect="1"/>
          </p:cNvGraphicFramePr>
          <p:nvPr>
            <p:ph idx="1"/>
          </p:nvPr>
        </p:nvGraphicFramePr>
        <p:xfrm>
          <a:off x="827088" y="1368425"/>
          <a:ext cx="5500687" cy="2379663"/>
        </p:xfrm>
        <a:graphic>
          <a:graphicData uri="http://schemas.openxmlformats.org/presentationml/2006/ole">
            <mc:AlternateContent xmlns:mc="http://schemas.openxmlformats.org/markup-compatibility/2006">
              <mc:Choice xmlns:v="urn:schemas-microsoft-com:vml" Requires="v">
                <p:oleObj name="Equation" r:id="rId3" imgW="0" imgH="0" progId="Equation.3">
                  <p:embed/>
                </p:oleObj>
              </mc:Choice>
              <mc:Fallback>
                <p:oleObj name="Equation" r:id="rId3" imgW="0" imgH="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368425"/>
                        <a:ext cx="5500687" cy="2379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110596" name="Picture 6">
            <a:extLst>
              <a:ext uri="{FF2B5EF4-FFF2-40B4-BE49-F238E27FC236}">
                <a16:creationId xmlns:a16="http://schemas.microsoft.com/office/drawing/2014/main" id="{F990F385-3B02-AC20-7A26-8BDC70D7F7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6536" t="47250" r="62396" b="39520"/>
          <a:stretch>
            <a:fillRect/>
          </a:stretch>
        </p:blipFill>
        <p:spPr bwMode="auto">
          <a:xfrm>
            <a:off x="2051050" y="4248150"/>
            <a:ext cx="3960813"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110597" name="Text Box 7">
            <a:extLst>
              <a:ext uri="{FF2B5EF4-FFF2-40B4-BE49-F238E27FC236}">
                <a16:creationId xmlns:a16="http://schemas.microsoft.com/office/drawing/2014/main" id="{7FD8A68C-EF86-FD79-AEED-6D4DC171E307}"/>
              </a:ext>
            </a:extLst>
          </p:cNvPr>
          <p:cNvSpPr txBox="1">
            <a:spLocks noChangeArrowheads="1"/>
          </p:cNvSpPr>
          <p:nvPr/>
        </p:nvSpPr>
        <p:spPr bwMode="auto">
          <a:xfrm>
            <a:off x="6948488" y="4032250"/>
            <a:ext cx="2160587"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solidFill>
                  <a:schemeClr val="tx1"/>
                </a:solidFill>
              </a:rPr>
              <a:t>Si può vedere come un’unica funzione a più uscite</a:t>
            </a:r>
          </a:p>
        </p:txBody>
      </p:sp>
      <p:sp>
        <p:nvSpPr>
          <p:cNvPr id="110598" name="Line 8">
            <a:extLst>
              <a:ext uri="{FF2B5EF4-FFF2-40B4-BE49-F238E27FC236}">
                <a16:creationId xmlns:a16="http://schemas.microsoft.com/office/drawing/2014/main" id="{1C580C64-C9E1-28A7-8021-F413A9BDF35F}"/>
              </a:ext>
            </a:extLst>
          </p:cNvPr>
          <p:cNvSpPr>
            <a:spLocks noChangeShapeType="1"/>
          </p:cNvSpPr>
          <p:nvPr/>
        </p:nvSpPr>
        <p:spPr bwMode="auto">
          <a:xfrm flipH="1">
            <a:off x="6300788" y="4824413"/>
            <a:ext cx="431800" cy="714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
        <p:nvSpPr>
          <p:cNvPr id="110599" name="Line 9">
            <a:extLst>
              <a:ext uri="{FF2B5EF4-FFF2-40B4-BE49-F238E27FC236}">
                <a16:creationId xmlns:a16="http://schemas.microsoft.com/office/drawing/2014/main" id="{BF2306C6-1816-7278-7641-8D6B27648268}"/>
              </a:ext>
            </a:extLst>
          </p:cNvPr>
          <p:cNvSpPr>
            <a:spLocks noChangeShapeType="1"/>
          </p:cNvSpPr>
          <p:nvPr/>
        </p:nvSpPr>
        <p:spPr bwMode="auto">
          <a:xfrm flipH="1" flipV="1">
            <a:off x="6659563" y="3455988"/>
            <a:ext cx="433387" cy="431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spAutoFit/>
          </a:bodyPr>
          <a:lstStyle/>
          <a:p>
            <a:endParaRPr lang="it-IT"/>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41" name="Segnaposto numero diapositiva 3">
            <a:extLst>
              <a:ext uri="{FF2B5EF4-FFF2-40B4-BE49-F238E27FC236}">
                <a16:creationId xmlns:a16="http://schemas.microsoft.com/office/drawing/2014/main" id="{6ADCA262-2E71-421B-6C44-6D9AC91FA3F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77FDCAF9-FD18-4373-8698-A964C61EE45F}" type="slidenum">
              <a:rPr lang="it-IT" altLang="it-IT" sz="1400" smtClean="0">
                <a:solidFill>
                  <a:schemeClr val="folHlink"/>
                </a:solidFill>
              </a:rPr>
              <a:pPr>
                <a:spcBef>
                  <a:spcPct val="0"/>
                </a:spcBef>
                <a:buClrTx/>
                <a:buFontTx/>
                <a:buNone/>
              </a:pPr>
              <a:t>82</a:t>
            </a:fld>
            <a:endParaRPr lang="it-IT" altLang="it-IT" sz="1400">
              <a:solidFill>
                <a:schemeClr val="folHlink"/>
              </a:solidFill>
            </a:endParaRPr>
          </a:p>
        </p:txBody>
      </p:sp>
      <p:sp>
        <p:nvSpPr>
          <p:cNvPr id="112642" name="Rectangle 2">
            <a:extLst>
              <a:ext uri="{FF2B5EF4-FFF2-40B4-BE49-F238E27FC236}">
                <a16:creationId xmlns:a16="http://schemas.microsoft.com/office/drawing/2014/main" id="{F557EFFE-3B70-40BD-A9EF-FA273AE993D1}"/>
              </a:ext>
            </a:extLst>
          </p:cNvPr>
          <p:cNvSpPr>
            <a:spLocks noGrp="1" noChangeArrowheads="1"/>
          </p:cNvSpPr>
          <p:nvPr>
            <p:ph type="title"/>
          </p:nvPr>
        </p:nvSpPr>
        <p:spPr>
          <a:xfrm>
            <a:off x="323850" y="215900"/>
            <a:ext cx="9001125" cy="503238"/>
          </a:xfrm>
        </p:spPr>
        <p:txBody>
          <a:bodyPr/>
          <a:lstStyle/>
          <a:p>
            <a:pPr eaLnBrk="1" hangingPunct="1"/>
            <a:r>
              <a:rPr lang="it-IT" altLang="it-IT" sz="3600">
                <a:ea typeface="ＭＳ Ｐゴシック" panose="020B0600070205080204" pitchFamily="34" charset="-128"/>
              </a:rPr>
              <a:t>Funzioni booleane “generalizzate”: esempi</a:t>
            </a:r>
          </a:p>
        </p:txBody>
      </p:sp>
      <p:graphicFrame>
        <p:nvGraphicFramePr>
          <p:cNvPr id="112643" name="Object 6">
            <a:extLst>
              <a:ext uri="{FF2B5EF4-FFF2-40B4-BE49-F238E27FC236}">
                <a16:creationId xmlns:a16="http://schemas.microsoft.com/office/drawing/2014/main" id="{5D06D41B-1891-71DE-4D33-7FA95245D260}"/>
              </a:ext>
            </a:extLst>
          </p:cNvPr>
          <p:cNvGraphicFramePr>
            <a:graphicFrameLocks noGrp="1" noChangeAspect="1"/>
          </p:cNvGraphicFramePr>
          <p:nvPr>
            <p:ph idx="1"/>
          </p:nvPr>
        </p:nvGraphicFramePr>
        <p:xfrm>
          <a:off x="1114425" y="1362075"/>
          <a:ext cx="3241675" cy="1662113"/>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425" y="1362075"/>
                        <a:ext cx="3241675" cy="166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112644" name="Picture 8">
            <a:extLst>
              <a:ext uri="{FF2B5EF4-FFF2-40B4-BE49-F238E27FC236}">
                <a16:creationId xmlns:a16="http://schemas.microsoft.com/office/drawing/2014/main" id="{CA53643D-58A4-6E73-CDA7-3C972DF230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5950" t="65208" r="63580" b="12105"/>
          <a:stretch>
            <a:fillRect/>
          </a:stretch>
        </p:blipFill>
        <p:spPr bwMode="auto">
          <a:xfrm>
            <a:off x="827088" y="3444875"/>
            <a:ext cx="3240087" cy="224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graphicFrame>
        <p:nvGraphicFramePr>
          <p:cNvPr id="112645" name="Object 9">
            <a:extLst>
              <a:ext uri="{FF2B5EF4-FFF2-40B4-BE49-F238E27FC236}">
                <a16:creationId xmlns:a16="http://schemas.microsoft.com/office/drawing/2014/main" id="{41E4791A-319B-91FE-2477-54DEA1FB5CB7}"/>
              </a:ext>
            </a:extLst>
          </p:cNvPr>
          <p:cNvGraphicFramePr>
            <a:graphicFrameLocks noChangeAspect="1"/>
          </p:cNvGraphicFramePr>
          <p:nvPr/>
        </p:nvGraphicFramePr>
        <p:xfrm>
          <a:off x="6227763" y="1828800"/>
          <a:ext cx="1728787" cy="619125"/>
        </p:xfrm>
        <a:graphic>
          <a:graphicData uri="http://schemas.openxmlformats.org/presentationml/2006/ole">
            <mc:AlternateContent xmlns:mc="http://schemas.openxmlformats.org/markup-compatibility/2006">
              <mc:Choice xmlns:v="urn:schemas-microsoft-com:vml" Requires="v">
                <p:oleObj name="Equation" r:id="rId5" imgW="0" imgH="0" progId="Equation.3">
                  <p:embed/>
                </p:oleObj>
              </mc:Choice>
              <mc:Fallback>
                <p:oleObj name="Equation" r:id="rId5" imgW="0" imgH="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7763" y="1828800"/>
                        <a:ext cx="1728787"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112646" name="Picture 11">
            <a:extLst>
              <a:ext uri="{FF2B5EF4-FFF2-40B4-BE49-F238E27FC236}">
                <a16:creationId xmlns:a16="http://schemas.microsoft.com/office/drawing/2014/main" id="{680ED5CA-27BE-29C1-B64C-7A6D7524A5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30716" t="45354" r="60039" b="36708"/>
          <a:stretch>
            <a:fillRect/>
          </a:stretch>
        </p:blipFill>
        <p:spPr bwMode="auto">
          <a:xfrm>
            <a:off x="5868988" y="3311525"/>
            <a:ext cx="2197100"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egnaposto numero diapositiva 4">
            <a:extLst>
              <a:ext uri="{FF2B5EF4-FFF2-40B4-BE49-F238E27FC236}">
                <a16:creationId xmlns:a16="http://schemas.microsoft.com/office/drawing/2014/main" id="{A5B949C5-6C2A-C3F2-9DBE-C4A53E33D02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59C27DD8-A379-485E-AE94-28EC7B40943F}" type="slidenum">
              <a:rPr lang="it-IT" altLang="it-IT" sz="1400" smtClean="0">
                <a:solidFill>
                  <a:schemeClr val="folHlink"/>
                </a:solidFill>
              </a:rPr>
              <a:pPr>
                <a:spcBef>
                  <a:spcPct val="0"/>
                </a:spcBef>
                <a:buClrTx/>
                <a:buFontTx/>
                <a:buNone/>
              </a:pPr>
              <a:t>83</a:t>
            </a:fld>
            <a:endParaRPr lang="it-IT" altLang="it-IT" sz="1400">
              <a:solidFill>
                <a:schemeClr val="folHlink"/>
              </a:solidFill>
            </a:endParaRPr>
          </a:p>
        </p:txBody>
      </p:sp>
      <p:sp>
        <p:nvSpPr>
          <p:cNvPr id="113666" name="Rectangle 2">
            <a:extLst>
              <a:ext uri="{FF2B5EF4-FFF2-40B4-BE49-F238E27FC236}">
                <a16:creationId xmlns:a16="http://schemas.microsoft.com/office/drawing/2014/main" id="{E32AA997-9C62-F887-B7D4-9A17B97FEA49}"/>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Funzioni NAND e NOR</a:t>
            </a:r>
          </a:p>
        </p:txBody>
      </p:sp>
      <p:graphicFrame>
        <p:nvGraphicFramePr>
          <p:cNvPr id="113667" name="Object 4">
            <a:extLst>
              <a:ext uri="{FF2B5EF4-FFF2-40B4-BE49-F238E27FC236}">
                <a16:creationId xmlns:a16="http://schemas.microsoft.com/office/drawing/2014/main" id="{DF13AD5A-BCE0-2A0F-5503-5CA92C37CE20}"/>
              </a:ext>
            </a:extLst>
          </p:cNvPr>
          <p:cNvGraphicFramePr>
            <a:graphicFrameLocks noGrp="1" noChangeAspect="1"/>
          </p:cNvGraphicFramePr>
          <p:nvPr>
            <p:ph sz="half" idx="1"/>
          </p:nvPr>
        </p:nvGraphicFramePr>
        <p:xfrm>
          <a:off x="1908175" y="1655763"/>
          <a:ext cx="3889375" cy="1389062"/>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1655763"/>
                        <a:ext cx="3889375" cy="138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13668" name="AutoShape 9">
            <a:extLst>
              <a:ext uri="{FF2B5EF4-FFF2-40B4-BE49-F238E27FC236}">
                <a16:creationId xmlns:a16="http://schemas.microsoft.com/office/drawing/2014/main" id="{17B7B125-CD2C-907D-A343-822F95E4220A}"/>
              </a:ext>
            </a:extLst>
          </p:cNvPr>
          <p:cNvSpPr>
            <a:spLocks noChangeArrowheads="1"/>
          </p:cNvSpPr>
          <p:nvPr/>
        </p:nvSpPr>
        <p:spPr bwMode="auto">
          <a:xfrm flipH="1">
            <a:off x="4427538" y="3095625"/>
            <a:ext cx="2952750" cy="720725"/>
          </a:xfrm>
          <a:prstGeom prst="curvedUpArrow">
            <a:avLst>
              <a:gd name="adj1" fmla="val 38997"/>
              <a:gd name="adj2" fmla="val 120935"/>
              <a:gd name="adj3" fmla="val 33333"/>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113669" name="Text Box 10">
            <a:extLst>
              <a:ext uri="{FF2B5EF4-FFF2-40B4-BE49-F238E27FC236}">
                <a16:creationId xmlns:a16="http://schemas.microsoft.com/office/drawing/2014/main" id="{C08617EA-4D2C-941D-1771-4482D708A0C7}"/>
              </a:ext>
            </a:extLst>
          </p:cNvPr>
          <p:cNvSpPr txBox="1">
            <a:spLocks noChangeArrowheads="1"/>
          </p:cNvSpPr>
          <p:nvPr/>
        </p:nvSpPr>
        <p:spPr bwMode="auto">
          <a:xfrm>
            <a:off x="6732588" y="2592388"/>
            <a:ext cx="1871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lang="it-IT" altLang="it-IT" sz="2400">
                <a:solidFill>
                  <a:schemeClr val="tx1"/>
                </a:solidFill>
              </a:rPr>
              <a:t>De Morgan</a:t>
            </a:r>
          </a:p>
        </p:txBody>
      </p:sp>
      <p:sp>
        <p:nvSpPr>
          <p:cNvPr id="113670" name="Rectangle 11">
            <a:extLst>
              <a:ext uri="{FF2B5EF4-FFF2-40B4-BE49-F238E27FC236}">
                <a16:creationId xmlns:a16="http://schemas.microsoft.com/office/drawing/2014/main" id="{9A3876F0-1161-9D10-3266-A973E5B25E05}"/>
              </a:ext>
            </a:extLst>
          </p:cNvPr>
          <p:cNvSpPr>
            <a:spLocks noChangeArrowheads="1"/>
          </p:cNvSpPr>
          <p:nvPr/>
        </p:nvSpPr>
        <p:spPr bwMode="auto">
          <a:xfrm>
            <a:off x="1619250" y="1584325"/>
            <a:ext cx="2808288" cy="1511300"/>
          </a:xfrm>
          <a:prstGeom prst="rect">
            <a:avLst/>
          </a:prstGeom>
          <a:noFill/>
          <a:ln w="254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aphicFrame>
        <p:nvGraphicFramePr>
          <p:cNvPr id="113671" name="Object 12">
            <a:extLst>
              <a:ext uri="{FF2B5EF4-FFF2-40B4-BE49-F238E27FC236}">
                <a16:creationId xmlns:a16="http://schemas.microsoft.com/office/drawing/2014/main" id="{C3CF577D-09D5-292E-7BC1-1FDBF0BD2335}"/>
              </a:ext>
            </a:extLst>
          </p:cNvPr>
          <p:cNvGraphicFramePr>
            <a:graphicFrameLocks noGrp="1" noChangeAspect="1"/>
          </p:cNvGraphicFramePr>
          <p:nvPr>
            <p:ph sz="half" idx="2"/>
          </p:nvPr>
        </p:nvGraphicFramePr>
        <p:xfrm>
          <a:off x="1042988" y="4689475"/>
          <a:ext cx="6840537" cy="1081088"/>
        </p:xfrm>
        <a:graphic>
          <a:graphicData uri="http://schemas.openxmlformats.org/presentationml/2006/ole">
            <mc:AlternateContent xmlns:mc="http://schemas.openxmlformats.org/markup-compatibility/2006">
              <mc:Choice xmlns:v="urn:schemas-microsoft-com:vml" Requires="v">
                <p:oleObj name="Equation" r:id="rId4" imgW="0" imgH="0" progId="Equation.3">
                  <p:embed/>
                </p:oleObj>
              </mc:Choice>
              <mc:Fallback>
                <p:oleObj name="Equation" r:id="rId4" imgW="0" imgH="0"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4689475"/>
                        <a:ext cx="6840537" cy="1081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13672" name="Rectangle 14">
            <a:extLst>
              <a:ext uri="{FF2B5EF4-FFF2-40B4-BE49-F238E27FC236}">
                <a16:creationId xmlns:a16="http://schemas.microsoft.com/office/drawing/2014/main" id="{CF0BD91C-413C-2D7D-1FDC-6CB32BE8119E}"/>
              </a:ext>
            </a:extLst>
          </p:cNvPr>
          <p:cNvSpPr>
            <a:spLocks noChangeArrowheads="1"/>
          </p:cNvSpPr>
          <p:nvPr/>
        </p:nvSpPr>
        <p:spPr bwMode="auto">
          <a:xfrm>
            <a:off x="900113" y="4464050"/>
            <a:ext cx="4751387" cy="1511300"/>
          </a:xfrm>
          <a:prstGeom prst="rect">
            <a:avLst/>
          </a:prstGeom>
          <a:noFill/>
          <a:ln w="254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113673" name="CasellaDiTesto 9">
            <a:extLst>
              <a:ext uri="{FF2B5EF4-FFF2-40B4-BE49-F238E27FC236}">
                <a16:creationId xmlns:a16="http://schemas.microsoft.com/office/drawing/2014/main" id="{077CF405-57B7-8344-9C7A-7B6C2C99575A}"/>
              </a:ext>
            </a:extLst>
          </p:cNvPr>
          <p:cNvSpPr txBox="1">
            <a:spLocks noChangeArrowheads="1"/>
          </p:cNvSpPr>
          <p:nvPr/>
        </p:nvSpPr>
        <p:spPr bwMode="auto">
          <a:xfrm>
            <a:off x="215900" y="1849438"/>
            <a:ext cx="1285875"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lang="it-IT" altLang="it-IT" sz="2000">
                <a:solidFill>
                  <a:schemeClr val="tx1"/>
                </a:solidFill>
              </a:rPr>
              <a:t>NAND</a:t>
            </a:r>
          </a:p>
          <a:p>
            <a:pPr algn="ctr" eaLnBrk="1" hangingPunct="1">
              <a:spcBef>
                <a:spcPct val="50000"/>
              </a:spcBef>
              <a:buClrTx/>
              <a:buFontTx/>
              <a:buNone/>
            </a:pPr>
            <a:endParaRPr lang="it-IT" altLang="it-IT" sz="1200">
              <a:solidFill>
                <a:schemeClr val="tx1"/>
              </a:solidFill>
            </a:endParaRPr>
          </a:p>
          <a:p>
            <a:pPr algn="ctr" eaLnBrk="1" hangingPunct="1">
              <a:spcBef>
                <a:spcPct val="50000"/>
              </a:spcBef>
              <a:buClrTx/>
              <a:buFontTx/>
              <a:buNone/>
            </a:pPr>
            <a:r>
              <a:rPr lang="it-IT" altLang="it-IT" sz="2000">
                <a:solidFill>
                  <a:schemeClr val="tx1"/>
                </a:solidFill>
              </a:rPr>
              <a:t>NOR</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Segnaposto numero diapositiva 5">
            <a:extLst>
              <a:ext uri="{FF2B5EF4-FFF2-40B4-BE49-F238E27FC236}">
                <a16:creationId xmlns:a16="http://schemas.microsoft.com/office/drawing/2014/main" id="{33EFB9C5-18C9-D6B0-7D75-4599CEDEA91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0DD582F1-8F32-4BF3-9A9C-21F6BA111EF9}" type="slidenum">
              <a:rPr lang="it-IT" altLang="it-IT" sz="1400" smtClean="0">
                <a:solidFill>
                  <a:schemeClr val="folHlink"/>
                </a:solidFill>
              </a:rPr>
              <a:pPr>
                <a:spcBef>
                  <a:spcPct val="0"/>
                </a:spcBef>
                <a:buClrTx/>
                <a:buFontTx/>
                <a:buNone/>
              </a:pPr>
              <a:t>84</a:t>
            </a:fld>
            <a:endParaRPr lang="it-IT" altLang="it-IT" sz="1400">
              <a:solidFill>
                <a:schemeClr val="folHlink"/>
              </a:solidFill>
            </a:endParaRPr>
          </a:p>
        </p:txBody>
      </p:sp>
      <p:sp>
        <p:nvSpPr>
          <p:cNvPr id="114690" name="Rectangle 2">
            <a:extLst>
              <a:ext uri="{FF2B5EF4-FFF2-40B4-BE49-F238E27FC236}">
                <a16:creationId xmlns:a16="http://schemas.microsoft.com/office/drawing/2014/main" id="{F2940E26-BE8C-C323-1242-C3B0648E9DA3}"/>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Funzioni NAND e NOR</a:t>
            </a:r>
          </a:p>
        </p:txBody>
      </p:sp>
      <p:sp>
        <p:nvSpPr>
          <p:cNvPr id="114691" name="Rectangle 3">
            <a:extLst>
              <a:ext uri="{FF2B5EF4-FFF2-40B4-BE49-F238E27FC236}">
                <a16:creationId xmlns:a16="http://schemas.microsoft.com/office/drawing/2014/main" id="{C69A4A98-B795-5372-26B9-B488F7F755A0}"/>
              </a:ext>
            </a:extLst>
          </p:cNvPr>
          <p:cNvSpPr>
            <a:spLocks noGrp="1" noChangeArrowheads="1"/>
          </p:cNvSpPr>
          <p:nvPr>
            <p:ph type="body" sz="half" idx="1"/>
          </p:nvPr>
        </p:nvSpPr>
        <p:spPr>
          <a:xfrm>
            <a:off x="684213" y="1584325"/>
            <a:ext cx="8424862" cy="936625"/>
          </a:xfrm>
        </p:spPr>
        <p:txBody>
          <a:bodyPr/>
          <a:lstStyle/>
          <a:p>
            <a:pPr eaLnBrk="1" hangingPunct="1">
              <a:lnSpc>
                <a:spcPct val="90000"/>
              </a:lnSpc>
            </a:pPr>
            <a:r>
              <a:rPr lang="it-IT" altLang="it-IT" sz="2800">
                <a:ea typeface="ＭＳ Ｐゴシック" panose="020B0600070205080204" pitchFamily="34" charset="-128"/>
              </a:rPr>
              <a:t>NAND e NOR </a:t>
            </a:r>
            <a:r>
              <a:rPr lang="it-IT" altLang="it-IT" sz="2800" b="1" i="1">
                <a:ea typeface="ＭＳ Ｐゴシック" panose="020B0600070205080204" pitchFamily="34" charset="-128"/>
              </a:rPr>
              <a:t>non</a:t>
            </a:r>
            <a:r>
              <a:rPr lang="it-IT" altLang="it-IT" sz="2800">
                <a:ea typeface="ＭＳ Ｐゴシック" panose="020B0600070205080204" pitchFamily="34" charset="-128"/>
              </a:rPr>
              <a:t> godono della proprietà associativa</a:t>
            </a:r>
          </a:p>
        </p:txBody>
      </p:sp>
      <p:graphicFrame>
        <p:nvGraphicFramePr>
          <p:cNvPr id="114692" name="Object 4">
            <a:extLst>
              <a:ext uri="{FF2B5EF4-FFF2-40B4-BE49-F238E27FC236}">
                <a16:creationId xmlns:a16="http://schemas.microsoft.com/office/drawing/2014/main" id="{53547261-636F-D520-4A9A-96D97CCDF6F4}"/>
              </a:ext>
            </a:extLst>
          </p:cNvPr>
          <p:cNvGraphicFramePr>
            <a:graphicFrameLocks noGrp="1" noChangeAspect="1"/>
          </p:cNvGraphicFramePr>
          <p:nvPr>
            <p:ph sz="quarter" idx="2"/>
          </p:nvPr>
        </p:nvGraphicFramePr>
        <p:xfrm>
          <a:off x="1619250" y="2552700"/>
          <a:ext cx="6553200" cy="1192213"/>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2552700"/>
                        <a:ext cx="65532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14693" name="CasellaDiTesto 7">
            <a:extLst>
              <a:ext uri="{FF2B5EF4-FFF2-40B4-BE49-F238E27FC236}">
                <a16:creationId xmlns:a16="http://schemas.microsoft.com/office/drawing/2014/main" id="{4C0D2730-8975-9080-C636-EB3CF4273576}"/>
              </a:ext>
            </a:extLst>
          </p:cNvPr>
          <p:cNvSpPr txBox="1">
            <a:spLocks noChangeArrowheads="1"/>
          </p:cNvSpPr>
          <p:nvPr/>
        </p:nvSpPr>
        <p:spPr bwMode="auto">
          <a:xfrm>
            <a:off x="334963" y="2660650"/>
            <a:ext cx="128587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lang="it-IT" altLang="it-IT" sz="2000">
                <a:solidFill>
                  <a:schemeClr val="tx1"/>
                </a:solidFill>
              </a:rPr>
              <a:t>NAND</a:t>
            </a:r>
          </a:p>
          <a:p>
            <a:pPr algn="ctr" eaLnBrk="1" hangingPunct="1">
              <a:spcBef>
                <a:spcPct val="50000"/>
              </a:spcBef>
              <a:buClrTx/>
              <a:buFontTx/>
              <a:buNone/>
            </a:pPr>
            <a:endParaRPr lang="it-IT" altLang="it-IT" sz="1200">
              <a:solidFill>
                <a:schemeClr val="tx1"/>
              </a:solidFill>
            </a:endParaRPr>
          </a:p>
          <a:p>
            <a:pPr algn="ctr" eaLnBrk="1" hangingPunct="1">
              <a:spcBef>
                <a:spcPct val="50000"/>
              </a:spcBef>
              <a:buClrTx/>
              <a:buFontTx/>
              <a:buNone/>
            </a:pPr>
            <a:r>
              <a:rPr lang="it-IT" altLang="it-IT" sz="2000">
                <a:solidFill>
                  <a:schemeClr val="tx1"/>
                </a:solidFill>
              </a:rPr>
              <a:t>NOR</a:t>
            </a:r>
          </a:p>
        </p:txBody>
      </p:sp>
      <p:sp>
        <p:nvSpPr>
          <p:cNvPr id="114694" name="Rectangle 11">
            <a:extLst>
              <a:ext uri="{FF2B5EF4-FFF2-40B4-BE49-F238E27FC236}">
                <a16:creationId xmlns:a16="http://schemas.microsoft.com/office/drawing/2014/main" id="{46E5E7DA-5B63-18B0-0472-528DE2B71857}"/>
              </a:ext>
            </a:extLst>
          </p:cNvPr>
          <p:cNvSpPr>
            <a:spLocks noChangeArrowheads="1"/>
          </p:cNvSpPr>
          <p:nvPr/>
        </p:nvSpPr>
        <p:spPr bwMode="auto">
          <a:xfrm>
            <a:off x="0" y="0"/>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egnaposto numero diapositiva 5">
            <a:extLst>
              <a:ext uri="{FF2B5EF4-FFF2-40B4-BE49-F238E27FC236}">
                <a16:creationId xmlns:a16="http://schemas.microsoft.com/office/drawing/2014/main" id="{5037A120-4B7D-BD64-F657-E933E61193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5A1BDE2B-2239-4BD5-B17D-2EE4C10F1BF3}" type="slidenum">
              <a:rPr lang="it-IT" altLang="it-IT" sz="1400" smtClean="0">
                <a:solidFill>
                  <a:schemeClr val="folHlink"/>
                </a:solidFill>
              </a:rPr>
              <a:pPr>
                <a:spcBef>
                  <a:spcPct val="0"/>
                </a:spcBef>
                <a:buClrTx/>
                <a:buFontTx/>
                <a:buNone/>
              </a:pPr>
              <a:t>85</a:t>
            </a:fld>
            <a:endParaRPr lang="it-IT" altLang="it-IT" sz="1400">
              <a:solidFill>
                <a:schemeClr val="folHlink"/>
              </a:solidFill>
            </a:endParaRPr>
          </a:p>
        </p:txBody>
      </p:sp>
      <p:sp>
        <p:nvSpPr>
          <p:cNvPr id="115714" name="Rectangle 2">
            <a:extLst>
              <a:ext uri="{FF2B5EF4-FFF2-40B4-BE49-F238E27FC236}">
                <a16:creationId xmlns:a16="http://schemas.microsoft.com/office/drawing/2014/main" id="{8DFA1BFD-9B70-898C-26C4-76C3A2BBDAB3}"/>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Funzioni NAND e NOR</a:t>
            </a:r>
          </a:p>
        </p:txBody>
      </p:sp>
      <p:sp>
        <p:nvSpPr>
          <p:cNvPr id="115715" name="Rectangle 3">
            <a:extLst>
              <a:ext uri="{FF2B5EF4-FFF2-40B4-BE49-F238E27FC236}">
                <a16:creationId xmlns:a16="http://schemas.microsoft.com/office/drawing/2014/main" id="{4168A6A7-6927-0706-F26B-247EB596B33D}"/>
              </a:ext>
            </a:extLst>
          </p:cNvPr>
          <p:cNvSpPr>
            <a:spLocks noGrp="1" noChangeArrowheads="1"/>
          </p:cNvSpPr>
          <p:nvPr>
            <p:ph type="body" sz="half" idx="1"/>
          </p:nvPr>
        </p:nvSpPr>
        <p:spPr>
          <a:xfrm>
            <a:off x="684213" y="1584325"/>
            <a:ext cx="8424862" cy="936625"/>
          </a:xfrm>
        </p:spPr>
        <p:txBody>
          <a:bodyPr/>
          <a:lstStyle/>
          <a:p>
            <a:pPr>
              <a:lnSpc>
                <a:spcPct val="90000"/>
              </a:lnSpc>
            </a:pPr>
            <a:r>
              <a:rPr lang="it-IT" altLang="it-IT" sz="2800">
                <a:ea typeface="ＭＳ Ｐゴシック" panose="020B0600070205080204" pitchFamily="34" charset="-128"/>
              </a:rPr>
              <a:t>E’ possibile ottenere una AND e una OR tramite NAND e NOR</a:t>
            </a:r>
          </a:p>
        </p:txBody>
      </p:sp>
      <p:graphicFrame>
        <p:nvGraphicFramePr>
          <p:cNvPr id="115716" name="Object 6">
            <a:extLst>
              <a:ext uri="{FF2B5EF4-FFF2-40B4-BE49-F238E27FC236}">
                <a16:creationId xmlns:a16="http://schemas.microsoft.com/office/drawing/2014/main" id="{8B349420-6D82-CF34-E2B1-97E9234F20AA}"/>
              </a:ext>
            </a:extLst>
          </p:cNvPr>
          <p:cNvGraphicFramePr>
            <a:graphicFrameLocks noGrp="1" noChangeAspect="1"/>
          </p:cNvGraphicFramePr>
          <p:nvPr>
            <p:ph sz="quarter" idx="3"/>
          </p:nvPr>
        </p:nvGraphicFramePr>
        <p:xfrm>
          <a:off x="3965575" y="4738688"/>
          <a:ext cx="2262188" cy="1004887"/>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5575" y="4738688"/>
                        <a:ext cx="2262188"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15717" name="Rectangle 8">
            <a:extLst>
              <a:ext uri="{FF2B5EF4-FFF2-40B4-BE49-F238E27FC236}">
                <a16:creationId xmlns:a16="http://schemas.microsoft.com/office/drawing/2014/main" id="{CD758398-C951-8D7C-600A-27F38534931B}"/>
              </a:ext>
            </a:extLst>
          </p:cNvPr>
          <p:cNvSpPr>
            <a:spLocks noChangeArrowheads="1"/>
          </p:cNvSpPr>
          <p:nvPr/>
        </p:nvSpPr>
        <p:spPr bwMode="auto">
          <a:xfrm>
            <a:off x="684213" y="4176713"/>
            <a:ext cx="8856662"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lnSpc>
                <a:spcPct val="90000"/>
              </a:lnSpc>
            </a:pPr>
            <a:r>
              <a:rPr lang="it-IT" altLang="it-IT" sz="2800"/>
              <a:t>E’ possibile ottenere una NOT tramite NAND e NOR</a:t>
            </a:r>
          </a:p>
        </p:txBody>
      </p:sp>
      <p:sp>
        <p:nvSpPr>
          <p:cNvPr id="115718" name="CasellaDiTesto 8">
            <a:extLst>
              <a:ext uri="{FF2B5EF4-FFF2-40B4-BE49-F238E27FC236}">
                <a16:creationId xmlns:a16="http://schemas.microsoft.com/office/drawing/2014/main" id="{F8218689-EC20-FC55-3E9C-28E341D0B7AC}"/>
              </a:ext>
            </a:extLst>
          </p:cNvPr>
          <p:cNvSpPr txBox="1">
            <a:spLocks noChangeArrowheads="1"/>
          </p:cNvSpPr>
          <p:nvPr/>
        </p:nvSpPr>
        <p:spPr bwMode="auto">
          <a:xfrm>
            <a:off x="2644775" y="4803775"/>
            <a:ext cx="1285875"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lgn="ctr" eaLnBrk="1" hangingPunct="1">
              <a:spcBef>
                <a:spcPct val="50000"/>
              </a:spcBef>
              <a:buClrTx/>
              <a:buFontTx/>
              <a:buNone/>
            </a:pPr>
            <a:r>
              <a:rPr lang="it-IT" altLang="it-IT" sz="2000">
                <a:solidFill>
                  <a:schemeClr val="tx1"/>
                </a:solidFill>
              </a:rPr>
              <a:t>NAND</a:t>
            </a:r>
          </a:p>
          <a:p>
            <a:pPr algn="ctr" eaLnBrk="1" hangingPunct="1">
              <a:spcBef>
                <a:spcPct val="50000"/>
              </a:spcBef>
              <a:buClrTx/>
              <a:buFontTx/>
              <a:buNone/>
            </a:pPr>
            <a:endParaRPr lang="it-IT" altLang="it-IT" sz="800">
              <a:solidFill>
                <a:schemeClr val="tx1"/>
              </a:solidFill>
            </a:endParaRPr>
          </a:p>
          <a:p>
            <a:pPr algn="ctr" eaLnBrk="1" hangingPunct="1">
              <a:spcBef>
                <a:spcPct val="50000"/>
              </a:spcBef>
              <a:buClrTx/>
              <a:buFontTx/>
              <a:buNone/>
            </a:pPr>
            <a:r>
              <a:rPr lang="it-IT" altLang="it-IT" sz="2000">
                <a:solidFill>
                  <a:schemeClr val="tx1"/>
                </a:solidFill>
              </a:rPr>
              <a:t>NOR</a:t>
            </a:r>
          </a:p>
        </p:txBody>
      </p:sp>
      <p:sp>
        <p:nvSpPr>
          <p:cNvPr id="115719" name="Rectangle 11">
            <a:extLst>
              <a:ext uri="{FF2B5EF4-FFF2-40B4-BE49-F238E27FC236}">
                <a16:creationId xmlns:a16="http://schemas.microsoft.com/office/drawing/2014/main" id="{7DBA8947-707A-CE0A-95B6-87097340FB84}"/>
              </a:ext>
            </a:extLst>
          </p:cNvPr>
          <p:cNvSpPr>
            <a:spLocks noChangeArrowheads="1"/>
          </p:cNvSpPr>
          <p:nvPr/>
        </p:nvSpPr>
        <p:spPr bwMode="auto">
          <a:xfrm>
            <a:off x="0" y="0"/>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sp>
        <p:nvSpPr>
          <p:cNvPr id="115720" name="Rectangle 5">
            <a:extLst>
              <a:ext uri="{FF2B5EF4-FFF2-40B4-BE49-F238E27FC236}">
                <a16:creationId xmlns:a16="http://schemas.microsoft.com/office/drawing/2014/main" id="{428A7034-870A-6AB3-379A-E5B95191E134}"/>
              </a:ext>
            </a:extLst>
          </p:cNvPr>
          <p:cNvSpPr>
            <a:spLocks noChangeArrowheads="1"/>
          </p:cNvSpPr>
          <p:nvPr/>
        </p:nvSpPr>
        <p:spPr bwMode="auto">
          <a:xfrm>
            <a:off x="0" y="0"/>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aphicFrame>
        <p:nvGraphicFramePr>
          <p:cNvPr id="115721" name="Object 4">
            <a:extLst>
              <a:ext uri="{FF2B5EF4-FFF2-40B4-BE49-F238E27FC236}">
                <a16:creationId xmlns:a16="http://schemas.microsoft.com/office/drawing/2014/main" id="{954056EF-8633-F4BF-4A40-58D996A66634}"/>
              </a:ext>
            </a:extLst>
          </p:cNvPr>
          <p:cNvGraphicFramePr>
            <a:graphicFrameLocks noChangeAspect="1"/>
          </p:cNvGraphicFramePr>
          <p:nvPr/>
        </p:nvGraphicFramePr>
        <p:xfrm>
          <a:off x="2644775" y="2525713"/>
          <a:ext cx="4144963" cy="1647825"/>
        </p:xfrm>
        <a:graphic>
          <a:graphicData uri="http://schemas.openxmlformats.org/presentationml/2006/ole">
            <mc:AlternateContent xmlns:mc="http://schemas.openxmlformats.org/markup-compatibility/2006">
              <mc:Choice xmlns:v="urn:schemas-microsoft-com:vml" Requires="v">
                <p:oleObj name="Equazione" r:id="rId4" imgW="0" imgH="0" progId="Equation.3">
                  <p:embed/>
                </p:oleObj>
              </mc:Choice>
              <mc:Fallback>
                <p:oleObj name="Equazione" r:id="rId4" imgW="0" imgH="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4775" y="2525713"/>
                        <a:ext cx="4144963"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egnaposto numero diapositiva 3">
            <a:extLst>
              <a:ext uri="{FF2B5EF4-FFF2-40B4-BE49-F238E27FC236}">
                <a16:creationId xmlns:a16="http://schemas.microsoft.com/office/drawing/2014/main" id="{4A6E0EB9-4312-86BF-0B1D-C89E478C4CC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FAF8C066-558E-43B5-813B-148D6B8CA6C9}" type="slidenum">
              <a:rPr lang="it-IT" altLang="it-IT" sz="1400" smtClean="0">
                <a:solidFill>
                  <a:schemeClr val="folHlink"/>
                </a:solidFill>
              </a:rPr>
              <a:pPr>
                <a:spcBef>
                  <a:spcPct val="0"/>
                </a:spcBef>
                <a:buClrTx/>
                <a:buFontTx/>
                <a:buNone/>
              </a:pPr>
              <a:t>86</a:t>
            </a:fld>
            <a:endParaRPr lang="it-IT" altLang="it-IT" sz="1400">
              <a:solidFill>
                <a:schemeClr val="folHlink"/>
              </a:solidFill>
            </a:endParaRPr>
          </a:p>
        </p:txBody>
      </p:sp>
      <p:sp>
        <p:nvSpPr>
          <p:cNvPr id="116738" name="Rectangle 2">
            <a:extLst>
              <a:ext uri="{FF2B5EF4-FFF2-40B4-BE49-F238E27FC236}">
                <a16:creationId xmlns:a16="http://schemas.microsoft.com/office/drawing/2014/main" id="{09814634-789F-81AD-BA10-22C9453020D7}"/>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Funzioni NAND e NOR</a:t>
            </a:r>
          </a:p>
        </p:txBody>
      </p:sp>
      <p:sp>
        <p:nvSpPr>
          <p:cNvPr id="116739" name="Rectangle 3">
            <a:extLst>
              <a:ext uri="{FF2B5EF4-FFF2-40B4-BE49-F238E27FC236}">
                <a16:creationId xmlns:a16="http://schemas.microsoft.com/office/drawing/2014/main" id="{A62A5F4F-E9F7-FDE1-AFB9-CC3355A81E20}"/>
              </a:ext>
            </a:extLst>
          </p:cNvPr>
          <p:cNvSpPr>
            <a:spLocks noGrp="1" noChangeArrowheads="1"/>
          </p:cNvSpPr>
          <p:nvPr>
            <p:ph type="body" idx="1"/>
          </p:nvPr>
        </p:nvSpPr>
        <p:spPr/>
        <p:txBody>
          <a:bodyPr/>
          <a:lstStyle/>
          <a:p>
            <a:pPr eaLnBrk="1" hangingPunct="1">
              <a:lnSpc>
                <a:spcPct val="80000"/>
              </a:lnSpc>
            </a:pPr>
            <a:r>
              <a:rPr lang="it-IT" altLang="it-IT" sz="2800">
                <a:ea typeface="ＭＳ Ｐゴシック" panose="020B0600070205080204" pitchFamily="34" charset="-128"/>
              </a:rPr>
              <a:t>Riassumendo, le NAND permettono di ottenere una NOT, una AND e, usando De Morgan, una OR</a:t>
            </a:r>
          </a:p>
          <a:p>
            <a:pPr eaLnBrk="1" hangingPunct="1">
              <a:lnSpc>
                <a:spcPct val="80000"/>
              </a:lnSpc>
            </a:pPr>
            <a:r>
              <a:rPr lang="it-IT" altLang="it-IT" sz="2800">
                <a:ea typeface="ＭＳ Ｐゴシック" panose="020B0600070205080204" pitchFamily="34" charset="-128"/>
              </a:rPr>
              <a:t>Similmente per la NOR</a:t>
            </a:r>
          </a:p>
          <a:p>
            <a:pPr eaLnBrk="1" hangingPunct="1">
              <a:lnSpc>
                <a:spcPct val="80000"/>
              </a:lnSpc>
            </a:pPr>
            <a:r>
              <a:rPr lang="it-IT" altLang="it-IT" sz="2800">
                <a:ea typeface="ＭＳ Ｐゴシック" panose="020B0600070205080204" pitchFamily="34" charset="-128"/>
              </a:rPr>
              <a:t>Ricordiamo che {AND,OR,NOT} è un insieme funzionalmente completo, quindi </a:t>
            </a:r>
            <a:r>
              <a:rPr lang="it-IT" altLang="it-IT" sz="2800">
                <a:ea typeface="ＭＳ Ｐゴシック" panose="020B0600070205080204" pitchFamily="34" charset="-128"/>
                <a:sym typeface="Wingdings" panose="05000000000000000000" pitchFamily="2" charset="2"/>
              </a:rPr>
              <a:t></a:t>
            </a:r>
          </a:p>
          <a:p>
            <a:pPr eaLnBrk="1" hangingPunct="1">
              <a:lnSpc>
                <a:spcPct val="80000"/>
              </a:lnSpc>
            </a:pPr>
            <a:endParaRPr lang="it-IT" altLang="it-IT" sz="2800">
              <a:ea typeface="ＭＳ Ｐゴシック" panose="020B0600070205080204" pitchFamily="34" charset="-128"/>
            </a:endParaRPr>
          </a:p>
          <a:p>
            <a:pPr algn="ctr" eaLnBrk="1" hangingPunct="1">
              <a:lnSpc>
                <a:spcPct val="80000"/>
              </a:lnSpc>
              <a:buFont typeface="Wingdings" panose="05000000000000000000" pitchFamily="2" charset="2"/>
              <a:buNone/>
            </a:pPr>
            <a:r>
              <a:rPr lang="it-IT" altLang="it-IT" sz="2800">
                <a:ea typeface="ＭＳ Ｐゴシック" panose="020B0600070205080204" pitchFamily="34" charset="-128"/>
                <a:sym typeface="Wingdings" panose="05000000000000000000" pitchFamily="2" charset="2"/>
              </a:rPr>
              <a:t>{NAND} e {NOR} sono due </a:t>
            </a:r>
          </a:p>
          <a:p>
            <a:pPr algn="ctr" eaLnBrk="1" hangingPunct="1">
              <a:lnSpc>
                <a:spcPct val="80000"/>
              </a:lnSpc>
              <a:buFont typeface="Wingdings" panose="05000000000000000000" pitchFamily="2" charset="2"/>
              <a:buNone/>
            </a:pPr>
            <a:r>
              <a:rPr lang="it-IT" altLang="it-IT" sz="2800">
                <a:ea typeface="ＭＳ Ｐゴシック" panose="020B0600070205080204" pitchFamily="34" charset="-128"/>
                <a:sym typeface="Wingdings" panose="05000000000000000000" pitchFamily="2" charset="2"/>
              </a:rPr>
              <a:t>insiemi funzionalmente completi</a:t>
            </a:r>
            <a:endParaRPr lang="it-IT" altLang="it-IT" sz="2800">
              <a:ea typeface="ＭＳ Ｐゴシック" panose="020B0600070205080204" pitchFamily="34" charset="-128"/>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7761" name="Segnaposto numero diapositiva 3">
            <a:extLst>
              <a:ext uri="{FF2B5EF4-FFF2-40B4-BE49-F238E27FC236}">
                <a16:creationId xmlns:a16="http://schemas.microsoft.com/office/drawing/2014/main" id="{B75C6DF4-DDAB-B776-9C0F-44FB10D6C14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A948D847-9A1F-47D3-9DCD-BCBC35721951}" type="slidenum">
              <a:rPr lang="it-IT" altLang="it-IT" sz="1400" smtClean="0">
                <a:solidFill>
                  <a:schemeClr val="folHlink"/>
                </a:solidFill>
              </a:rPr>
              <a:pPr>
                <a:spcBef>
                  <a:spcPct val="0"/>
                </a:spcBef>
                <a:buClrTx/>
                <a:buFontTx/>
                <a:buNone/>
              </a:pPr>
              <a:t>87</a:t>
            </a:fld>
            <a:endParaRPr lang="it-IT" altLang="it-IT" sz="1400">
              <a:solidFill>
                <a:schemeClr val="folHlink"/>
              </a:solidFill>
            </a:endParaRPr>
          </a:p>
        </p:txBody>
      </p:sp>
      <p:sp>
        <p:nvSpPr>
          <p:cNvPr id="117762" name="Rectangle 2">
            <a:extLst>
              <a:ext uri="{FF2B5EF4-FFF2-40B4-BE49-F238E27FC236}">
                <a16:creationId xmlns:a16="http://schemas.microsoft.com/office/drawing/2014/main" id="{510DE86B-F6EC-E33F-AAA6-C18EB0BFDE23}"/>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Proprietà di NAND e NOR</a:t>
            </a:r>
          </a:p>
        </p:txBody>
      </p:sp>
      <p:sp>
        <p:nvSpPr>
          <p:cNvPr id="117763" name="Rectangle 3">
            <a:extLst>
              <a:ext uri="{FF2B5EF4-FFF2-40B4-BE49-F238E27FC236}">
                <a16:creationId xmlns:a16="http://schemas.microsoft.com/office/drawing/2014/main" id="{955ABA74-9065-454E-DC6D-6A3B4210F77F}"/>
              </a:ext>
            </a:extLst>
          </p:cNvPr>
          <p:cNvSpPr>
            <a:spLocks noGrp="1" noChangeArrowheads="1"/>
          </p:cNvSpPr>
          <p:nvPr>
            <p:ph type="body" idx="1"/>
          </p:nvPr>
        </p:nvSpPr>
        <p:spPr>
          <a:xfrm>
            <a:off x="0" y="1177925"/>
            <a:ext cx="9720263" cy="4786313"/>
          </a:xfrm>
        </p:spPr>
        <p:txBody>
          <a:bodyPr/>
          <a:lstStyle/>
          <a:p>
            <a:pPr eaLnBrk="1" hangingPunct="1">
              <a:lnSpc>
                <a:spcPct val="80000"/>
              </a:lnSpc>
            </a:pPr>
            <a:r>
              <a:rPr lang="it-IT" altLang="it-IT" sz="2400">
                <a:ea typeface="ＭＳ Ｐゴシック" panose="020B0600070205080204" pitchFamily="34" charset="-128"/>
              </a:rPr>
              <a:t>Una NAND di prodotti è uguale alla NAND delle variabili indipendenti.</a:t>
            </a:r>
          </a:p>
          <a:p>
            <a:pPr eaLnBrk="1" hangingPunct="1">
              <a:lnSpc>
                <a:spcPct val="80000"/>
              </a:lnSpc>
              <a:buFont typeface="Wingdings" panose="05000000000000000000" pitchFamily="2" charset="2"/>
              <a:buNone/>
            </a:pPr>
            <a:r>
              <a:rPr lang="it-IT" altLang="it-IT" sz="2400">
                <a:ea typeface="ＭＳ Ｐゴシック" panose="020B0600070205080204" pitchFamily="34" charset="-128"/>
              </a:rPr>
              <a:t>	(</a:t>
            </a:r>
            <a:r>
              <a:rPr lang="it-IT" altLang="it-IT" sz="2400" b="1" i="1">
                <a:ea typeface="ＭＳ Ｐゴシック" panose="020B0600070205080204" pitchFamily="34" charset="-128"/>
              </a:rPr>
              <a:t>Duale</a:t>
            </a:r>
            <a:r>
              <a:rPr lang="it-IT" altLang="it-IT" sz="2400">
                <a:ea typeface="ＭＳ Ｐゴシック" panose="020B0600070205080204" pitchFamily="34" charset="-128"/>
              </a:rPr>
              <a:t>) Una NOR di somme è uguale alla NOR delle variabili indipendenti</a:t>
            </a:r>
          </a:p>
          <a:p>
            <a:pPr eaLnBrk="1" hangingPunct="1">
              <a:lnSpc>
                <a:spcPct val="80000"/>
              </a:lnSpc>
              <a:buFont typeface="Wingdings" panose="05000000000000000000" pitchFamily="2" charset="2"/>
              <a:buNone/>
            </a:pPr>
            <a:endParaRPr lang="it-IT" altLang="it-IT" sz="2400">
              <a:ea typeface="ＭＳ Ｐゴシック" panose="020B0600070205080204" pitchFamily="34" charset="-128"/>
            </a:endParaRPr>
          </a:p>
          <a:p>
            <a:pPr eaLnBrk="1" hangingPunct="1">
              <a:lnSpc>
                <a:spcPct val="80000"/>
              </a:lnSpc>
              <a:buFont typeface="Wingdings" panose="05000000000000000000" pitchFamily="2" charset="2"/>
              <a:buNone/>
            </a:pPr>
            <a:endParaRPr lang="it-IT" altLang="it-IT" sz="2400">
              <a:ea typeface="ＭＳ Ｐゴシック" panose="020B0600070205080204" pitchFamily="34" charset="-128"/>
            </a:endParaRPr>
          </a:p>
          <a:p>
            <a:pPr eaLnBrk="1" hangingPunct="1">
              <a:lnSpc>
                <a:spcPct val="80000"/>
              </a:lnSpc>
            </a:pPr>
            <a:r>
              <a:rPr lang="it-IT" altLang="it-IT" sz="2400">
                <a:ea typeface="ＭＳ Ｐゴシック" panose="020B0600070205080204" pitchFamily="34" charset="-128"/>
              </a:rPr>
              <a:t>Una OR di NAND è uguale alla NAND delle variabili indipendenti.</a:t>
            </a:r>
          </a:p>
          <a:p>
            <a:pPr eaLnBrk="1" hangingPunct="1">
              <a:lnSpc>
                <a:spcPct val="80000"/>
              </a:lnSpc>
              <a:buFont typeface="Wingdings" panose="05000000000000000000" pitchFamily="2" charset="2"/>
              <a:buNone/>
            </a:pPr>
            <a:r>
              <a:rPr lang="it-IT" altLang="it-IT" sz="2400">
                <a:ea typeface="ＭＳ Ｐゴシック" panose="020B0600070205080204" pitchFamily="34" charset="-128"/>
              </a:rPr>
              <a:t>	(</a:t>
            </a:r>
            <a:r>
              <a:rPr lang="it-IT" altLang="it-IT" sz="2400" b="1" i="1">
                <a:ea typeface="ＭＳ Ｐゴシック" panose="020B0600070205080204" pitchFamily="34" charset="-128"/>
              </a:rPr>
              <a:t>Duale</a:t>
            </a:r>
            <a:r>
              <a:rPr lang="it-IT" altLang="it-IT" sz="2400">
                <a:ea typeface="ＭＳ Ｐゴシック" panose="020B0600070205080204" pitchFamily="34" charset="-128"/>
              </a:rPr>
              <a:t>) Una AND di NOR è uguale alla NOR delle variabili indipendenti</a:t>
            </a:r>
          </a:p>
          <a:p>
            <a:pPr eaLnBrk="1" hangingPunct="1">
              <a:lnSpc>
                <a:spcPct val="80000"/>
              </a:lnSpc>
              <a:buFont typeface="Wingdings" panose="05000000000000000000" pitchFamily="2" charset="2"/>
              <a:buNone/>
            </a:pPr>
            <a:endParaRPr lang="it-IT" altLang="it-IT" sz="2400">
              <a:ea typeface="ＭＳ Ｐゴシック" panose="020B0600070205080204" pitchFamily="34" charset="-128"/>
            </a:endParaRPr>
          </a:p>
          <a:p>
            <a:pPr eaLnBrk="1" hangingPunct="1">
              <a:lnSpc>
                <a:spcPct val="80000"/>
              </a:lnSpc>
            </a:pPr>
            <a:endParaRPr lang="it-IT" altLang="it-IT" sz="2400">
              <a:ea typeface="ＭＳ Ｐゴシック" panose="020B0600070205080204" pitchFamily="34" charset="-128"/>
            </a:endParaRPr>
          </a:p>
          <a:p>
            <a:pPr eaLnBrk="1" hangingPunct="1">
              <a:lnSpc>
                <a:spcPct val="80000"/>
              </a:lnSpc>
            </a:pPr>
            <a:r>
              <a:rPr lang="it-IT" altLang="it-IT" sz="2400">
                <a:ea typeface="ＭＳ Ｐゴシック" panose="020B0600070205080204" pitchFamily="34" charset="-128"/>
              </a:rPr>
              <a:t>Una AND  è uguale ad una NOR  di NAND.</a:t>
            </a:r>
          </a:p>
          <a:p>
            <a:pPr eaLnBrk="1" hangingPunct="1">
              <a:lnSpc>
                <a:spcPct val="80000"/>
              </a:lnSpc>
              <a:buFont typeface="Wingdings" panose="05000000000000000000" pitchFamily="2" charset="2"/>
              <a:buNone/>
            </a:pPr>
            <a:r>
              <a:rPr lang="it-IT" altLang="it-IT" sz="2400">
                <a:ea typeface="ＭＳ Ｐゴシック" panose="020B0600070205080204" pitchFamily="34" charset="-128"/>
              </a:rPr>
              <a:t>	(</a:t>
            </a:r>
            <a:r>
              <a:rPr lang="it-IT" altLang="it-IT" sz="2400" b="1" i="1">
                <a:ea typeface="ＭＳ Ｐゴシック" panose="020B0600070205080204" pitchFamily="34" charset="-128"/>
              </a:rPr>
              <a:t>Duale</a:t>
            </a:r>
            <a:r>
              <a:rPr lang="it-IT" altLang="it-IT" sz="2400">
                <a:ea typeface="ＭＳ Ｐゴシック" panose="020B0600070205080204" pitchFamily="34" charset="-128"/>
              </a:rPr>
              <a:t>) Una OR  è uguale ad una NAND  di NOR</a:t>
            </a:r>
            <a:r>
              <a:rPr lang="it-IT" altLang="it-IT" sz="1400">
                <a:ea typeface="ＭＳ Ｐゴシック" panose="020B0600070205080204" pitchFamily="34" charset="-128"/>
              </a:rPr>
              <a:t> </a:t>
            </a:r>
          </a:p>
          <a:p>
            <a:pPr eaLnBrk="1" hangingPunct="1">
              <a:lnSpc>
                <a:spcPct val="80000"/>
              </a:lnSpc>
            </a:pPr>
            <a:endParaRPr lang="it-IT" altLang="it-IT" sz="1400">
              <a:ea typeface="ＭＳ Ｐゴシック" panose="020B0600070205080204" pitchFamily="34" charset="-128"/>
            </a:endParaRPr>
          </a:p>
        </p:txBody>
      </p:sp>
      <p:sp>
        <p:nvSpPr>
          <p:cNvPr id="117764" name="Rectangle 6">
            <a:extLst>
              <a:ext uri="{FF2B5EF4-FFF2-40B4-BE49-F238E27FC236}">
                <a16:creationId xmlns:a16="http://schemas.microsoft.com/office/drawing/2014/main" id="{C3BB6262-699C-F1A3-C1E6-20F04252DFEB}"/>
              </a:ext>
            </a:extLst>
          </p:cNvPr>
          <p:cNvSpPr>
            <a:spLocks noChangeArrowheads="1"/>
          </p:cNvSpPr>
          <p:nvPr/>
        </p:nvSpPr>
        <p:spPr bwMode="auto">
          <a:xfrm>
            <a:off x="0" y="0"/>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aphicFrame>
        <p:nvGraphicFramePr>
          <p:cNvPr id="117765" name="Object 5">
            <a:extLst>
              <a:ext uri="{FF2B5EF4-FFF2-40B4-BE49-F238E27FC236}">
                <a16:creationId xmlns:a16="http://schemas.microsoft.com/office/drawing/2014/main" id="{126649C4-0C19-87CC-AB6C-76A324C4488D}"/>
              </a:ext>
            </a:extLst>
          </p:cNvPr>
          <p:cNvGraphicFramePr>
            <a:graphicFrameLocks noChangeAspect="1"/>
          </p:cNvGraphicFramePr>
          <p:nvPr/>
        </p:nvGraphicFramePr>
        <p:xfrm>
          <a:off x="3001963" y="2311400"/>
          <a:ext cx="4716462" cy="811213"/>
        </p:xfrm>
        <a:graphic>
          <a:graphicData uri="http://schemas.openxmlformats.org/presentationml/2006/ole">
            <mc:AlternateContent xmlns:mc="http://schemas.openxmlformats.org/markup-compatibility/2006">
              <mc:Choice xmlns:v="urn:schemas-microsoft-com:vml" Requires="v">
                <p:oleObj name="Equazione" r:id="rId2" imgW="0" imgH="0" progId="Equation.3">
                  <p:embed/>
                </p:oleObj>
              </mc:Choice>
              <mc:Fallback>
                <p:oleObj name="Equazione" r:id="rId2" imgW="0" imgH="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1963" y="2311400"/>
                        <a:ext cx="4716462"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7766" name="Rectangle 8">
            <a:extLst>
              <a:ext uri="{FF2B5EF4-FFF2-40B4-BE49-F238E27FC236}">
                <a16:creationId xmlns:a16="http://schemas.microsoft.com/office/drawing/2014/main" id="{A3B2851B-606F-7490-FA72-E2948D6BF2A8}"/>
              </a:ext>
            </a:extLst>
          </p:cNvPr>
          <p:cNvSpPr>
            <a:spLocks noChangeArrowheads="1"/>
          </p:cNvSpPr>
          <p:nvPr/>
        </p:nvSpPr>
        <p:spPr bwMode="auto">
          <a:xfrm>
            <a:off x="0" y="0"/>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aphicFrame>
        <p:nvGraphicFramePr>
          <p:cNvPr id="117767" name="Object 7">
            <a:extLst>
              <a:ext uri="{FF2B5EF4-FFF2-40B4-BE49-F238E27FC236}">
                <a16:creationId xmlns:a16="http://schemas.microsoft.com/office/drawing/2014/main" id="{EA7A447D-5E01-BA67-FF64-68A4FB4450B0}"/>
              </a:ext>
            </a:extLst>
          </p:cNvPr>
          <p:cNvGraphicFramePr>
            <a:graphicFrameLocks noChangeAspect="1"/>
          </p:cNvGraphicFramePr>
          <p:nvPr/>
        </p:nvGraphicFramePr>
        <p:xfrm>
          <a:off x="3073400" y="4025900"/>
          <a:ext cx="4287838" cy="769938"/>
        </p:xfrm>
        <a:graphic>
          <a:graphicData uri="http://schemas.openxmlformats.org/presentationml/2006/ole">
            <mc:AlternateContent xmlns:mc="http://schemas.openxmlformats.org/markup-compatibility/2006">
              <mc:Choice xmlns:v="urn:schemas-microsoft-com:vml" Requires="v">
                <p:oleObj name="Equazione" r:id="rId4" imgW="0" imgH="0" progId="Equation.3">
                  <p:embed/>
                </p:oleObj>
              </mc:Choice>
              <mc:Fallback>
                <p:oleObj name="Equazione" r:id="rId4" imgW="0" imgH="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3400" y="4025900"/>
                        <a:ext cx="428783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7768" name="Rectangle 10">
            <a:extLst>
              <a:ext uri="{FF2B5EF4-FFF2-40B4-BE49-F238E27FC236}">
                <a16:creationId xmlns:a16="http://schemas.microsoft.com/office/drawing/2014/main" id="{CE58CA2A-F1AF-E879-A10F-159FAC8415B7}"/>
              </a:ext>
            </a:extLst>
          </p:cNvPr>
          <p:cNvSpPr>
            <a:spLocks noChangeArrowheads="1"/>
          </p:cNvSpPr>
          <p:nvPr/>
        </p:nvSpPr>
        <p:spPr bwMode="auto">
          <a:xfrm>
            <a:off x="0" y="0"/>
            <a:ext cx="97202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000" tIns="46800" rIns="90000" bIns="46800" anchor="ct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endParaRPr lang="it-IT" altLang="it-IT" sz="2400">
              <a:solidFill>
                <a:schemeClr val="tx1"/>
              </a:solidFill>
            </a:endParaRPr>
          </a:p>
        </p:txBody>
      </p:sp>
      <p:graphicFrame>
        <p:nvGraphicFramePr>
          <p:cNvPr id="117769" name="Object 9">
            <a:extLst>
              <a:ext uri="{FF2B5EF4-FFF2-40B4-BE49-F238E27FC236}">
                <a16:creationId xmlns:a16="http://schemas.microsoft.com/office/drawing/2014/main" id="{84026716-CDEB-7C25-5A42-58405FA3EC9D}"/>
              </a:ext>
            </a:extLst>
          </p:cNvPr>
          <p:cNvGraphicFramePr>
            <a:graphicFrameLocks noChangeAspect="1"/>
          </p:cNvGraphicFramePr>
          <p:nvPr/>
        </p:nvGraphicFramePr>
        <p:xfrm>
          <a:off x="3090863" y="5711825"/>
          <a:ext cx="2825750" cy="723900"/>
        </p:xfrm>
        <a:graphic>
          <a:graphicData uri="http://schemas.openxmlformats.org/presentationml/2006/ole">
            <mc:AlternateContent xmlns:mc="http://schemas.openxmlformats.org/markup-compatibility/2006">
              <mc:Choice xmlns:v="urn:schemas-microsoft-com:vml" Requires="v">
                <p:oleObj name="Equazione" r:id="rId6" imgW="0" imgH="0" progId="Equation.3">
                  <p:embed/>
                </p:oleObj>
              </mc:Choice>
              <mc:Fallback>
                <p:oleObj name="Equazione" r:id="rId6" imgW="0" imgH="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0863" y="5711825"/>
                        <a:ext cx="282575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8785" name="Segnaposto numero diapositiva 4">
            <a:extLst>
              <a:ext uri="{FF2B5EF4-FFF2-40B4-BE49-F238E27FC236}">
                <a16:creationId xmlns:a16="http://schemas.microsoft.com/office/drawing/2014/main" id="{8A9468CE-DEE3-C500-1AB5-13EBBC4D945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CF2BA544-78B3-40A8-8F90-5DF619F8D1CE}" type="slidenum">
              <a:rPr lang="it-IT" altLang="it-IT" sz="1400" smtClean="0">
                <a:solidFill>
                  <a:schemeClr val="folHlink"/>
                </a:solidFill>
              </a:rPr>
              <a:pPr>
                <a:spcBef>
                  <a:spcPct val="0"/>
                </a:spcBef>
                <a:buClrTx/>
                <a:buFontTx/>
                <a:buNone/>
              </a:pPr>
              <a:t>88</a:t>
            </a:fld>
            <a:endParaRPr lang="it-IT" altLang="it-IT" sz="1400">
              <a:solidFill>
                <a:schemeClr val="folHlink"/>
              </a:solidFill>
            </a:endParaRPr>
          </a:p>
        </p:txBody>
      </p:sp>
      <p:sp>
        <p:nvSpPr>
          <p:cNvPr id="118786" name="Rectangle 2">
            <a:extLst>
              <a:ext uri="{FF2B5EF4-FFF2-40B4-BE49-F238E27FC236}">
                <a16:creationId xmlns:a16="http://schemas.microsoft.com/office/drawing/2014/main" id="{2292D691-98EF-606F-9118-F241FECCC80C}"/>
              </a:ext>
            </a:extLst>
          </p:cNvPr>
          <p:cNvSpPr>
            <a:spLocks noGrp="1" noChangeArrowheads="1"/>
          </p:cNvSpPr>
          <p:nvPr>
            <p:ph type="title"/>
          </p:nvPr>
        </p:nvSpPr>
        <p:spPr>
          <a:xfrm>
            <a:off x="323850" y="215900"/>
            <a:ext cx="8640763" cy="503238"/>
          </a:xfrm>
        </p:spPr>
        <p:txBody>
          <a:bodyPr/>
          <a:lstStyle/>
          <a:p>
            <a:pPr eaLnBrk="1" hangingPunct="1"/>
            <a:r>
              <a:rPr lang="it-IT" altLang="it-IT" sz="4000">
                <a:ea typeface="ＭＳ Ｐゴシック" panose="020B0600070205080204" pitchFamily="34" charset="-128"/>
              </a:rPr>
              <a:t>Forme NAND e NOR di una funzione</a:t>
            </a:r>
          </a:p>
        </p:txBody>
      </p:sp>
      <p:sp>
        <p:nvSpPr>
          <p:cNvPr id="118787" name="Rectangle 3">
            <a:extLst>
              <a:ext uri="{FF2B5EF4-FFF2-40B4-BE49-F238E27FC236}">
                <a16:creationId xmlns:a16="http://schemas.microsoft.com/office/drawing/2014/main" id="{AA350159-C9D4-3585-4601-ACA18312703B}"/>
              </a:ext>
            </a:extLst>
          </p:cNvPr>
          <p:cNvSpPr>
            <a:spLocks noGrp="1" noChangeArrowheads="1"/>
          </p:cNvSpPr>
          <p:nvPr>
            <p:ph type="body" sz="half" idx="1"/>
          </p:nvPr>
        </p:nvSpPr>
        <p:spPr>
          <a:xfrm>
            <a:off x="684213" y="1439863"/>
            <a:ext cx="8208962" cy="4464050"/>
          </a:xfrm>
        </p:spPr>
        <p:txBody>
          <a:bodyPr/>
          <a:lstStyle/>
          <a:p>
            <a:pPr eaLnBrk="1" hangingPunct="1"/>
            <a:r>
              <a:rPr lang="it-IT" altLang="it-IT" sz="2800">
                <a:ea typeface="ＭＳ Ｐゴシック" panose="020B0600070205080204" pitchFamily="34" charset="-128"/>
              </a:rPr>
              <a:t>Una forma elementare di tipo P si trasforma in una forma NAND a due livelli operando come segue:</a:t>
            </a:r>
          </a:p>
          <a:p>
            <a:pPr lvl="1" eaLnBrk="1" hangingPunct="1"/>
            <a:r>
              <a:rPr lang="it-IT" altLang="it-IT" sz="2400">
                <a:ea typeface="ＭＳ Ｐゴシック" panose="020B0600070205080204" pitchFamily="34" charset="-128"/>
              </a:rPr>
              <a:t>tutti gli operatori si trasformano in NAND, rispettando le priorità;</a:t>
            </a:r>
          </a:p>
          <a:p>
            <a:pPr lvl="1" eaLnBrk="1" hangingPunct="1"/>
            <a:r>
              <a:rPr lang="it-IT" altLang="it-IT" sz="2400">
                <a:ea typeface="ＭＳ Ｐゴシック" panose="020B0600070205080204" pitchFamily="34" charset="-128"/>
              </a:rPr>
              <a:t>le clausole costituite da un solo letterale vengono negate.</a:t>
            </a:r>
          </a:p>
          <a:p>
            <a:pPr lvl="1" eaLnBrk="1" hangingPunct="1"/>
            <a:endParaRPr lang="it-IT" altLang="it-IT" sz="2400">
              <a:ea typeface="ＭＳ Ｐゴシック" panose="020B0600070205080204" pitchFamily="34" charset="-128"/>
            </a:endParaRPr>
          </a:p>
          <a:p>
            <a:pPr lvl="1" eaLnBrk="1" hangingPunct="1"/>
            <a:endParaRPr lang="it-IT" altLang="it-IT" sz="2400">
              <a:ea typeface="ＭＳ Ｐゴシック" panose="020B0600070205080204" pitchFamily="34" charset="-128"/>
            </a:endParaRPr>
          </a:p>
          <a:p>
            <a:pPr eaLnBrk="1" hangingPunct="1"/>
            <a:r>
              <a:rPr lang="it-IT" altLang="it-IT" sz="2800">
                <a:ea typeface="ＭＳ Ｐゴシック" panose="020B0600070205080204" pitchFamily="34" charset="-128"/>
              </a:rPr>
              <a:t>Dualmente per la forma di tipo S</a:t>
            </a:r>
          </a:p>
        </p:txBody>
      </p:sp>
      <p:graphicFrame>
        <p:nvGraphicFramePr>
          <p:cNvPr id="118788" name="Object 4">
            <a:extLst>
              <a:ext uri="{FF2B5EF4-FFF2-40B4-BE49-F238E27FC236}">
                <a16:creationId xmlns:a16="http://schemas.microsoft.com/office/drawing/2014/main" id="{78957E01-6ED1-C08F-13F8-2B8B066B67C9}"/>
              </a:ext>
            </a:extLst>
          </p:cNvPr>
          <p:cNvGraphicFramePr>
            <a:graphicFrameLocks noGrp="1" noChangeAspect="1"/>
          </p:cNvGraphicFramePr>
          <p:nvPr>
            <p:ph sz="half" idx="2"/>
          </p:nvPr>
        </p:nvGraphicFramePr>
        <p:xfrm>
          <a:off x="847725" y="4464050"/>
          <a:ext cx="8167688" cy="693738"/>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725" y="4464050"/>
                        <a:ext cx="8167688" cy="69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9809" name="Segnaposto numero diapositiva 3">
            <a:extLst>
              <a:ext uri="{FF2B5EF4-FFF2-40B4-BE49-F238E27FC236}">
                <a16:creationId xmlns:a16="http://schemas.microsoft.com/office/drawing/2014/main" id="{CCFDC017-C713-6176-86FF-A4A4675F85D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94F8F47D-912D-40CB-8DA8-ED60F17F9C48}" type="slidenum">
              <a:rPr lang="it-IT" altLang="it-IT" sz="1400" smtClean="0">
                <a:solidFill>
                  <a:schemeClr val="folHlink"/>
                </a:solidFill>
              </a:rPr>
              <a:pPr>
                <a:spcBef>
                  <a:spcPct val="0"/>
                </a:spcBef>
                <a:buClrTx/>
                <a:buFontTx/>
                <a:buNone/>
              </a:pPr>
              <a:t>89</a:t>
            </a:fld>
            <a:endParaRPr lang="it-IT" altLang="it-IT" sz="1400">
              <a:solidFill>
                <a:schemeClr val="folHlink"/>
              </a:solidFill>
            </a:endParaRPr>
          </a:p>
        </p:txBody>
      </p:sp>
      <p:sp>
        <p:nvSpPr>
          <p:cNvPr id="119810" name="Rectangle 2">
            <a:extLst>
              <a:ext uri="{FF2B5EF4-FFF2-40B4-BE49-F238E27FC236}">
                <a16:creationId xmlns:a16="http://schemas.microsoft.com/office/drawing/2014/main" id="{8D070167-89C7-47C3-A5E5-10FF4A896C95}"/>
              </a:ext>
            </a:extLst>
          </p:cNvPr>
          <p:cNvSpPr>
            <a:spLocks noGrp="1" noChangeArrowheads="1"/>
          </p:cNvSpPr>
          <p:nvPr>
            <p:ph type="title"/>
          </p:nvPr>
        </p:nvSpPr>
        <p:spPr/>
        <p:txBody>
          <a:bodyPr/>
          <a:lstStyle/>
          <a:p>
            <a:pPr eaLnBrk="1" hangingPunct="1"/>
            <a:r>
              <a:rPr lang="it-IT" altLang="it-IT" sz="4000">
                <a:ea typeface="ＭＳ Ｐゴシック" panose="020B0600070205080204" pitchFamily="34" charset="-128"/>
              </a:rPr>
              <a:t>Generalizzando…</a:t>
            </a:r>
          </a:p>
        </p:txBody>
      </p:sp>
      <p:sp>
        <p:nvSpPr>
          <p:cNvPr id="119811" name="Rectangle 3">
            <a:extLst>
              <a:ext uri="{FF2B5EF4-FFF2-40B4-BE49-F238E27FC236}">
                <a16:creationId xmlns:a16="http://schemas.microsoft.com/office/drawing/2014/main" id="{CA7F603D-0C02-1F3B-A36B-CDD4280D6328}"/>
              </a:ext>
            </a:extLst>
          </p:cNvPr>
          <p:cNvSpPr>
            <a:spLocks noGrp="1" noChangeArrowheads="1"/>
          </p:cNvSpPr>
          <p:nvPr>
            <p:ph type="body" idx="1"/>
          </p:nvPr>
        </p:nvSpPr>
        <p:spPr>
          <a:xfrm>
            <a:off x="684213" y="1727200"/>
            <a:ext cx="8459787" cy="4249738"/>
          </a:xfrm>
        </p:spPr>
        <p:txBody>
          <a:bodyPr/>
          <a:lstStyle/>
          <a:p>
            <a:pPr eaLnBrk="1" hangingPunct="1">
              <a:lnSpc>
                <a:spcPct val="90000"/>
              </a:lnSpc>
            </a:pPr>
            <a:r>
              <a:rPr lang="it-IT" altLang="it-IT" sz="2800">
                <a:ea typeface="ＭＳ Ｐゴシック" panose="020B0600070205080204" pitchFamily="34" charset="-128"/>
              </a:rPr>
              <a:t>Se le </a:t>
            </a:r>
            <a:r>
              <a:rPr lang="el-GR" altLang="it-IT" sz="2800" i="1">
                <a:ea typeface="ＭＳ Ｐゴシック" panose="020B0600070205080204" pitchFamily="34" charset="-128"/>
              </a:rPr>
              <a:t>γ</a:t>
            </a:r>
            <a:r>
              <a:rPr lang="it-IT" altLang="it-IT" sz="2800" i="1" baseline="-25000">
                <a:ea typeface="ＭＳ Ｐゴシック" panose="020B0600070205080204" pitchFamily="34" charset="-128"/>
              </a:rPr>
              <a:t>n</a:t>
            </a:r>
            <a:r>
              <a:rPr lang="it-IT" altLang="it-IT" sz="2800">
                <a:ea typeface="ＭＳ Ｐゴシック" panose="020B0600070205080204" pitchFamily="34" charset="-128"/>
              </a:rPr>
              <a:t> sono funzioni invece che letterali, la proprietà precedente può essere generalizzata</a:t>
            </a:r>
            <a:endParaRPr lang="el-GR" altLang="it-IT" sz="2800">
              <a:ea typeface="ＭＳ Ｐゴシック" panose="020B0600070205080204" pitchFamily="34" charset="-128"/>
            </a:endParaRPr>
          </a:p>
          <a:p>
            <a:pPr eaLnBrk="1" hangingPunct="1">
              <a:lnSpc>
                <a:spcPct val="90000"/>
              </a:lnSpc>
            </a:pPr>
            <a:r>
              <a:rPr lang="it-IT" altLang="it-IT" sz="2800">
                <a:ea typeface="ＭＳ Ｐゴシック" panose="020B0600070205080204" pitchFamily="34" charset="-128"/>
              </a:rPr>
              <a:t>Una forma con operatori AND e OR a </a:t>
            </a:r>
            <a:r>
              <a:rPr lang="it-IT" altLang="it-IT" sz="2800" i="1">
                <a:ea typeface="ＭＳ Ｐゴシック" panose="020B0600070205080204" pitchFamily="34" charset="-128"/>
              </a:rPr>
              <a:t>n</a:t>
            </a:r>
            <a:r>
              <a:rPr lang="it-IT" altLang="it-IT" sz="2800">
                <a:ea typeface="ＭＳ Ｐゴシック" panose="020B0600070205080204" pitchFamily="34" charset="-128"/>
              </a:rPr>
              <a:t> livelli che abbia come ultimo livello una OR (</a:t>
            </a:r>
            <a:r>
              <a:rPr lang="it-IT" altLang="it-IT" sz="2800" i="1">
                <a:ea typeface="ＭＳ Ｐゴシック" panose="020B0600070205080204" pitchFamily="34" charset="-128"/>
              </a:rPr>
              <a:t>AND</a:t>
            </a:r>
            <a:r>
              <a:rPr lang="it-IT" altLang="it-IT" sz="2800">
                <a:ea typeface="ＭＳ Ｐゴシック" panose="020B0600070205080204" pitchFamily="34" charset="-128"/>
              </a:rPr>
              <a:t>) si trasforma in una forma </a:t>
            </a:r>
            <a:r>
              <a:rPr lang="it-IT" altLang="it-IT" sz="2800" b="1">
                <a:solidFill>
                  <a:srgbClr val="FF0000"/>
                </a:solidFill>
                <a:ea typeface="ＭＳ Ｐゴシック" panose="020B0600070205080204" pitchFamily="34" charset="-128"/>
              </a:rPr>
              <a:t>NAND</a:t>
            </a:r>
            <a:r>
              <a:rPr lang="it-IT" altLang="it-IT" sz="2800">
                <a:ea typeface="ＭＳ Ｐゴシック" panose="020B0600070205080204" pitchFamily="34" charset="-128"/>
              </a:rPr>
              <a:t> (</a:t>
            </a:r>
            <a:r>
              <a:rPr lang="it-IT" altLang="it-IT" sz="2800" i="1">
                <a:ea typeface="ＭＳ Ｐゴシック" panose="020B0600070205080204" pitchFamily="34" charset="-128"/>
              </a:rPr>
              <a:t>NOR</a:t>
            </a:r>
            <a:r>
              <a:rPr lang="it-IT" altLang="it-IT" sz="2800">
                <a:ea typeface="ＭＳ Ｐゴシック" panose="020B0600070205080204" pitchFamily="34" charset="-128"/>
              </a:rPr>
              <a:t>), operando come segue:</a:t>
            </a:r>
          </a:p>
          <a:p>
            <a:pPr lvl="1" eaLnBrk="1" hangingPunct="1">
              <a:lnSpc>
                <a:spcPct val="90000"/>
              </a:lnSpc>
            </a:pPr>
            <a:r>
              <a:rPr lang="it-IT" altLang="it-IT" sz="2400">
                <a:ea typeface="ＭＳ Ｐゴシック" panose="020B0600070205080204" pitchFamily="34" charset="-128"/>
              </a:rPr>
              <a:t>tutti gli operatori si trasformano in NAND (</a:t>
            </a:r>
            <a:r>
              <a:rPr lang="it-IT" altLang="it-IT" sz="2400" i="1">
                <a:ea typeface="ＭＳ Ｐゴシック" panose="020B0600070205080204" pitchFamily="34" charset="-128"/>
              </a:rPr>
              <a:t>NOR</a:t>
            </a:r>
            <a:r>
              <a:rPr lang="it-IT" altLang="it-IT" sz="2400">
                <a:ea typeface="ＭＳ Ｐゴシック" panose="020B0600070205080204" pitchFamily="34" charset="-128"/>
              </a:rPr>
              <a:t>) rispettando le priorità;</a:t>
            </a:r>
          </a:p>
          <a:p>
            <a:pPr lvl="1" eaLnBrk="1" hangingPunct="1">
              <a:lnSpc>
                <a:spcPct val="90000"/>
              </a:lnSpc>
            </a:pPr>
            <a:r>
              <a:rPr lang="it-IT" altLang="it-IT" sz="2400">
                <a:ea typeface="ＭＳ Ｐゴシック" panose="020B0600070205080204" pitchFamily="34" charset="-128"/>
              </a:rPr>
              <a:t>tutti i letterali che costituiscono variabili di funzioni di  livello complementare dispari si negano.</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1857" name="Segnaposto numero diapositiva 3">
            <a:extLst>
              <a:ext uri="{FF2B5EF4-FFF2-40B4-BE49-F238E27FC236}">
                <a16:creationId xmlns:a16="http://schemas.microsoft.com/office/drawing/2014/main" id="{57E53C86-F4B1-E4B5-BFFC-1A91D34B577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EB4F72AA-03BC-4E06-977C-1EA697F4F9CD}" type="slidenum">
              <a:rPr lang="it-IT" altLang="it-IT" sz="1400" smtClean="0">
                <a:solidFill>
                  <a:schemeClr val="folHlink"/>
                </a:solidFill>
              </a:rPr>
              <a:pPr>
                <a:spcBef>
                  <a:spcPct val="0"/>
                </a:spcBef>
                <a:buClrTx/>
                <a:buFontTx/>
                <a:buNone/>
              </a:pPr>
              <a:t>90</a:t>
            </a:fld>
            <a:endParaRPr lang="it-IT" altLang="it-IT" sz="1400">
              <a:solidFill>
                <a:schemeClr val="folHlink"/>
              </a:solidFill>
            </a:endParaRPr>
          </a:p>
        </p:txBody>
      </p:sp>
      <p:sp>
        <p:nvSpPr>
          <p:cNvPr id="121858" name="Rectangle 5">
            <a:extLst>
              <a:ext uri="{FF2B5EF4-FFF2-40B4-BE49-F238E27FC236}">
                <a16:creationId xmlns:a16="http://schemas.microsoft.com/office/drawing/2014/main" id="{35BDCBCB-7387-AFAC-1577-B9579BFBD5D4}"/>
              </a:ext>
            </a:extLst>
          </p:cNvPr>
          <p:cNvSpPr>
            <a:spLocks noGrp="1" noChangeArrowheads="1"/>
          </p:cNvSpPr>
          <p:nvPr>
            <p:ph type="title"/>
          </p:nvPr>
        </p:nvSpPr>
        <p:spPr>
          <a:xfrm>
            <a:off x="323850" y="215900"/>
            <a:ext cx="8712200" cy="503238"/>
          </a:xfrm>
        </p:spPr>
        <p:txBody>
          <a:bodyPr/>
          <a:lstStyle/>
          <a:p>
            <a:pPr eaLnBrk="1" hangingPunct="1"/>
            <a:r>
              <a:rPr lang="it-IT" altLang="it-IT" sz="4000">
                <a:ea typeface="ＭＳ Ｐゴシック" panose="020B0600070205080204" pitchFamily="34" charset="-128"/>
              </a:rPr>
              <a:t>Forme NAND e NOR di una funzione</a:t>
            </a:r>
          </a:p>
        </p:txBody>
      </p:sp>
      <p:graphicFrame>
        <p:nvGraphicFramePr>
          <p:cNvPr id="121859" name="Object 4">
            <a:extLst>
              <a:ext uri="{FF2B5EF4-FFF2-40B4-BE49-F238E27FC236}">
                <a16:creationId xmlns:a16="http://schemas.microsoft.com/office/drawing/2014/main" id="{5927B0A5-F020-AEC4-BE2B-B2F8D0C21B18}"/>
              </a:ext>
            </a:extLst>
          </p:cNvPr>
          <p:cNvGraphicFramePr>
            <a:graphicFrameLocks noGrp="1" noChangeAspect="1"/>
          </p:cNvGraphicFramePr>
          <p:nvPr>
            <p:ph idx="1"/>
          </p:nvPr>
        </p:nvGraphicFramePr>
        <p:xfrm>
          <a:off x="468313" y="5111750"/>
          <a:ext cx="8713787" cy="520700"/>
        </p:xfrm>
        <a:graphic>
          <a:graphicData uri="http://schemas.openxmlformats.org/presentationml/2006/ole">
            <mc:AlternateContent xmlns:mc="http://schemas.openxmlformats.org/markup-compatibility/2006">
              <mc:Choice xmlns:v="urn:schemas-microsoft-com:vml" Requires="v">
                <p:oleObj name="Equation" r:id="rId2" imgW="0" imgH="0" progId="Equation.3">
                  <p:embed/>
                </p:oleObj>
              </mc:Choice>
              <mc:Fallback>
                <p:oleObj name="Equation" r:id="rId2" imgW="0" imgH="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5111750"/>
                        <a:ext cx="8713787"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1860" name="Rectangle 7">
            <a:extLst>
              <a:ext uri="{FF2B5EF4-FFF2-40B4-BE49-F238E27FC236}">
                <a16:creationId xmlns:a16="http://schemas.microsoft.com/office/drawing/2014/main" id="{F355369E-7C31-306B-48B8-1C9FF89397C3}"/>
              </a:ext>
            </a:extLst>
          </p:cNvPr>
          <p:cNvSpPr>
            <a:spLocks noChangeArrowheads="1"/>
          </p:cNvSpPr>
          <p:nvPr/>
        </p:nvSpPr>
        <p:spPr bwMode="auto">
          <a:xfrm>
            <a:off x="684213" y="1728788"/>
            <a:ext cx="8459787"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r>
              <a:rPr lang="it-IT" altLang="it-IT" sz="2400"/>
              <a:t>Una forma con operatori AND e OR a </a:t>
            </a:r>
            <a:r>
              <a:rPr lang="it-IT" altLang="it-IT" sz="2400" i="1"/>
              <a:t>n</a:t>
            </a:r>
            <a:r>
              <a:rPr lang="it-IT" altLang="it-IT" sz="2400"/>
              <a:t> livelli che abbia come ultimo livello una OR (AND) si trasforma in una forma </a:t>
            </a:r>
            <a:r>
              <a:rPr lang="it-IT" altLang="it-IT" sz="2400" b="1">
                <a:solidFill>
                  <a:srgbClr val="FF0000"/>
                </a:solidFill>
              </a:rPr>
              <a:t>NOR</a:t>
            </a:r>
            <a:r>
              <a:rPr lang="it-IT" altLang="it-IT" sz="2400"/>
              <a:t> (NAND) ad n+1 livelli, operando come segue:</a:t>
            </a:r>
          </a:p>
          <a:p>
            <a:pPr lvl="1" eaLnBrk="1" hangingPunct="1"/>
            <a:r>
              <a:rPr lang="it-IT" altLang="it-IT" sz="2000"/>
              <a:t>si aggiunge una NOR (NAND ) finale che complementa le uscite;</a:t>
            </a:r>
          </a:p>
          <a:p>
            <a:pPr lvl="1" eaLnBrk="1" hangingPunct="1"/>
            <a:r>
              <a:rPr lang="it-IT" altLang="it-IT" sz="2000"/>
              <a:t>tutti gli operatori si trasformano in NOR (NAND) rispettando le priorità;</a:t>
            </a:r>
          </a:p>
          <a:p>
            <a:pPr lvl="1" eaLnBrk="1" hangingPunct="1"/>
            <a:r>
              <a:rPr lang="it-IT" altLang="it-IT" sz="2000"/>
              <a:t>tutti i letterali che costituiscono variabili di funzioni di livello complementare dispari si negano.</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881" name="Segnaposto numero diapositiva 3">
            <a:extLst>
              <a:ext uri="{FF2B5EF4-FFF2-40B4-BE49-F238E27FC236}">
                <a16:creationId xmlns:a16="http://schemas.microsoft.com/office/drawing/2014/main" id="{D770764B-8037-C18B-5A53-CDB49C2EC50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082A7641-2CC4-4EB3-B439-8674FEBD0868}" type="slidenum">
              <a:rPr lang="it-IT" altLang="it-IT" sz="1400" smtClean="0">
                <a:solidFill>
                  <a:schemeClr val="folHlink"/>
                </a:solidFill>
              </a:rPr>
              <a:pPr>
                <a:spcBef>
                  <a:spcPct val="0"/>
                </a:spcBef>
                <a:buClrTx/>
                <a:buFontTx/>
                <a:buNone/>
              </a:pPr>
              <a:t>91</a:t>
            </a:fld>
            <a:endParaRPr lang="it-IT" altLang="it-IT" sz="1400">
              <a:solidFill>
                <a:schemeClr val="folHlink"/>
              </a:solidFill>
            </a:endParaRPr>
          </a:p>
        </p:txBody>
      </p:sp>
      <p:sp>
        <p:nvSpPr>
          <p:cNvPr id="122882" name="Rectangle 5">
            <a:extLst>
              <a:ext uri="{FF2B5EF4-FFF2-40B4-BE49-F238E27FC236}">
                <a16:creationId xmlns:a16="http://schemas.microsoft.com/office/drawing/2014/main" id="{5729942F-5CC7-A2C3-5A87-80F35766C3C3}"/>
              </a:ext>
            </a:extLst>
          </p:cNvPr>
          <p:cNvSpPr>
            <a:spLocks noGrp="1" noChangeArrowheads="1"/>
          </p:cNvSpPr>
          <p:nvPr>
            <p:ph type="title"/>
          </p:nvPr>
        </p:nvSpPr>
        <p:spPr>
          <a:xfrm>
            <a:off x="323850" y="215900"/>
            <a:ext cx="8712200" cy="503238"/>
          </a:xfrm>
        </p:spPr>
        <p:txBody>
          <a:bodyPr/>
          <a:lstStyle/>
          <a:p>
            <a:pPr eaLnBrk="1" hangingPunct="1"/>
            <a:r>
              <a:rPr lang="it-IT" altLang="it-IT" sz="4000">
                <a:ea typeface="ＭＳ Ｐゴシック" panose="020B0600070205080204" pitchFamily="34" charset="-128"/>
              </a:rPr>
              <a:t>Esempio 1</a:t>
            </a:r>
          </a:p>
        </p:txBody>
      </p:sp>
      <p:pic>
        <p:nvPicPr>
          <p:cNvPr id="122883" name="Picture 3">
            <a:extLst>
              <a:ext uri="{FF2B5EF4-FFF2-40B4-BE49-F238E27FC236}">
                <a16:creationId xmlns:a16="http://schemas.microsoft.com/office/drawing/2014/main" id="{648371AA-36E6-E30F-23BE-73BB8A7E21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927" t="48306" r="22339" b="23482"/>
          <a:stretch>
            <a:fillRect/>
          </a:stretch>
        </p:blipFill>
        <p:spPr bwMode="auto">
          <a:xfrm>
            <a:off x="0" y="1597025"/>
            <a:ext cx="92583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aphicFrame>
        <p:nvGraphicFramePr>
          <p:cNvPr id="122884" name="Object 4">
            <a:extLst>
              <a:ext uri="{FF2B5EF4-FFF2-40B4-BE49-F238E27FC236}">
                <a16:creationId xmlns:a16="http://schemas.microsoft.com/office/drawing/2014/main" id="{EE50AF0A-A326-6C1F-340E-CA3DE8BDC927}"/>
              </a:ext>
            </a:extLst>
          </p:cNvPr>
          <p:cNvGraphicFramePr>
            <a:graphicFrameLocks noChangeAspect="1"/>
          </p:cNvGraphicFramePr>
          <p:nvPr/>
        </p:nvGraphicFramePr>
        <p:xfrm>
          <a:off x="2820988" y="2844800"/>
          <a:ext cx="220662" cy="444500"/>
        </p:xfrm>
        <a:graphic>
          <a:graphicData uri="http://schemas.openxmlformats.org/presentationml/2006/ole">
            <mc:AlternateContent xmlns:mc="http://schemas.openxmlformats.org/markup-compatibility/2006">
              <mc:Choice xmlns:v="urn:schemas-microsoft-com:vml" Requires="v">
                <p:oleObj name="Equazione" r:id="rId3" imgW="0" imgH="0" progId="Equation.3">
                  <p:embed/>
                </p:oleObj>
              </mc:Choice>
              <mc:Fallback>
                <p:oleObj name="Equazione" r:id="rId3" imgW="0" imgH="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0988" y="2844800"/>
                        <a:ext cx="220662" cy="444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905" name="Segnaposto numero diapositiva 3">
            <a:extLst>
              <a:ext uri="{FF2B5EF4-FFF2-40B4-BE49-F238E27FC236}">
                <a16:creationId xmlns:a16="http://schemas.microsoft.com/office/drawing/2014/main" id="{E4946B0B-F86A-D1DF-FF88-6608F1E5E44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B6080F24-AF5C-4B64-BAAD-39B039AA20A4}" type="slidenum">
              <a:rPr lang="it-IT" altLang="it-IT" sz="1400" smtClean="0">
                <a:solidFill>
                  <a:schemeClr val="folHlink"/>
                </a:solidFill>
              </a:rPr>
              <a:pPr>
                <a:spcBef>
                  <a:spcPct val="0"/>
                </a:spcBef>
                <a:buClrTx/>
                <a:buFontTx/>
                <a:buNone/>
              </a:pPr>
              <a:t>92</a:t>
            </a:fld>
            <a:endParaRPr lang="it-IT" altLang="it-IT" sz="1400">
              <a:solidFill>
                <a:schemeClr val="folHlink"/>
              </a:solidFill>
            </a:endParaRPr>
          </a:p>
        </p:txBody>
      </p:sp>
      <p:sp>
        <p:nvSpPr>
          <p:cNvPr id="123906" name="Rectangle 5">
            <a:extLst>
              <a:ext uri="{FF2B5EF4-FFF2-40B4-BE49-F238E27FC236}">
                <a16:creationId xmlns:a16="http://schemas.microsoft.com/office/drawing/2014/main" id="{406C38A0-C264-C726-3C95-81659113080D}"/>
              </a:ext>
            </a:extLst>
          </p:cNvPr>
          <p:cNvSpPr>
            <a:spLocks noGrp="1" noChangeArrowheads="1"/>
          </p:cNvSpPr>
          <p:nvPr>
            <p:ph type="title"/>
          </p:nvPr>
        </p:nvSpPr>
        <p:spPr>
          <a:xfrm>
            <a:off x="323850" y="215900"/>
            <a:ext cx="8712200" cy="503238"/>
          </a:xfrm>
        </p:spPr>
        <p:txBody>
          <a:bodyPr/>
          <a:lstStyle/>
          <a:p>
            <a:pPr eaLnBrk="1" hangingPunct="1"/>
            <a:r>
              <a:rPr lang="it-IT" altLang="it-IT" sz="4000">
                <a:ea typeface="ＭＳ Ｐゴシック" panose="020B0600070205080204" pitchFamily="34" charset="-128"/>
              </a:rPr>
              <a:t>Esempio 2</a:t>
            </a:r>
          </a:p>
        </p:txBody>
      </p:sp>
      <p:pic>
        <p:nvPicPr>
          <p:cNvPr id="123907" name="Picture 2">
            <a:extLst>
              <a:ext uri="{FF2B5EF4-FFF2-40B4-BE49-F238E27FC236}">
                <a16:creationId xmlns:a16="http://schemas.microsoft.com/office/drawing/2014/main" id="{56B80CE4-3F7E-6CB6-6F5C-9CDCDDAD33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659" t="55658" r="47241" b="23482"/>
          <a:stretch>
            <a:fillRect/>
          </a:stretch>
        </p:blipFill>
        <p:spPr bwMode="auto">
          <a:xfrm>
            <a:off x="214313" y="1454150"/>
            <a:ext cx="8289925" cy="478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929" name="Segnaposto numero diapositiva 3">
            <a:extLst>
              <a:ext uri="{FF2B5EF4-FFF2-40B4-BE49-F238E27FC236}">
                <a16:creationId xmlns:a16="http://schemas.microsoft.com/office/drawing/2014/main" id="{40BA65A4-CD58-A6DA-7AAB-4EDC91CD9C6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a:spcBef>
                <a:spcPct val="0"/>
              </a:spcBef>
              <a:buClrTx/>
              <a:buFontTx/>
              <a:buNone/>
            </a:pPr>
            <a:fld id="{A23A8A86-ECFC-4347-905F-D6C187D44077}" type="slidenum">
              <a:rPr lang="it-IT" altLang="it-IT" sz="1400" smtClean="0">
                <a:solidFill>
                  <a:schemeClr val="folHlink"/>
                </a:solidFill>
              </a:rPr>
              <a:pPr>
                <a:spcBef>
                  <a:spcPct val="0"/>
                </a:spcBef>
                <a:buClrTx/>
                <a:buFontTx/>
                <a:buNone/>
              </a:pPr>
              <a:t>93</a:t>
            </a:fld>
            <a:endParaRPr lang="it-IT" altLang="it-IT" sz="1400">
              <a:solidFill>
                <a:schemeClr val="folHlink"/>
              </a:solidFill>
            </a:endParaRPr>
          </a:p>
        </p:txBody>
      </p:sp>
      <p:sp>
        <p:nvSpPr>
          <p:cNvPr id="124930" name="Rectangle 5">
            <a:extLst>
              <a:ext uri="{FF2B5EF4-FFF2-40B4-BE49-F238E27FC236}">
                <a16:creationId xmlns:a16="http://schemas.microsoft.com/office/drawing/2014/main" id="{9AA76311-E317-6015-8DEC-DBFD0D16F5AB}"/>
              </a:ext>
            </a:extLst>
          </p:cNvPr>
          <p:cNvSpPr>
            <a:spLocks noGrp="1" noChangeArrowheads="1"/>
          </p:cNvSpPr>
          <p:nvPr>
            <p:ph type="title"/>
          </p:nvPr>
        </p:nvSpPr>
        <p:spPr>
          <a:xfrm>
            <a:off x="323850" y="215900"/>
            <a:ext cx="8712200" cy="503238"/>
          </a:xfrm>
        </p:spPr>
        <p:txBody>
          <a:bodyPr/>
          <a:lstStyle/>
          <a:p>
            <a:pPr eaLnBrk="1" hangingPunct="1"/>
            <a:r>
              <a:rPr lang="it-IT" altLang="it-IT" sz="4000">
                <a:ea typeface="ＭＳ Ｐゴシック" panose="020B0600070205080204" pitchFamily="34" charset="-128"/>
              </a:rPr>
              <a:t>Esempio 3</a:t>
            </a:r>
          </a:p>
        </p:txBody>
      </p:sp>
      <p:pic>
        <p:nvPicPr>
          <p:cNvPr id="124931" name="Picture 2">
            <a:extLst>
              <a:ext uri="{FF2B5EF4-FFF2-40B4-BE49-F238E27FC236}">
                <a16:creationId xmlns:a16="http://schemas.microsoft.com/office/drawing/2014/main" id="{027626A8-32A1-D160-A413-A51ADB892B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5659" t="46245" r="25269" b="23482"/>
          <a:stretch>
            <a:fillRect/>
          </a:stretch>
        </p:blipFill>
        <p:spPr bwMode="auto">
          <a:xfrm>
            <a:off x="230188" y="1811338"/>
            <a:ext cx="8647112"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24932" name="CasellaDiTesto 5">
            <a:extLst>
              <a:ext uri="{FF2B5EF4-FFF2-40B4-BE49-F238E27FC236}">
                <a16:creationId xmlns:a16="http://schemas.microsoft.com/office/drawing/2014/main" id="{F1A93F7F-AF73-0746-BE93-949FCD41AEEA}"/>
              </a:ext>
            </a:extLst>
          </p:cNvPr>
          <p:cNvSpPr txBox="1">
            <a:spLocks noChangeArrowheads="1"/>
          </p:cNvSpPr>
          <p:nvPr/>
        </p:nvSpPr>
        <p:spPr bwMode="auto">
          <a:xfrm>
            <a:off x="842963" y="5262563"/>
            <a:ext cx="214312"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w"/>
              <a:defRPr sz="32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lr>
                <a:schemeClr val="accent2"/>
              </a:buClr>
              <a:buSzPct val="55000"/>
              <a:buFont typeface="Wingdings" panose="05000000000000000000" pitchFamily="2" charset="2"/>
              <a:buChar char="n"/>
              <a:defRPr sz="28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lr>
                <a:schemeClr val="accent2"/>
              </a:buClr>
              <a:buSzPct val="65000"/>
              <a:buFont typeface="Wingdings" panose="05000000000000000000" pitchFamily="2" charset="2"/>
              <a:buChar char="l"/>
              <a:defRPr sz="24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85000"/>
              <a:buFont typeface="Wingdings" panose="05000000000000000000" pitchFamily="2" charset="2"/>
              <a:buChar char="w"/>
              <a:defRPr sz="20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sz="2000">
                <a:solidFill>
                  <a:srgbClr val="000000"/>
                </a:solidFill>
                <a:latin typeface="Arial" panose="020B0604020202020204" pitchFamily="34" charset="0"/>
                <a:ea typeface="ＭＳ Ｐゴシック" panose="020B0600070205080204" pitchFamily="34" charset="-128"/>
              </a:defRPr>
            </a:lvl9pPr>
          </a:lstStyle>
          <a:p>
            <a:pPr eaLnBrk="1" hangingPunct="1">
              <a:spcBef>
                <a:spcPct val="50000"/>
              </a:spcBef>
              <a:buClrTx/>
              <a:buFontTx/>
              <a:buNone/>
            </a:pPr>
            <a:r>
              <a:rPr lang="it-IT" altLang="it-IT" sz="2400"/>
              <a:t>c</a:t>
            </a:r>
          </a:p>
        </p:txBody>
      </p:sp>
    </p:spTree>
  </p:cSld>
  <p:clrMapOvr>
    <a:masterClrMapping/>
  </p:clrMapOvr>
  <p:transition/>
</p:sld>
</file>

<file path=ppt/theme/theme1.xml><?xml version="1.0" encoding="utf-8"?>
<a:theme xmlns:a="http://schemas.openxmlformats.org/drawingml/2006/main" name="Bordi scuri">
  <a:themeElements>
    <a:clrScheme name="Bordi scuri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Bordi scur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GB" sz="2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25400" cap="flat" cmpd="sng" algn="ctr">
          <a:solidFill>
            <a:schemeClr val="tx1"/>
          </a:solidFill>
          <a:prstDash val="solid"/>
          <a:round/>
          <a:headEnd type="none" w="med" len="med"/>
          <a:tailEnd type="none" w="med" len="med"/>
        </a:ln>
        <a:effec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GB" sz="2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Bordi scuri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Bordi scuri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Bordi scuri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Bordi scuri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F36501F82A52044904E2AA776D592FE" ma:contentTypeVersion="7" ma:contentTypeDescription="Create a new document." ma:contentTypeScope="" ma:versionID="ac12382b13ceaf092b54f0e0c65626fa">
  <xsd:schema xmlns:xsd="http://www.w3.org/2001/XMLSchema" xmlns:xs="http://www.w3.org/2001/XMLSchema" xmlns:p="http://schemas.microsoft.com/office/2006/metadata/properties" xmlns:ns2="6e71ac32-155a-4619-8d53-7abf123e0249" targetNamespace="http://schemas.microsoft.com/office/2006/metadata/properties" ma:root="true" ma:fieldsID="e5af121a0c3934511d7015a115c26a1d" ns2:_="">
    <xsd:import namespace="6e71ac32-155a-4619-8d53-7abf123e024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71ac32-155a-4619-8d53-7abf123e02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85CF6D-839B-481C-A76B-1127904B1FBD}">
  <ds:schemaRefs>
    <ds:schemaRef ds:uri="6e71ac32-155a-4619-8d53-7abf123e024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C816A83-9492-4564-BF75-E87FFD84954B}">
  <ds:schemaRefs>
    <ds:schemaRef ds:uri="http://schemas.microsoft.com/sharepoint/v3/contenttype/forms"/>
  </ds:schemaRefs>
</ds:datastoreItem>
</file>

<file path=customXml/itemProps3.xml><?xml version="1.0" encoding="utf-8"?>
<ds:datastoreItem xmlns:ds="http://schemas.openxmlformats.org/officeDocument/2006/customXml" ds:itemID="{B744154F-919B-4A58-841C-C8410A2B70B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C:\Programmi\Microsoft Office\Templates\Presentation Designs\Bordi scuri.pot</Template>
  <Application>Microsoft Office PowerPoint</Application>
  <PresentationFormat>Personalizzato</PresentationFormat>
  <Slides>93</Slides>
  <Notes>13</Notes>
  <HiddenSlides>22</HiddenSlides>
  <ScaleCrop>false</ScaleCrop>
  <HeadingPairs>
    <vt:vector size="4" baseType="variant">
      <vt:variant>
        <vt:lpstr>Tema</vt:lpstr>
      </vt:variant>
      <vt:variant>
        <vt:i4>1</vt:i4>
      </vt:variant>
      <vt:variant>
        <vt:lpstr>Titoli diapositive</vt:lpstr>
      </vt:variant>
      <vt:variant>
        <vt:i4>93</vt:i4>
      </vt:variant>
    </vt:vector>
  </HeadingPairs>
  <TitlesOfParts>
    <vt:vector size="94" baseType="lpstr">
      <vt:lpstr>Bordi scuri</vt:lpstr>
      <vt:lpstr>Corso di Reti Logiche</vt:lpstr>
      <vt:lpstr>Algebra di Boole</vt:lpstr>
      <vt:lpstr>Algebra di Boole</vt:lpstr>
      <vt:lpstr>Algebra astratta</vt:lpstr>
      <vt:lpstr>Definizione dell’Algebra di Boole</vt:lpstr>
      <vt:lpstr>L’AdB definita attraverso i reticoli</vt:lpstr>
      <vt:lpstr>Proprietà dei reticoli</vt:lpstr>
      <vt:lpstr>Reticoli distributivi</vt:lpstr>
      <vt:lpstr>Minimo e Massimo</vt:lpstr>
      <vt:lpstr>Complemento</vt:lpstr>
      <vt:lpstr>Postulati: ricapitolando</vt:lpstr>
      <vt:lpstr>Definizione di AdB</vt:lpstr>
      <vt:lpstr>Legge di dualità</vt:lpstr>
      <vt:lpstr>Variabili e funzioni booleane</vt:lpstr>
      <vt:lpstr>Variabili e funzioni booleane</vt:lpstr>
      <vt:lpstr>Un esempio (1/3)</vt:lpstr>
      <vt:lpstr>Un esempio (2/3)</vt:lpstr>
      <vt:lpstr>Soluzione (3/3)</vt:lpstr>
      <vt:lpstr>Funzione duale</vt:lpstr>
      <vt:lpstr>Alcuni “teoremi”</vt:lpstr>
      <vt:lpstr>Convoluzione</vt:lpstr>
      <vt:lpstr>Elementi neutri di somma e prodotto</vt:lpstr>
      <vt:lpstr>Assorbimento del complemento</vt:lpstr>
      <vt:lpstr>Teoremi di De Morgan</vt:lpstr>
      <vt:lpstr>Teorema di De Morgan</vt:lpstr>
      <vt:lpstr>Teorema di Shannon</vt:lpstr>
      <vt:lpstr>Un altro teorema</vt:lpstr>
      <vt:lpstr>Proprietà del complemento</vt:lpstr>
      <vt:lpstr>Un ulteriore teorema</vt:lpstr>
      <vt:lpstr>Principio di eliminazione</vt:lpstr>
      <vt:lpstr>Principio di eliminazione</vt:lpstr>
      <vt:lpstr>Algebre notevoli</vt:lpstr>
      <vt:lpstr>Algebra degli insiemi</vt:lpstr>
      <vt:lpstr>Algebra degli insiemi (1/2)</vt:lpstr>
      <vt:lpstr>Algebra degli insiemi (2/2)</vt:lpstr>
      <vt:lpstr>Teorema di Stone</vt:lpstr>
      <vt:lpstr>Algebra della logica</vt:lpstr>
      <vt:lpstr>Algebra delle logica</vt:lpstr>
      <vt:lpstr>Algebra della logica </vt:lpstr>
      <vt:lpstr>Considerando l’Algebra delle logica</vt:lpstr>
      <vt:lpstr>Algebra dei  circuiti </vt:lpstr>
      <vt:lpstr>Algebra dei circuiti: reti bilaterali</vt:lpstr>
      <vt:lpstr>Algebra dei circuiti: reti unilaterali</vt:lpstr>
      <vt:lpstr>Algebra dei circuiti: esempio</vt:lpstr>
      <vt:lpstr>Riassumendo</vt:lpstr>
      <vt:lpstr>Forme Algebriche</vt:lpstr>
      <vt:lpstr>Ancora definizioni…</vt:lpstr>
      <vt:lpstr>Mintermini e Maxtermini</vt:lpstr>
      <vt:lpstr>Tabelle di verità</vt:lpstr>
      <vt:lpstr>Tabelle di verità</vt:lpstr>
      <vt:lpstr>Tabelle di verità</vt:lpstr>
      <vt:lpstr>Forma normale di tipo P</vt:lpstr>
      <vt:lpstr>Forma normale di tipo P</vt:lpstr>
      <vt:lpstr>Forma Normale di Tipo P</vt:lpstr>
      <vt:lpstr>Forma normale di tipo P</vt:lpstr>
      <vt:lpstr>Il solito esempio</vt:lpstr>
      <vt:lpstr>Forma normale di tipo S</vt:lpstr>
      <vt:lpstr>Forma normale di tipo S</vt:lpstr>
      <vt:lpstr>Forma Normale di Tipo S</vt:lpstr>
      <vt:lpstr>Numero caratteristico</vt:lpstr>
      <vt:lpstr>Numero caratteristico</vt:lpstr>
      <vt:lpstr>Equazioni booleane</vt:lpstr>
      <vt:lpstr>Funzioni incompletamente specificate</vt:lpstr>
      <vt:lpstr>Funzioni incompletamente specificate</vt:lpstr>
      <vt:lpstr>Un caso notevole</vt:lpstr>
      <vt:lpstr>Implicanti di una funzione</vt:lpstr>
      <vt:lpstr>Implicanti di una funzione</vt:lpstr>
      <vt:lpstr>Proprietà degli implicanti (1/2)</vt:lpstr>
      <vt:lpstr>Proprietà degli implicanti (2/2)</vt:lpstr>
      <vt:lpstr>Diagrammi di Veitch e mappe di Karnaugh</vt:lpstr>
      <vt:lpstr>Diagrammi di Veitch e mappe di Karnaugh</vt:lpstr>
      <vt:lpstr>Diagrammi di Veitch e mappe di Karnaugh</vt:lpstr>
      <vt:lpstr>Diagrammi di Veitch e mappe di Karnaugh</vt:lpstr>
      <vt:lpstr>Diagrammi di Veitch e mappe di Karnaugh</vt:lpstr>
      <vt:lpstr>Proprietà notevoli</vt:lpstr>
      <vt:lpstr>Diagrammi di Veitch e mappe di Karnaugh</vt:lpstr>
      <vt:lpstr>Diagrammi di Veitch e mappe di Karnaugh</vt:lpstr>
      <vt:lpstr>Diagrammi di Veitch e mappe di Karnaugh</vt:lpstr>
      <vt:lpstr>Funzioni di due variabili</vt:lpstr>
      <vt:lpstr>Funzioni di due variabili</vt:lpstr>
      <vt:lpstr>Funzioni booleane “generalizzate”</vt:lpstr>
      <vt:lpstr>Funzioni booleane “generalizzate”: esempi</vt:lpstr>
      <vt:lpstr>Funzioni NAND e NOR</vt:lpstr>
      <vt:lpstr>Funzioni NAND e NOR</vt:lpstr>
      <vt:lpstr>Funzioni NAND e NOR</vt:lpstr>
      <vt:lpstr>Funzioni NAND e NOR</vt:lpstr>
      <vt:lpstr>Proprietà di NAND e NOR</vt:lpstr>
      <vt:lpstr>Forme NAND e NOR di una funzione</vt:lpstr>
      <vt:lpstr>Generalizzando…</vt:lpstr>
      <vt:lpstr>Forme NAND e NOR di una funzione</vt:lpstr>
      <vt:lpstr>Esempio 1</vt:lpstr>
      <vt:lpstr>Esempio 2</vt:lpstr>
      <vt:lpstr>Esempio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Gerarchia delle Memorie</dc:title>
  <cp:revision>2</cp:revision>
  <dcterms:created xsi:type="dcterms:W3CDTF">2011-03-28T21:13:23Z</dcterms:created>
  <dcterms:modified xsi:type="dcterms:W3CDTF">2026-05-20T17:44:00Z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0x0101005F36501F82A52044904E2AA776D592FE</vt:lpwstr>
  </property>
</Properties>
</file>