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4.xml" ContentType="application/vnd.openxmlformats-officedocument.presentationml.notesSlide+xml"/>
  <Override PartName="/ppt/ink/ink5.xml" ContentType="application/inkml+xml"/>
  <Override PartName="/ppt/ink/ink6.xml" ContentType="application/inkml+xml"/>
  <Override PartName="/ppt/notesSlides/notesSlide5.xml" ContentType="application/vnd.openxmlformats-officedocument.presentationml.notesSlide+xml"/>
  <Override PartName="/ppt/ink/ink7.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8.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9.xml" ContentType="application/inkml+xml"/>
  <Override PartName="/ppt/notesSlides/notesSlide11.xml" ContentType="application/vnd.openxmlformats-officedocument.presentationml.notesSlide+xml"/>
  <Override PartName="/ppt/ink/ink10.xml" ContentType="application/inkml+xml"/>
  <Override PartName="/ppt/ink/ink11.xml" ContentType="application/inkml+xml"/>
  <Override PartName="/ppt/ink/ink12.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ink/ink16.xml" ContentType="application/inkml+xml"/>
  <Override PartName="/ppt/notesSlides/notesSlide16.xml" ContentType="application/vnd.openxmlformats-officedocument.presentationml.notesSlide+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notesSlides/notesSlide17.xml" ContentType="application/vnd.openxmlformats-officedocument.presentationml.notesSlide+xml"/>
  <Override PartName="/ppt/ink/ink24.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ink/ink33.xml" ContentType="application/inkml+xml"/>
  <Override PartName="/ppt/ink/ink34.xml" ContentType="application/inkml+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notesSlides/notesSlide26.xml" ContentType="application/vnd.openxmlformats-officedocument.presentationml.notesSlide+xml"/>
  <Override PartName="/ppt/ink/ink40.xml" ContentType="application/inkml+xml"/>
  <Override PartName="/ppt/ink/ink41.xml" ContentType="application/inkml+xml"/>
  <Override PartName="/ppt/ink/ink42.xml" ContentType="application/inkml+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ink/ink43.xml" ContentType="application/inkml+xml"/>
  <Override PartName="/ppt/ink/ink44.xml" ContentType="application/inkml+xml"/>
  <Override PartName="/ppt/notesSlides/notesSlide29.xml" ContentType="application/vnd.openxmlformats-officedocument.presentationml.notesSlide+xml"/>
  <Override PartName="/ppt/ink/ink45.xml" ContentType="application/inkml+xml"/>
  <Override PartName="/ppt/notesSlides/notesSlide30.xml" ContentType="application/vnd.openxmlformats-officedocument.presentationml.notesSlide+xml"/>
  <Override PartName="/ppt/ink/ink46.xml" ContentType="application/inkml+xml"/>
  <Override PartName="/ppt/ink/ink47.xml" ContentType="application/inkml+xml"/>
  <Override PartName="/ppt/ink/ink48.xml" ContentType="application/inkml+xml"/>
  <Override PartName="/ppt/notesSlides/notesSlide31.xml" ContentType="application/vnd.openxmlformats-officedocument.presentationml.notesSlide+xml"/>
  <Override PartName="/ppt/ink/ink49.xml" ContentType="application/inkml+xml"/>
  <Override PartName="/ppt/ink/ink50.xml" ContentType="application/inkml+xml"/>
  <Override PartName="/ppt/notesSlides/notesSlide32.xml" ContentType="application/vnd.openxmlformats-officedocument.presentationml.notesSlide+xml"/>
  <Override PartName="/ppt/ink/ink51.xml" ContentType="application/inkml+xml"/>
  <Override PartName="/ppt/ink/ink52.xml" ContentType="application/inkml+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ink/ink53.xml" ContentType="application/inkml+xml"/>
  <Override PartName="/ppt/ink/ink54.xml" ContentType="application/inkml+xml"/>
  <Override PartName="/ppt/ink/ink55.xml" ContentType="application/inkml+xml"/>
  <Override PartName="/ppt/ink/ink56.xml" ContentType="application/inkml+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Lst>
  <p:notesMasterIdLst>
    <p:notesMasterId r:id="rId41"/>
  </p:notesMasterIdLst>
  <p:sldIdLst>
    <p:sldId id="256" r:id="rId5"/>
    <p:sldId id="257" r:id="rId6"/>
    <p:sldId id="258" r:id="rId7"/>
    <p:sldId id="260" r:id="rId8"/>
    <p:sldId id="297" r:id="rId9"/>
    <p:sldId id="298" r:id="rId10"/>
    <p:sldId id="259" r:id="rId11"/>
    <p:sldId id="261" r:id="rId12"/>
    <p:sldId id="294" r:id="rId13"/>
    <p:sldId id="295" r:id="rId14"/>
    <p:sldId id="296" r:id="rId15"/>
    <p:sldId id="264" r:id="rId16"/>
    <p:sldId id="265" r:id="rId17"/>
    <p:sldId id="270" r:id="rId18"/>
    <p:sldId id="271" r:id="rId19"/>
    <p:sldId id="272" r:id="rId20"/>
    <p:sldId id="273" r:id="rId21"/>
    <p:sldId id="274" r:id="rId22"/>
    <p:sldId id="275" r:id="rId23"/>
    <p:sldId id="276" r:id="rId24"/>
    <p:sldId id="266" r:id="rId25"/>
    <p:sldId id="284" r:id="rId26"/>
    <p:sldId id="291" r:id="rId27"/>
    <p:sldId id="283" r:id="rId28"/>
    <p:sldId id="290" r:id="rId29"/>
    <p:sldId id="268" r:id="rId30"/>
    <p:sldId id="293" r:id="rId31"/>
    <p:sldId id="292" r:id="rId32"/>
    <p:sldId id="286" r:id="rId33"/>
    <p:sldId id="287" r:id="rId34"/>
    <p:sldId id="288" r:id="rId35"/>
    <p:sldId id="281" r:id="rId36"/>
    <p:sldId id="282" r:id="rId37"/>
    <p:sldId id="279" r:id="rId38"/>
    <p:sldId id="289" r:id="rId39"/>
    <p:sldId id="280" r:id="rId40"/>
  </p:sldIdLst>
  <p:sldSz cx="9720263" cy="6480175"/>
  <p:notesSz cx="7556500" cy="10691813"/>
  <p:defaultTextStyle>
    <a:defPPr>
      <a:defRPr lang="en-GB"/>
    </a:defPPr>
    <a:lvl1pPr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1pPr>
    <a:lvl2pPr marL="742950" indent="-285750"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2pPr>
    <a:lvl3pPr marL="1143000" indent="-228600"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3pPr>
    <a:lvl4pPr marL="1600200" indent="-228600"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4pPr>
    <a:lvl5pPr marL="2057400" indent="-228600"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1136" y="48"/>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5T07:13:49.286"/>
    </inkml:context>
    <inkml:brush xml:id="br0">
      <inkml:brushProperty name="width" value="0.05" units="cm"/>
      <inkml:brushProperty name="height" value="0.05" units="cm"/>
      <inkml:brushProperty name="fitToCurve" value="1"/>
    </inkml:brush>
  </inkml:definitions>
  <inkml:trace contextRef="#ctx0" brushRef="#br0">0 0 372 0,'0'0'0'16,"0"0"-52"-16,0 0 47 16,0 0 0-16,0 0-35 0,0 0 12 15,31 14-27-15,-21-10-95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5T07:15:04.534"/>
    </inkml:context>
    <inkml:brush xml:id="br0">
      <inkml:brushProperty name="width" value="0.05" units="cm"/>
      <inkml:brushProperty name="height" value="0.05" units="cm"/>
      <inkml:brushProperty name="fitToCurve" value="1"/>
    </inkml:brush>
  </inkml:definitions>
  <inkml:trace contextRef="#ctx0" brushRef="#br0">0 0 38 0,'0'0'178'15,"0"0"-178"-15,0 0-77 0,0 0 60 16,0 0-16-16,192 46 29 16,-85-25 4-16,17-1-1 15,15-1-1-15,4-2-15 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5T07:13:48.710"/>
    </inkml:context>
    <inkml:brush xml:id="br0">
      <inkml:brushProperty name="width" value="0.05" units="cm"/>
      <inkml:brushProperty name="height" value="0.05" units="cm"/>
      <inkml:brushProperty name="fitToCurve" value="1"/>
    </inkml:brush>
  </inkml:definitions>
  <inkml:trace contextRef="#ctx0" brushRef="#br0">4573 725 532 0,'0'0'0'16,"0"0"-34"-16,0 0 32 16,0 0 2-16,0 0-44 15,0 0-34-15,0-16-79 16,13 23-24-16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5T07:21:03.169"/>
    </inkml:context>
    <inkml:brush xml:id="br0">
      <inkml:brushProperty name="width" value="0.05" units="cm"/>
      <inkml:brushProperty name="height" value="0.05" units="cm"/>
      <inkml:brushProperty name="fitToCurve" value="1"/>
    </inkml:brush>
  </inkml:definitions>
  <inkml:trace contextRef="#ctx0" brushRef="#br0">222 2665 24 0,'0'0'0'0,"0"0"-14"0</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5T07:27:12.326"/>
    </inkml:context>
    <inkml:brush xml:id="br0">
      <inkml:brushProperty name="width" value="0.05" units="cm"/>
      <inkml:brushProperty name="height" value="0.05" units="cm"/>
      <inkml:brushProperty name="color" value="#ED1C24"/>
      <inkml:brushProperty name="fitToCurve" value="1"/>
    </inkml:brush>
  </inkml:definitions>
  <inkml:trace contextRef="#ctx0" brushRef="#br0">0 0 82 0,'0'0'0'0</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5T07:37:38.034"/>
    </inkml:context>
    <inkml:brush xml:id="br0">
      <inkml:brushProperty name="width" value="0.05" units="cm"/>
      <inkml:brushProperty name="height" value="0.05" units="cm"/>
      <inkml:brushProperty name="color" value="#ED1C24"/>
      <inkml:brushProperty name="fitToCurve" value="1"/>
    </inkml:brush>
  </inkml:definitions>
  <inkml:trace contextRef="#ctx0" brushRef="#br0">0 1228 29 0,'0'0'0'15,"0"0"-20"-15,0 0 11 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5T08:05:45.632"/>
    </inkml:context>
    <inkml:brush xml:id="br0">
      <inkml:brushProperty name="width" value="0.05" units="cm"/>
      <inkml:brushProperty name="height" value="0.05" units="cm"/>
      <inkml:brushProperty name="color" value="#ED1C24"/>
      <inkml:brushProperty name="fitToCurve" value="1"/>
    </inkml:brush>
  </inkml:definitions>
  <inkml:trace contextRef="#ctx0" brushRef="#br0">0 0 19 0,'0'0'30'16,"0"0"-13"-16,0 0 10 15,0 0 0-15,0 0-5 16,0 0 7-16,0 0 1 16,12 0 4-16,-12 0 9 15,0 0-4-15,0 0-8 16,0 0-18-16,0 0-10 15,4 0-3-15,0 0-7 16,1 0-21-16,-1 0-24 16,-1 0-43-16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5T07:58:57.015"/>
    </inkml:context>
    <inkml:brush xml:id="br0">
      <inkml:brushProperty name="width" value="0.05" units="cm"/>
      <inkml:brushProperty name="height" value="0.05" units="cm"/>
      <inkml:brushProperty name="color" value="#ED1C24"/>
      <inkml:brushProperty name="fitToCurve" value="1"/>
    </inkml:brush>
  </inkml:definitions>
  <inkml:trace contextRef="#ctx0" brushRef="#br0">0 0 49 0,'0'0'27'0,"0"0"-26"16,0 122-1-16,0-51-7 16,0 11-24-16,5 3-1 15</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5T08:07:30.348"/>
    </inkml:context>
    <inkml:brush xml:id="br0">
      <inkml:brushProperty name="width" value="0.05" units="cm"/>
      <inkml:brushProperty name="height" value="0.05" units="cm"/>
      <inkml:brushProperty name="color" value="#ED1C24"/>
      <inkml:brushProperty name="fitToCurve" value="1"/>
    </inkml:brush>
  </inkml:definitions>
  <inkml:trace contextRef="#ctx0" brushRef="#br0">104 0 23 0,'0'0'3'0,"0"0"0"16,0 0-2-16,0 0-1 0,0 0 1 16,0 0-1-1,0 0 2-15,-67 65-2 0,58-58 0 16,2 4 0-16,1-3 0 16,-1 0 0-16,2-4-2 15,2 1 1-15,3-4-1 16,0 2-2-16,0-3-20 15</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5T08:08:28.667"/>
    </inkml:context>
    <inkml:brush xml:id="br0">
      <inkml:brushProperty name="width" value="0.05" units="cm"/>
      <inkml:brushProperty name="height" value="0.05" units="cm"/>
      <inkml:brushProperty name="color" value="#ED1C24"/>
      <inkml:brushProperty name="fitToCurve" value="1"/>
    </inkml:brush>
  </inkml:definitions>
  <inkml:trace contextRef="#ctx0" brushRef="#br0">14 0 382 0,'0'0'32'15,"0"0"-30"-15,0 0 15 16,0 0 20-16,0 0-18 15,0 0 0-15,0 0-4 0,-13 0-13 16,13 0-2-16,0 0 0 16,0 2-5-16,0 1-22 15,0-3-70-15,6 0-47 16,-2 0-44-16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5T08:08:29.274"/>
    </inkml:context>
    <inkml:brush xml:id="br0">
      <inkml:brushProperty name="width" value="0.05" units="cm"/>
      <inkml:brushProperty name="height" value="0.05" units="cm"/>
      <inkml:brushProperty name="color" value="#ED1C24"/>
      <inkml:brushProperty name="fitToCurve" value="1"/>
    </inkml:brush>
  </inkml:definitions>
  <inkml:trace contextRef="#ctx0" brushRef="#br0">0 0 414 0,'0'0'72'0,"0"0"-63"16,0 0-9-16,0 0 32 0,0 0-11 15,0 0 4-15,0 8-15 16,0-8-5-16,0 0-5 15,0 0 0-15,0 0-10 16,1 0 1-16,8 0-34 16,5 0-49-16,2 0-34 15,5 0-12-15</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5T08:08:30.698"/>
    </inkml:context>
    <inkml:brush xml:id="br0">
      <inkml:brushProperty name="width" value="0.05" units="cm"/>
      <inkml:brushProperty name="height" value="0.05" units="cm"/>
      <inkml:brushProperty name="color" value="#ED1C24"/>
      <inkml:brushProperty name="fitToCurve" value="1"/>
    </inkml:brush>
  </inkml:definitions>
  <inkml:trace contextRef="#ctx0" brushRef="#br0">0 0 492 0,'0'0'17'16,"0"0"3"-16,0 0 54 15,0 0-12-15,0 0-31 16,0 0-10-16,4 11-9 16,-4-6-9-16,0-5-6 15,0 0 4-15,0 3-2 0,0 2-7 16,3 1-57-16,2 4-25 16,-4 5-18-16,-1-8-60 15,0-4-35-15</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2:44:28.238"/>
    </inkml:context>
    <inkml:brush xml:id="br0">
      <inkml:brushProperty name="width" value="0.05" units="cm"/>
      <inkml:brushProperty name="height" value="0.05" units="cm"/>
      <inkml:brushProperty name="color" value="#ED1C24"/>
      <inkml:brushProperty name="fitToCurve" value="1"/>
    </inkml:brush>
  </inkml:definitions>
  <inkml:trace contextRef="#ctx0" brushRef="#br0">0 0 9 0,'0'0'18'0,"0"0"-4"15,0 0-14-15,0 0-4 16,0 0-15-16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2:44:39.709"/>
    </inkml:context>
    <inkml:brush xml:id="br0">
      <inkml:brushProperty name="width" value="0.05" units="cm"/>
      <inkml:brushProperty name="height" value="0.05" units="cm"/>
      <inkml:brushProperty name="color" value="#ED1C24"/>
      <inkml:brushProperty name="fitToCurve" value="1"/>
    </inkml:brush>
  </inkml:definitions>
  <inkml:trace contextRef="#ctx0" brushRef="#br0">7345 3919 412 0,'0'0'152'15,"0"0"-152"-15,0 0-1 16,0 0-132-16,0 0-36 16,0 0-25-16</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2:46:28.787"/>
    </inkml:context>
    <inkml:brush xml:id="br0">
      <inkml:brushProperty name="width" value="0.05" units="cm"/>
      <inkml:brushProperty name="height" value="0.05" units="cm"/>
      <inkml:brushProperty name="color" value="#ED1C24"/>
      <inkml:brushProperty name="fitToCurve" value="1"/>
    </inkml:brush>
  </inkml:definitions>
  <inkml:trace contextRef="#ctx0" brushRef="#br0">2666 16 17 0,'0'0'35'16,"0"0"-34"-16,0 0 15 15,0 0 0-15,0 0-10 16,0 0-3-16,0 0-3 0,0 0 0 15,0 0 5 1,0 0-3-16,0 4 4 0,0-3-3 16,0 4-1-16,0-4 0 15,0 3-2-15,0-3-1 16,0-1 0-16,0 0-4 16,0 0 0-16,0 0-1 15,0 0 3-15,0 0 3 16,0 0-2-16,0 0 2 15,0 0 4-15,0 2-3 16,0-2 1-16,0 4-2 16,0-4 0-16,0 1 0 15,0 2 0-15,0-3 0 0,0 2 1 16,0-2 0 0,0 1-2-16,0 3 0 0,0-3 1 15,0-1 0-15,0 4-10 16,0-4-27-16</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2:46:30.376"/>
    </inkml:context>
    <inkml:brush xml:id="br0">
      <inkml:brushProperty name="width" value="0.05" units="cm"/>
      <inkml:brushProperty name="height" value="0.05" units="cm"/>
      <inkml:brushProperty name="color" value="#ED1C24"/>
      <inkml:brushProperty name="fitToCurve" value="1"/>
    </inkml:brush>
  </inkml:definitions>
  <inkml:trace contextRef="#ctx0" brushRef="#br0">123 12 62 0,'0'0'23'16,"0"0"5"-16,0 0 7 16,0 0-12-16,0 0 5 15,0 0-2-15,0 0-17 16,0-2 3-16,0-1 14 16,0 3-14-16,0 0 1 15,0 0-5-15,0 0 0 16,0 0-3-16,0 0-5 0,0 0 0 15,0 0 2-15,0 0-1 16,0 0-2-16,0 0 2 16,0 0 0-16,0 0 2 15,0 0-1-15,0 0 0 16,0-1 10-16,0 1-5 16,0-2 9-16,2 2-8 15,1 0-2-15,-3-3 8 16,2 3-8-16,-2 0-2 15,0 0 12-15,0 0-15 16,0 0 3-16,3 0-4 16,-3 0 1-16,0 0-2 15,0-2 0-15,0 2 1 0,0 0 8 16,0 0-8 0,0 0 10-16,0 0 0 0,0 0-2 15,0 0 2-15,0 0-6 16,0 0-1-16,0 0 13 15,0 0-16-15,0 0 6 16,0 0-4-16,0 0 2 16,0 0 3-16,0 0-7 15,0 0-1-15,0 0-1 16,-18 0-28-16,-27 0-40 16,-25 2-117-16</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2:48:03.546"/>
    </inkml:context>
    <inkml:brush xml:id="br0">
      <inkml:brushProperty name="width" value="0.05" units="cm"/>
      <inkml:brushProperty name="height" value="0.05" units="cm"/>
      <inkml:brushProperty name="color" value="#ED1C24"/>
      <inkml:brushProperty name="fitToCurve" value="1"/>
    </inkml:brush>
  </inkml:definitions>
  <inkml:trace contextRef="#ctx0" brushRef="#br0">736 34 336 0,'0'0'48'16,"0"0"-40"-16,0 0-8 15,0 0 32-15,0 0-22 16,0 0 4-16,-10 0 14 16,10 0 6-16,0 0 20 15,-2 0-1-15,2 0 2 16,-3 0-21-16,3 0-17 16,0 0-8-16,-2 0-9 15,2 0-6-15,0 0-13 16,0 0-86-16,0 0-72 0,0 0-94 15</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2:51:02.144"/>
    </inkml:context>
    <inkml:brush xml:id="br0">
      <inkml:brushProperty name="width" value="0.05" units="cm"/>
      <inkml:brushProperty name="height" value="0.05" units="cm"/>
      <inkml:brushProperty name="color" value="#177D36"/>
      <inkml:brushProperty name="fitToCurve" value="1"/>
    </inkml:brush>
  </inkml:definitions>
  <inkml:trace contextRef="#ctx0" brushRef="#br0">0 1 184 0,'0'0'81'15,"0"0"-20"-15,0 0 7 16,0 0-25-16,0 0-15 16,0 0 11-16,1 0 3 15,-1 0-11-15,0 0 7 16,0 0-12-16,4 0-15 15,-3 0-4-15,6 0-7 0,3 0 0 16,2 0 5-16,1 2-4 16,-1-2 4-16,1 0-5 15,1 0 0-15,-3 0-1 16,-2 0 1-16,-4 1-21 16,-5 3-66-16,0-4-31 15,0 0-122-15</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2:51:52.878"/>
    </inkml:context>
    <inkml:brush xml:id="br0">
      <inkml:brushProperty name="width" value="0.05" units="cm"/>
      <inkml:brushProperty name="height" value="0.05" units="cm"/>
      <inkml:brushProperty name="color" value="#177D36"/>
      <inkml:brushProperty name="fitToCurve" value="1"/>
    </inkml:brush>
  </inkml:definitions>
  <inkml:trace contextRef="#ctx0" brushRef="#br0">150 157 159 0,'0'0'12'0,"0"0"-12"16,0 0-36-16,0 0 7 16,0 0 22-16,-137-78 2 15,130 66 3-15,1-3 2 16,6-1 0-16,0 0-10 16,6-4-64-16</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3:00:15.615"/>
    </inkml:context>
    <inkml:brush xml:id="br0">
      <inkml:brushProperty name="width" value="0.05" units="cm"/>
      <inkml:brushProperty name="height" value="0.05" units="cm"/>
      <inkml:brushProperty name="color" value="#ED1C24"/>
      <inkml:brushProperty name="fitToCurve" value="1"/>
    </inkml:brush>
  </inkml:definitions>
  <inkml:trace contextRef="#ctx0" brushRef="#br0">0 0 183 0,'0'0'0'15,"0"0"-52"-15,0 0 23 16,0 0-55-16</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3:00:26.047"/>
    </inkml:context>
    <inkml:brush xml:id="br0">
      <inkml:brushProperty name="width" value="0.05" units="cm"/>
      <inkml:brushProperty name="height" value="0.05" units="cm"/>
      <inkml:brushProperty name="color" value="#ED1C24"/>
      <inkml:brushProperty name="fitToCurve" value="1"/>
    </inkml:brush>
  </inkml:definitions>
  <inkml:trace contextRef="#ctx0" brushRef="#br0">0 270 172 0,'0'0'102'15,"0"0"-97"-15,0 0-5 16,0 0 42-16,0 0 29 0,0 0-23 16,-39-14-45-1,96 10 9-15,39-5 22 0,54-11 6 16,52-3 12-16,48-5 6 15,34 0 10-15,22 1-13 16,20 9-26-16,23 2 14 16,19 1-27-16,12 4 2 15,6 0-13-15,-8-1-1 16,-25 1 0-16,-39 4-4 16,-49 5 0-16,-58-3-8 15,-55 5-40-15,-58 0-68 16,-47 0-46-16,-47 0-50 15,-52 7-8-15</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3:00:27.081"/>
    </inkml:context>
    <inkml:brush xml:id="br0">
      <inkml:brushProperty name="width" value="0.05" units="cm"/>
      <inkml:brushProperty name="height" value="0.05" units="cm"/>
      <inkml:brushProperty name="color" value="#ED1C24"/>
      <inkml:brushProperty name="fitToCurve" value="1"/>
    </inkml:brush>
  </inkml:definitions>
  <inkml:trace contextRef="#ctx0" brushRef="#br0">853 578 123 0,'0'0'194'16,"0"0"-175"-16,0 0 57 15,-132-75 28-15,89 34-8 16,-11-11-32-16,-11-7-23 16,-4-10-31-16,-14-1-1 0,-1 2-6 15,-4 13-1-15,6 16-4 16,13 17-1-16,19 7-6 15,25 8 7-15,15 2-13 16,10 5-62-16,0 0-104 16,10 0-89-16</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2:48:23.840"/>
    </inkml:context>
    <inkml:brush xml:id="br0">
      <inkml:brushProperty name="width" value="0.05" units="cm"/>
      <inkml:brushProperty name="height" value="0.05" units="cm"/>
      <inkml:brushProperty name="color" value="#ED1C24"/>
      <inkml:brushProperty name="fitToCurve" value="1"/>
    </inkml:brush>
  </inkml:definitions>
  <inkml:trace contextRef="#ctx0" brushRef="#br0">4363 6097 653 0,'0'0'154'0,"0"0"-149"0,0 0 63 15,0 0-47-15,0 0-21 16,0 0-51-16,20 0-59 16,-10-15-153-16,2-3-84 15</inkml:trace>
  <inkml:trace contextRef="#ctx0" brushRef="#br0" timeOffset="-113183.46">3124 2054 44 0,'0'0'0'0,"0"0"-27"16</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2:52:14.356"/>
    </inkml:context>
    <inkml:brush xml:id="br0">
      <inkml:brushProperty name="width" value="0.05" units="cm"/>
      <inkml:brushProperty name="height" value="0.05" units="cm"/>
      <inkml:brushProperty name="color" value="#ED1C24"/>
      <inkml:brushProperty name="fitToCurve" value="1"/>
    </inkml:brush>
  </inkml:definitions>
  <inkml:trace contextRef="#ctx0" brushRef="#br0">0 0 88 0,'0'0'0'16</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3:01:43.872"/>
    </inkml:context>
    <inkml:brush xml:id="br0">
      <inkml:brushProperty name="width" value="0.05" units="cm"/>
      <inkml:brushProperty name="height" value="0.05" units="cm"/>
      <inkml:brushProperty name="fitToCurve" value="1"/>
    </inkml:brush>
  </inkml:definitions>
  <inkml:trace contextRef="#ctx0" brushRef="#br0">0 0 145 0,'0'0'0'16</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3:01:36.597"/>
    </inkml:context>
    <inkml:brush xml:id="br0">
      <inkml:brushProperty name="width" value="0.05" units="cm"/>
      <inkml:brushProperty name="height" value="0.05" units="cm"/>
      <inkml:brushProperty name="fitToCurve" value="1"/>
    </inkml:brush>
  </inkml:definitions>
  <inkml:trace contextRef="#ctx0" brushRef="#br0">1751 2228 6 0,'0'0'6'0,"0"0"9"16,0 0-15-16,0 0-1 15,0 0-14-15</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3:02:50.573"/>
    </inkml:context>
    <inkml:brush xml:id="br0">
      <inkml:brushProperty name="width" value="0.05" units="cm"/>
      <inkml:brushProperty name="height" value="0.05" units="cm"/>
      <inkml:brushProperty name="color" value="#ED1C24"/>
      <inkml:brushProperty name="fitToCurve" value="1"/>
    </inkml:brush>
  </inkml:definitions>
  <inkml:trace contextRef="#ctx0" brushRef="#br0">0 0 325 0,'0'0'0'16,"0"0"-33"-16,0 0-56 16</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3:03:13.508"/>
    </inkml:context>
    <inkml:brush xml:id="br0">
      <inkml:brushProperty name="width" value="0.05" units="cm"/>
      <inkml:brushProperty name="height" value="0.05" units="cm"/>
      <inkml:brushProperty name="color" value="#ED1C24"/>
      <inkml:brushProperty name="fitToCurve" value="1"/>
    </inkml:brush>
  </inkml:definitions>
  <inkml:trace contextRef="#ctx0" brushRef="#br0">0 0 463 0,'0'0'19'0,"0"0"-11"16,0 0 30-16,0 0-23 0,0 0-8 16,0 0 7-16,26 0 41 15,-21 0-47-15,-2 0 0 16,-3 0-5-16,0 0-1 15,0 0 11-15,0 0-6 16,0 0 4-16,0 0 4 16,0 0-15-16,0 0 0 15,0 0-10-15,0 0-12 16,1 0-54-16,-1 0-32 16,0 0-54-16,0 0-20 15</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3:03:55.009"/>
    </inkml:context>
    <inkml:brush xml:id="br0">
      <inkml:brushProperty name="width" value="0.05" units="cm"/>
      <inkml:brushProperty name="height" value="0.05" units="cm"/>
      <inkml:brushProperty name="color" value="#ED1C24"/>
      <inkml:brushProperty name="fitToCurve" value="1"/>
    </inkml:brush>
  </inkml:definitions>
  <inkml:trace contextRef="#ctx0" brushRef="#br0">4 0 116 0,'0'0'0'0,"0"0"-3"15,0 0-11-15,0 0 14 16,0 0 4-16,0 0-2 15,0 0 7-15,-4 4-3 16,4-4 1-16,0 0 6 16,0 0-8-16,0 0 7 15,0 0-2-15,0 0-4 16,0 2-6-16,0 1-3 16,0 5-33-16,0-4-5 15</inkml:trace>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3:09:55.797"/>
    </inkml:context>
    <inkml:brush xml:id="br0">
      <inkml:brushProperty name="width" value="0.05" units="cm"/>
      <inkml:brushProperty name="height" value="0.05" units="cm"/>
      <inkml:brushProperty name="fitToCurve" value="1"/>
    </inkml:brush>
  </inkml:definitions>
  <inkml:trace contextRef="#ctx0" brushRef="#br0">4279 2096 38 0,'0'0'29'15,"0"0"-24"-15,0 0-5 0,0 0-4 16,0 0-30-16,-64 108 0 15</inkml:trace>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3:10:19.412"/>
    </inkml:context>
    <inkml:brush xml:id="br0">
      <inkml:brushProperty name="width" value="0.05" units="cm"/>
      <inkml:brushProperty name="height" value="0.05" units="cm"/>
      <inkml:brushProperty name="fitToCurve" value="1"/>
    </inkml:brush>
  </inkml:definitions>
  <inkml:trace contextRef="#ctx0" brushRef="#br0">10 0 16 0,'0'0'13'0,"0"0"-3"16,0 0-5-16,0 0-3 16,0 0 3-16,0 0-5 15,0 0-4-15,-10 0-11 16,10 0-12-16</inkml:trace>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3:11:10.140"/>
    </inkml:context>
    <inkml:brush xml:id="br0">
      <inkml:brushProperty name="width" value="0.05" units="cm"/>
      <inkml:brushProperty name="height" value="0.05" units="cm"/>
      <inkml:brushProperty name="color" value="#ED1C24"/>
      <inkml:brushProperty name="fitToCurve" value="1"/>
    </inkml:brush>
  </inkml:definitions>
  <inkml:trace contextRef="#ctx0" brushRef="#br0">0 57 81 0,'0'0'8'15,"0"0"-4"-15,0 0-5 16,0 0 4-16,0 0-2 16,0 0 0-16,0 0 3 15,0-12 0-15,0 7-3 0,0-2 1 16,0 1-4 0,2-2 1-16,0-1-5 0,0-1-20 15</inkml:trace>
</inkml:ink>
</file>

<file path=ppt/ink/ink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3:22:57.131"/>
    </inkml:context>
    <inkml:brush xml:id="br0">
      <inkml:brushProperty name="width" value="0.05" units="cm"/>
      <inkml:brushProperty name="height" value="0.05" units="cm"/>
      <inkml:brushProperty name="color" value="#ED1C24"/>
      <inkml:brushProperty name="fitToCurve" value="1"/>
    </inkml:brush>
  </inkml:definitions>
  <inkml:trace contextRef="#ctx0" brushRef="#br0">0 0 506 0,'0'0'94'0,"0"0"-94"0,0 0-68 16,0 0 56-16,0 0-149 16,0 0-93-16</inkml:trace>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3:22:58.081"/>
    </inkml:context>
    <inkml:brush xml:id="br0">
      <inkml:brushProperty name="width" value="0.05" units="cm"/>
      <inkml:brushProperty name="height" value="0.05" units="cm"/>
      <inkml:brushProperty name="color" value="#ED1C24"/>
      <inkml:brushProperty name="fitToCurve" value="1"/>
    </inkml:brush>
  </inkml:definitions>
  <inkml:trace contextRef="#ctx0" brushRef="#br0">0 0 273 0,'0'0'306'16,"0"0"-300"-16,0 0-2 16,0 0 36-16,0 0-40 15,0 0 0-15,9 0-1 16,-8 0-9-16,-1 0 7 16,3 0 1-16,-3 2 2 15,0-2 0-15,0 0 7 16,0 0-5-16,0 0 2 15,0 0-2-15,0 0-1 16,0 0-1-16,0 0-4 0,0 0 4 16,0 0 0-16,0 0-1 15,0 0-1-15,0 0 4 16,0 0-2-16,0 0 1 16,0 0 1-16,0 0-2 15,0 0 2-15,0 0-1 16,0 0-2-16,0 0 5 15,0 1-4-15,0-1 0 16,0 0 0-16,0 0 0 16,0 0 1-16,0 0 2 15,0 0-6-15,1 0 8 16,-1 0-4-16,0 0 2 0,3 0-2 16,-3 0-1-1,0 0 7-15,1 0-6 0,-1 0 0 16,3 0 2-16,0 0-6 15,1 0 3-15,0 0-21 16,-3 0-22-16,-1 0-94 16,0 0-127-16</inkml:trace>
</inkml:ink>
</file>

<file path=ppt/ink/ink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3:30:28.697"/>
    </inkml:context>
    <inkml:brush xml:id="br0">
      <inkml:brushProperty name="width" value="0.05" units="cm"/>
      <inkml:brushProperty name="height" value="0.05" units="cm"/>
      <inkml:brushProperty name="fitToCurve" value="1"/>
    </inkml:brush>
  </inkml:definitions>
  <inkml:trace contextRef="#ctx0" brushRef="#br0">6181 954 211 0,'0'0'0'0,"0"0"-204"16</inkml:trace>
</inkml:ink>
</file>

<file path=ppt/ink/ink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3:31:20.664"/>
    </inkml:context>
    <inkml:brush xml:id="br0">
      <inkml:brushProperty name="width" value="0.05" units="cm"/>
      <inkml:brushProperty name="height" value="0.05" units="cm"/>
      <inkml:brushProperty name="fitToCurve" value="1"/>
    </inkml:brush>
  </inkml:definitions>
  <inkml:trace contextRef="#ctx0" brushRef="#br0">0 0 192 0,'0'0'0'0,"0"0"-46"15</inkml:trace>
</inkml:ink>
</file>

<file path=ppt/ink/ink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3:31:21.093"/>
    </inkml:context>
    <inkml:brush xml:id="br0">
      <inkml:brushProperty name="width" value="0.05" units="cm"/>
      <inkml:brushProperty name="height" value="0.05" units="cm"/>
      <inkml:brushProperty name="fitToCurve" value="1"/>
    </inkml:brush>
  </inkml:definitions>
  <inkml:trace contextRef="#ctx0" brushRef="#br0">0 0 334 0,'0'0'0'0,"0"0"-184"15</inkml:trace>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3:31:30.300"/>
    </inkml:context>
    <inkml:brush xml:id="br0">
      <inkml:brushProperty name="width" value="0.05" units="cm"/>
      <inkml:brushProperty name="height" value="0.05" units="cm"/>
      <inkml:brushProperty name="fitToCurve" value="1"/>
    </inkml:brush>
  </inkml:definitions>
  <inkml:trace contextRef="#ctx0" brushRef="#br0">3108 468 531 0,'0'0'0'16,"0"0"-82"-16,0 0-19 15,0 0-110-15</inkml:trace>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3:31:47.295"/>
    </inkml:context>
    <inkml:brush xml:id="br0">
      <inkml:brushProperty name="width" value="0.05" units="cm"/>
      <inkml:brushProperty name="height" value="0.05" units="cm"/>
      <inkml:brushProperty name="fitToCurve" value="1"/>
    </inkml:brush>
  </inkml:definitions>
  <inkml:trace contextRef="#ctx0" brushRef="#br0">0 5 43 0,'0'0'111'16,"0"0"-88"-16,0 0 0 16,0 0-5-16,0 0-14 15,0 0-4-15,0 0-6 0,4-4-20 16,-4 3-28-16,1 1-39 15</inkml:trace>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3:38:21.364"/>
    </inkml:context>
    <inkml:brush xml:id="br0">
      <inkml:brushProperty name="width" value="0.05" units="cm"/>
      <inkml:brushProperty name="height" value="0.05" units="cm"/>
      <inkml:brushProperty name="fitToCurve" value="1"/>
    </inkml:brush>
  </inkml:definitions>
  <inkml:trace contextRef="#ctx0" brushRef="#br0">0 0 0 0,'0'0'40'0,"0"0"-40"16,0 0 0-16,0 0 0 15,0 0 1-15,0 0-2 16,0 0-28-16</inkml:trace>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3:39:11.436"/>
    </inkml:context>
    <inkml:brush xml:id="br0">
      <inkml:brushProperty name="width" value="0.05" units="cm"/>
      <inkml:brushProperty name="height" value="0.05" units="cm"/>
      <inkml:brushProperty name="fitToCurve" value="1"/>
    </inkml:brush>
  </inkml:definitions>
  <inkml:trace contextRef="#ctx0" brushRef="#br0">0 0 81 0,'0'0'0'0,"0"0"-48"16</inkml:trace>
</inkml:ink>
</file>

<file path=ppt/ink/ink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3:40:01.171"/>
    </inkml:context>
    <inkml:brush xml:id="br0">
      <inkml:brushProperty name="width" value="0.05" units="cm"/>
      <inkml:brushProperty name="height" value="0.05" units="cm"/>
      <inkml:brushProperty name="fitToCurve" value="1"/>
    </inkml:brush>
  </inkml:definitions>
  <inkml:trace contextRef="#ctx0" brushRef="#br0">0 0 148 0,'0'0'0'0,"0"0"-5"16,0 0-33-16,0 0-38 15</inkml:trace>
</inkml:ink>
</file>

<file path=ppt/ink/ink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3:54:15.826"/>
    </inkml:context>
    <inkml:brush xml:id="br0">
      <inkml:brushProperty name="width" value="0.05" units="cm"/>
      <inkml:brushProperty name="height" value="0.05" units="cm"/>
      <inkml:brushProperty name="fitToCurve" value="1"/>
    </inkml:brush>
  </inkml:definitions>
  <inkml:trace contextRef="#ctx0" brushRef="#br0">3 0 261 0,'0'0'28'15,"0"0"-20"-15,0 0 30 16,0 0-25-16,0 0-6 16,0 0-5-16,0 0 8 15,0 0 4-15,0 0 19 16,0 0 17-16,0 0-33 0,0 3-17 15,0-3-11-15,0 2-23 16,0-2-57-16,-3 0-53 16</inkml:trace>
</inkml:ink>
</file>

<file path=ppt/ink/ink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3:55:31.787"/>
    </inkml:context>
    <inkml:brush xml:id="br0">
      <inkml:brushProperty name="width" value="0.05" units="cm"/>
      <inkml:brushProperty name="height" value="0.05" units="cm"/>
      <inkml:brushProperty name="fitToCurve" value="1"/>
    </inkml:brush>
  </inkml:definitions>
  <inkml:trace contextRef="#ctx0" brushRef="#br0">102 0 7 0,'0'0'36'16,"0"0"-24"-16,0 0-6 15,0 0 9-15,0 0-1 16,0 0-6-16,0 0-5 16,-48 4-3-16,38 5 0 0,0 1 1 15,1 4-1 1,-3-2-7-16,-1-1-25 15</inkml:trace>
</inkml:ink>
</file>

<file path=ppt/ink/ink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4:02:46.772"/>
    </inkml:context>
    <inkml:brush xml:id="br0">
      <inkml:brushProperty name="width" value="0.05" units="cm"/>
      <inkml:brushProperty name="height" value="0.05" units="cm"/>
      <inkml:brushProperty name="fitToCurve" value="1"/>
    </inkml:brush>
  </inkml:definitions>
  <inkml:trace contextRef="#ctx0" brushRef="#br0">1284 2762 307 0,'0'0'0'0,"0"0"-117"16,0 0 116-16,0 0-3 16,0 0-41-16,0 0 11 15,-7 0 17-15,14 5 7 16,-5-5 10-16,-2 0 4 16,0 0-4-16,0 0 0 15,0 3-4-15,0-3-55 0</inkml:trace>
</inkml:ink>
</file>

<file path=ppt/ink/ink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4:05:54.415"/>
    </inkml:context>
    <inkml:brush xml:id="br0">
      <inkml:brushProperty name="width" value="0.05" units="cm"/>
      <inkml:brushProperty name="height" value="0.05" units="cm"/>
      <inkml:brushProperty name="fitToCurve" value="1"/>
    </inkml:brush>
  </inkml:definitions>
  <inkml:trace contextRef="#ctx0" brushRef="#br0">13 4 116 0,'0'0'7'16,"0"0"-7"-16,0 0-2 16,0 0-1-16,0 0-5 15,0 0-6-15,0 0-7 16,0 0-4-16,-13-4-19 15</inkml:trace>
</inkml:ink>
</file>

<file path=ppt/ink/ink4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06897" units="1/cm"/>
          <inkml:channelProperty channel="T" name="resolution" value="1" units="1/dev"/>
        </inkml:channelProperties>
      </inkml:inkSource>
      <inkml:timestamp xml:id="ts0" timeString="2020-05-14T14:08:51.684"/>
    </inkml:context>
    <inkml:brush xml:id="br0">
      <inkml:brushProperty name="width" value="0.05" units="cm"/>
      <inkml:brushProperty name="height" value="0.05" units="cm"/>
      <inkml:brushProperty name="color" value="#ED1C24"/>
      <inkml:brushProperty name="fitToCurve" value="1"/>
    </inkml:brush>
  </inkml:definitions>
  <inkml:trace contextRef="#ctx0" brushRef="#br0">0 0 0</inkml:trace>
</inkml:ink>
</file>

<file path=ppt/ink/ink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4:10:30.738"/>
    </inkml:context>
    <inkml:brush xml:id="br0">
      <inkml:brushProperty name="width" value="0.05" units="cm"/>
      <inkml:brushProperty name="height" value="0.05" units="cm"/>
      <inkml:brushProperty name="fitToCurve" value="1"/>
    </inkml:brush>
  </inkml:definitions>
  <inkml:trace contextRef="#ctx0" brushRef="#br0">1235 2070 265 0,'0'0'113'0,"0"0"-90"16,0 0 60-16,0 0-28 15,0 0-24-15,0 0 6 0,0 0 7 16,0 0-19-1,0 0 9-15,0 0-15 0,0 0-19 16,0-1-5-16,0 1-12 16,0-3-45-16,0-1-14 15,0-3-37-15,0-7-54 16,0-3-53-16</inkml:trace>
  <inkml:trace contextRef="#ctx0" brushRef="#br0" timeOffset="-1506">231 2208 8 0,'0'0'0'16</inkml:trace>
</inkml:ink>
</file>

<file path=ppt/ink/ink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4:14:59.707"/>
    </inkml:context>
    <inkml:brush xml:id="br0">
      <inkml:brushProperty name="width" value="0.05" units="cm"/>
      <inkml:brushProperty name="height" value="0.05" units="cm"/>
      <inkml:brushProperty name="color" value="#ED1C24"/>
      <inkml:brushProperty name="fitToCurve" value="1"/>
    </inkml:brush>
  </inkml:definitions>
  <inkml:trace contextRef="#ctx0" brushRef="#br0">3 120 47 0,'0'0'79'16,"0"0"-73"-16,0 0 13 16,0 0-11-16,0 0 4 15,0 0 16-15,-3-19-5 16,3 16 3-16,0 3 13 15,0 0 3-15,0 0-8 16,0 0-13-16,3 0-2 16,3 0-6-16,5 0-5 15,2 3 16-15,2 12 17 0,3 5-24 16,-3 2-4 0,1 1-13-16,-2-4 13 0,-1-1-6 15,2-5-7-15,-2-3 0 16,-7-5-3-16,-2 0-1 15,-1-5-28-15,-3 0-27 16,0 0-27-16,0 0-40 16,-12-6-79-16</inkml:trace>
  <inkml:trace contextRef="#ctx0" brushRef="#br0" timeOffset="115">3 120 161 0</inkml:trace>
  <inkml:trace contextRef="#ctx0" brushRef="#br0" timeOffset="342">3 120 161 0,'39'-117'80'0,"-22"117"-70"0,9 0 62 0,12 0-43 16,8 0-2-16,10 0 6 16,4 0-3-16,-3 0-17 15,-9 0-11-15,-13 0 7 16,-15 4-9-16,-13-3-1 15,-7 3-2-15,0-4 3 16,0 4 41-16,-3 1-8 16,-17 5-6-16,-6 6-4 15,-9 10-23-15,-2 8 9 16,-1 1 5-16,4 4-3 0,3-6-2 16,10-5-9-1,8-7-6-15,5-3 5 0,6-4-62 16,2-6-59-16,0-4-42 15,0-4 4-15</inkml:trace>
</inkml:ink>
</file>

<file path=ppt/ink/ink5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4:15:57.059"/>
    </inkml:context>
    <inkml:brush xml:id="br0">
      <inkml:brushProperty name="width" value="0.05" units="cm"/>
      <inkml:brushProperty name="height" value="0.05" units="cm"/>
      <inkml:brushProperty name="color" value="#ED1C24"/>
      <inkml:brushProperty name="fitToCurve" value="1"/>
    </inkml:brush>
  </inkml:definitions>
  <inkml:trace contextRef="#ctx0" brushRef="#br0">0 0 26 0,'0'0'18'0,"0"0"-12"15,0 0-1-15,0 0 0 0,0 0-5 16,0 0 5-16,0 0 2 15,0 12-1-15,0-9 4 16,0 0 1-16,0-2-5 16,13 2-6-16,6-2-1 15,3-1 1-15,4 4-2 16,2-4-1-16,4 2 3 16,1 5 0-16,5-3-1 15,4-1 1-15,4 0 0 16,5-3-2-16,5 0-3 15,9 0-3-15,10-15-23 16,2 3-10-16</inkml:trace>
</inkml:ink>
</file>

<file path=ppt/ink/ink5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4:18:02.005"/>
    </inkml:context>
    <inkml:brush xml:id="br0">
      <inkml:brushProperty name="width" value="0.05" units="cm"/>
      <inkml:brushProperty name="height" value="0.05" units="cm"/>
      <inkml:brushProperty name="color" value="#ED1C24"/>
      <inkml:brushProperty name="fitToCurve" value="1"/>
    </inkml:brush>
  </inkml:definitions>
  <inkml:trace contextRef="#ctx0" brushRef="#br0">0 0 40 0,'0'0'86'16,"0"0"-82"-16,0 0-4 15,0 0 20-15,0 0-10 16,0 0-9-16,0 0 3 16,0 0-4-16,0 0 6 15,0 0-4-15,0 0-2 16,3 0-5-16,10 0-36 16,-1 0-28-16</inkml:trace>
</inkml:ink>
</file>

<file path=ppt/ink/ink5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4:18:31.695"/>
    </inkml:context>
    <inkml:brush xml:id="br0">
      <inkml:brushProperty name="width" value="0.05" units="cm"/>
      <inkml:brushProperty name="height" value="0.05" units="cm"/>
      <inkml:brushProperty name="color" value="#ED1C24"/>
      <inkml:brushProperty name="fitToCurve" value="1"/>
    </inkml:brush>
  </inkml:definitions>
  <inkml:trace contextRef="#ctx0" brushRef="#br0">4 0 70 0,'0'0'27'0,"0"0"-25"15,0 0-2-15,0 0-3 16,0 0 0-16,0 0-2 15,0 0-11-15,0 0 3 0,-4 1 3 16,5 4-6-16</inkml:trace>
</inkml:ink>
</file>

<file path=ppt/ink/ink5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4:22:57.034"/>
    </inkml:context>
    <inkml:brush xml:id="br0">
      <inkml:brushProperty name="width" value="0.05" units="cm"/>
      <inkml:brushProperty name="height" value="0.05" units="cm"/>
      <inkml:brushProperty name="fitToCurve" value="1"/>
    </inkml:brush>
  </inkml:definitions>
  <inkml:trace contextRef="#ctx0" brushRef="#br0">0 0 539 0,'0'0'0'16,"0"0"-73"-16,0 0 69 15,0 0-41-15,0 0-122 16,0 0 20-16</inkml:trace>
</inkml:ink>
</file>

<file path=ppt/ink/ink5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4:25:27.940"/>
    </inkml:context>
    <inkml:brush xml:id="br0">
      <inkml:brushProperty name="width" value="0.05" units="cm"/>
      <inkml:brushProperty name="height" value="0.05" units="cm"/>
      <inkml:brushProperty name="fitToCurve" value="1"/>
    </inkml:brush>
  </inkml:definitions>
  <inkml:trace contextRef="#ctx0" brushRef="#br0">0 0 373 0</inkml:trace>
</inkml:ink>
</file>

<file path=ppt/ink/ink5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4:27:27.382"/>
    </inkml:context>
    <inkml:brush xml:id="br0">
      <inkml:brushProperty name="width" value="0.05" units="cm"/>
      <inkml:brushProperty name="height" value="0.05" units="cm"/>
      <inkml:brushProperty name="fitToCurve" value="1"/>
    </inkml:brush>
  </inkml:definitions>
  <inkml:trace contextRef="#ctx0" brushRef="#br0">0 0 259 0</inkml:trace>
</inkml:ink>
</file>

<file path=ppt/ink/ink5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05-14T14:28:54.015"/>
    </inkml:context>
    <inkml:brush xml:id="br0">
      <inkml:brushProperty name="width" value="0.05" units="cm"/>
      <inkml:brushProperty name="height" value="0.05" units="cm"/>
      <inkml:brushProperty name="fitToCurve" value="1"/>
    </inkml:brush>
  </inkml:definitions>
  <inkml:trace contextRef="#ctx0" brushRef="#br0">0 0 158 0,'0'0'0'15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Rectangle 1">
            <a:extLst>
              <a:ext uri="{FF2B5EF4-FFF2-40B4-BE49-F238E27FC236}">
                <a16:creationId xmlns:a16="http://schemas.microsoft.com/office/drawing/2014/main" id="{3B12CDDB-F294-13B6-8FD4-9F7007CBE949}"/>
              </a:ext>
            </a:extLst>
          </p:cNvPr>
          <p:cNvSpPr>
            <a:spLocks noGrp="1" noRot="1" noChangeAspect="1" noChangeArrowheads="1"/>
          </p:cNvSpPr>
          <p:nvPr>
            <p:ph type="sldImg"/>
          </p:nvPr>
        </p:nvSpPr>
        <p:spPr bwMode="auto">
          <a:xfrm>
            <a:off x="1106488" y="812800"/>
            <a:ext cx="5343525" cy="400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sp>
      <p:sp>
        <p:nvSpPr>
          <p:cNvPr id="2" name="Rectangle 2">
            <a:extLst>
              <a:ext uri="{FF2B5EF4-FFF2-40B4-BE49-F238E27FC236}">
                <a16:creationId xmlns:a16="http://schemas.microsoft.com/office/drawing/2014/main" id="{74BCA105-6F22-D671-8257-C801E5E9CE31}"/>
              </a:ext>
            </a:extLst>
          </p:cNvPr>
          <p:cNvSpPr>
            <a:spLocks noGrp="1" noChangeArrowheads="1"/>
          </p:cNvSpPr>
          <p:nvPr>
            <p:ph type="body"/>
          </p:nvPr>
        </p:nvSpPr>
        <p:spPr bwMode="auto">
          <a:xfrm>
            <a:off x="755650" y="5078413"/>
            <a:ext cx="6046788" cy="4810125"/>
          </a:xfrm>
          <a:prstGeom prst="rect">
            <a:avLst/>
          </a:prstGeom>
          <a:noFill/>
          <a:ln w="9525" cap="flat">
            <a:noFill/>
            <a:round/>
            <a:headEnd/>
            <a:tailEnd/>
          </a:ln>
          <a:effectLst/>
        </p:spPr>
        <p:txBody>
          <a:bodyPr vert="horz" wrap="square" lIns="0" tIns="0" rIns="0" bIns="0" numCol="1" anchor="t" anchorCtr="0" compatLnSpc="1">
            <a:prstTxWarp prst="textNoShape">
              <a:avLst/>
            </a:prstTxWarp>
          </a:bodyPr>
          <a:lstStyle/>
          <a:p>
            <a:pPr lvl="0"/>
            <a:endParaRPr lang="it-IT" noProof="0"/>
          </a:p>
        </p:txBody>
      </p:sp>
      <p:sp>
        <p:nvSpPr>
          <p:cNvPr id="2051" name="Rectangle 3">
            <a:extLst>
              <a:ext uri="{FF2B5EF4-FFF2-40B4-BE49-F238E27FC236}">
                <a16:creationId xmlns:a16="http://schemas.microsoft.com/office/drawing/2014/main" id="{929FC437-4F7B-646D-C03A-3320E26B7D02}"/>
              </a:ext>
            </a:extLst>
          </p:cNvPr>
          <p:cNvSpPr>
            <a:spLocks noGrp="1" noChangeArrowheads="1"/>
          </p:cNvSpPr>
          <p:nvPr>
            <p:ph type="hdr"/>
          </p:nvPr>
        </p:nvSpPr>
        <p:spPr bwMode="auto">
          <a:xfrm>
            <a:off x="0" y="0"/>
            <a:ext cx="3279775" cy="533400"/>
          </a:xfrm>
          <a:prstGeom prst="rect">
            <a:avLst/>
          </a:prstGeom>
          <a:noFill/>
          <a:ln w="9525" cap="flat">
            <a:noFill/>
            <a:round/>
            <a:headEnd/>
            <a:tailEnd/>
          </a:ln>
          <a:effectLst/>
        </p:spPr>
        <p:txBody>
          <a:bodyPr vert="horz" wrap="square" lIns="0" tIns="0" rIns="0" bIns="0" numCol="1" anchor="t" anchorCtr="0" compatLnSpc="1">
            <a:prstTxWarp prst="textNoShape">
              <a:avLst/>
            </a:prstTxWarp>
          </a:bodyPr>
          <a:lstStyle>
            <a:lvl1pPr eaLnBrk="1">
              <a:lnSpc>
                <a:spcPct val="95000"/>
              </a:lnSpc>
              <a:buClr>
                <a:srgbClr val="000000"/>
              </a:buClr>
              <a:buSzPct val="100000"/>
              <a:buFont typeface="Times New Roman" pitchFamily="16" charset="0"/>
              <a:buNone/>
              <a:tabLst>
                <a:tab pos="723900" algn="l"/>
                <a:tab pos="1447800" algn="l"/>
                <a:tab pos="2171700" algn="l"/>
                <a:tab pos="2895600" algn="l"/>
              </a:tabLst>
              <a:defRPr sz="1400">
                <a:solidFill>
                  <a:srgbClr val="000000"/>
                </a:solidFill>
                <a:latin typeface="Times New Roman" pitchFamily="16" charset="0"/>
                <a:ea typeface="Microsoft YaHei" charset="-122"/>
              </a:defRPr>
            </a:lvl1pPr>
          </a:lstStyle>
          <a:p>
            <a:pPr>
              <a:defRPr/>
            </a:pPr>
            <a:endParaRPr lang="it-IT"/>
          </a:p>
        </p:txBody>
      </p:sp>
      <p:sp>
        <p:nvSpPr>
          <p:cNvPr id="2052" name="Rectangle 4">
            <a:extLst>
              <a:ext uri="{FF2B5EF4-FFF2-40B4-BE49-F238E27FC236}">
                <a16:creationId xmlns:a16="http://schemas.microsoft.com/office/drawing/2014/main" id="{4DD48216-2248-8434-8A8A-6E107AC0AF81}"/>
              </a:ext>
            </a:extLst>
          </p:cNvPr>
          <p:cNvSpPr>
            <a:spLocks noGrp="1" noChangeArrowheads="1"/>
          </p:cNvSpPr>
          <p:nvPr>
            <p:ph type="dt"/>
          </p:nvPr>
        </p:nvSpPr>
        <p:spPr bwMode="auto">
          <a:xfrm>
            <a:off x="4278313" y="0"/>
            <a:ext cx="3279775" cy="533400"/>
          </a:xfrm>
          <a:prstGeom prst="rect">
            <a:avLst/>
          </a:prstGeom>
          <a:noFill/>
          <a:ln w="9525" cap="flat">
            <a:noFill/>
            <a:round/>
            <a:headEnd/>
            <a:tailEnd/>
          </a:ln>
          <a:effectLst/>
        </p:spPr>
        <p:txBody>
          <a:bodyPr vert="horz" wrap="square" lIns="0" tIns="0" rIns="0" bIns="0" numCol="1" anchor="t" anchorCtr="0" compatLnSpc="1">
            <a:prstTxWarp prst="textNoShape">
              <a:avLst/>
            </a:prstTxWarp>
          </a:bodyPr>
          <a:lstStyle>
            <a:lvl1pPr algn="r" eaLnBrk="1">
              <a:lnSpc>
                <a:spcPct val="95000"/>
              </a:lnSpc>
              <a:buClr>
                <a:srgbClr val="000000"/>
              </a:buClr>
              <a:buSzPct val="100000"/>
              <a:buFont typeface="Times New Roman" pitchFamily="16" charset="0"/>
              <a:buNone/>
              <a:tabLst>
                <a:tab pos="723900" algn="l"/>
                <a:tab pos="1447800" algn="l"/>
                <a:tab pos="2171700" algn="l"/>
                <a:tab pos="2895600" algn="l"/>
              </a:tabLst>
              <a:defRPr sz="1400">
                <a:solidFill>
                  <a:srgbClr val="000000"/>
                </a:solidFill>
                <a:latin typeface="Times New Roman" pitchFamily="16" charset="0"/>
                <a:ea typeface="Microsoft YaHei" charset="-122"/>
              </a:defRPr>
            </a:lvl1pPr>
          </a:lstStyle>
          <a:p>
            <a:pPr>
              <a:defRPr/>
            </a:pPr>
            <a:endParaRPr lang="it-IT"/>
          </a:p>
        </p:txBody>
      </p:sp>
      <p:sp>
        <p:nvSpPr>
          <p:cNvPr id="2053" name="Rectangle 5">
            <a:extLst>
              <a:ext uri="{FF2B5EF4-FFF2-40B4-BE49-F238E27FC236}">
                <a16:creationId xmlns:a16="http://schemas.microsoft.com/office/drawing/2014/main" id="{684169ED-9F2E-D6EA-1A6F-1BE4A67B08B8}"/>
              </a:ext>
            </a:extLst>
          </p:cNvPr>
          <p:cNvSpPr>
            <a:spLocks noGrp="1" noChangeArrowheads="1"/>
          </p:cNvSpPr>
          <p:nvPr>
            <p:ph type="ftr"/>
          </p:nvPr>
        </p:nvSpPr>
        <p:spPr bwMode="auto">
          <a:xfrm>
            <a:off x="0" y="10156825"/>
            <a:ext cx="3279775" cy="533400"/>
          </a:xfrm>
          <a:prstGeom prst="rect">
            <a:avLst/>
          </a:prstGeom>
          <a:noFill/>
          <a:ln w="9525" cap="flat">
            <a:noFill/>
            <a:round/>
            <a:headEnd/>
            <a:tailEnd/>
          </a:ln>
          <a:effectLst/>
        </p:spPr>
        <p:txBody>
          <a:bodyPr vert="horz" wrap="square" lIns="0" tIns="0" rIns="0" bIns="0" numCol="1" anchor="b" anchorCtr="0" compatLnSpc="1">
            <a:prstTxWarp prst="textNoShape">
              <a:avLst/>
            </a:prstTxWarp>
          </a:bodyPr>
          <a:lstStyle>
            <a:lvl1pPr eaLnBrk="1">
              <a:lnSpc>
                <a:spcPct val="95000"/>
              </a:lnSpc>
              <a:buClr>
                <a:srgbClr val="000000"/>
              </a:buClr>
              <a:buSzPct val="100000"/>
              <a:buFont typeface="Times New Roman" pitchFamily="16" charset="0"/>
              <a:buNone/>
              <a:tabLst>
                <a:tab pos="723900" algn="l"/>
                <a:tab pos="1447800" algn="l"/>
                <a:tab pos="2171700" algn="l"/>
                <a:tab pos="2895600" algn="l"/>
              </a:tabLst>
              <a:defRPr sz="1400">
                <a:solidFill>
                  <a:srgbClr val="000000"/>
                </a:solidFill>
                <a:latin typeface="Times New Roman" pitchFamily="16" charset="0"/>
                <a:ea typeface="Microsoft YaHei" charset="-122"/>
              </a:defRPr>
            </a:lvl1pPr>
          </a:lstStyle>
          <a:p>
            <a:pPr>
              <a:defRPr/>
            </a:pPr>
            <a:endParaRPr lang="it-IT"/>
          </a:p>
        </p:txBody>
      </p:sp>
      <p:sp>
        <p:nvSpPr>
          <p:cNvPr id="2054" name="Rectangle 6">
            <a:extLst>
              <a:ext uri="{FF2B5EF4-FFF2-40B4-BE49-F238E27FC236}">
                <a16:creationId xmlns:a16="http://schemas.microsoft.com/office/drawing/2014/main" id="{9EA4AC48-B874-C89A-0EDA-F4EBD6F47F40}"/>
              </a:ext>
            </a:extLst>
          </p:cNvPr>
          <p:cNvSpPr>
            <a:spLocks noGrp="1" noChangeArrowheads="1"/>
          </p:cNvSpPr>
          <p:nvPr>
            <p:ph type="sldNum"/>
          </p:nvPr>
        </p:nvSpPr>
        <p:spPr bwMode="auto">
          <a:xfrm>
            <a:off x="4278313" y="10156825"/>
            <a:ext cx="3279775" cy="533400"/>
          </a:xfrm>
          <a:prstGeom prst="rect">
            <a:avLst/>
          </a:prstGeom>
          <a:noFill/>
          <a:ln w="9525" cap="flat">
            <a:noFill/>
            <a:round/>
            <a:headEnd/>
            <a:tailEnd/>
          </a:ln>
          <a:effectLst/>
        </p:spPr>
        <p:txBody>
          <a:bodyPr vert="horz" wrap="square" lIns="0" tIns="0" rIns="0" bIns="0" numCol="1" anchor="b" anchorCtr="0" compatLnSpc="1">
            <a:prstTxWarp prst="textNoShape">
              <a:avLst/>
            </a:prstTxWarp>
          </a:bodyPr>
          <a:lstStyle>
            <a:lvl1pPr algn="r" eaLnBrk="1">
              <a:lnSpc>
                <a:spcPct val="95000"/>
              </a:lnSpc>
              <a:buClr>
                <a:srgbClr val="000000"/>
              </a:buClr>
              <a:buSzPct val="100000"/>
              <a:buFont typeface="Times New Roman" panose="02020603050405020304" pitchFamily="18" charset="0"/>
              <a:buNone/>
              <a:tabLst>
                <a:tab pos="723900" algn="l"/>
                <a:tab pos="1447800" algn="l"/>
                <a:tab pos="2171700" algn="l"/>
                <a:tab pos="2895600" algn="l"/>
              </a:tabLst>
              <a:defRPr sz="1400">
                <a:solidFill>
                  <a:srgbClr val="000000"/>
                </a:solidFill>
                <a:latin typeface="Times New Roman" panose="02020603050405020304" pitchFamily="18" charset="0"/>
              </a:defRPr>
            </a:lvl1pPr>
          </a:lstStyle>
          <a:p>
            <a:pPr>
              <a:defRPr/>
            </a:pPr>
            <a:fld id="{A19D390B-8576-4778-94AB-4A79D38D5531}" type="slidenum">
              <a:rPr lang="it-IT" altLang="it-IT"/>
              <a:pPr>
                <a:defRPr/>
              </a:pPr>
              <a:t>‹N›</a:t>
            </a:fld>
            <a:endParaRPr lang="it-IT" altLang="it-IT"/>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6">
            <a:extLst>
              <a:ext uri="{FF2B5EF4-FFF2-40B4-BE49-F238E27FC236}">
                <a16:creationId xmlns:a16="http://schemas.microsoft.com/office/drawing/2014/main" id="{A7CFC241-74C7-770A-AD45-4618F095AB0E}"/>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34102937-D527-4035-A4CA-BB6C85ED0AE6}" type="slidenum">
              <a:rPr lang="it-IT" altLang="it-IT" sz="1400" smtClean="0"/>
              <a:pPr>
                <a:spcBef>
                  <a:spcPct val="0"/>
                </a:spcBef>
              </a:pPr>
              <a:t>1</a:t>
            </a:fld>
            <a:endParaRPr lang="it-IT" altLang="it-IT" sz="1400"/>
          </a:p>
        </p:txBody>
      </p:sp>
      <p:sp>
        <p:nvSpPr>
          <p:cNvPr id="4099" name="Rectangle 1">
            <a:extLst>
              <a:ext uri="{FF2B5EF4-FFF2-40B4-BE49-F238E27FC236}">
                <a16:creationId xmlns:a16="http://schemas.microsoft.com/office/drawing/2014/main" id="{E767FF31-C4CC-BF59-334A-8E95A1DB0D70}"/>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4100" name="Rectangle 2">
            <a:extLst>
              <a:ext uri="{FF2B5EF4-FFF2-40B4-BE49-F238E27FC236}">
                <a16:creationId xmlns:a16="http://schemas.microsoft.com/office/drawing/2014/main" id="{6CA5EE8A-DE43-0DEE-681C-50DF2E211854}"/>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6">
            <a:extLst>
              <a:ext uri="{FF2B5EF4-FFF2-40B4-BE49-F238E27FC236}">
                <a16:creationId xmlns:a16="http://schemas.microsoft.com/office/drawing/2014/main" id="{6476A10A-B883-0CAD-706A-59A338587E3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53D4359B-92A3-4E6D-8742-EB8D1A1737B5}" type="slidenum">
              <a:rPr lang="it-IT" altLang="it-IT" sz="1400" smtClean="0"/>
              <a:pPr>
                <a:spcBef>
                  <a:spcPct val="0"/>
                </a:spcBef>
              </a:pPr>
              <a:t>2</a:t>
            </a:fld>
            <a:endParaRPr lang="it-IT" altLang="it-IT" sz="1400"/>
          </a:p>
        </p:txBody>
      </p:sp>
      <p:sp>
        <p:nvSpPr>
          <p:cNvPr id="6147" name="Rectangle 1">
            <a:extLst>
              <a:ext uri="{FF2B5EF4-FFF2-40B4-BE49-F238E27FC236}">
                <a16:creationId xmlns:a16="http://schemas.microsoft.com/office/drawing/2014/main" id="{C2DDB772-C8C6-09F3-2082-59D2C03C0C84}"/>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6148" name="Rectangle 2">
            <a:extLst>
              <a:ext uri="{FF2B5EF4-FFF2-40B4-BE49-F238E27FC236}">
                <a16:creationId xmlns:a16="http://schemas.microsoft.com/office/drawing/2014/main" id="{B1F24BD6-DB62-75CF-D287-C8DC8E61F2E4}"/>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6">
            <a:extLst>
              <a:ext uri="{FF2B5EF4-FFF2-40B4-BE49-F238E27FC236}">
                <a16:creationId xmlns:a16="http://schemas.microsoft.com/office/drawing/2014/main" id="{F860B8F7-A191-DA84-EC3F-5123653CCE56}"/>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3BED0CE7-A354-40C7-941F-3B053EF337BF}" type="slidenum">
              <a:rPr lang="it-IT" altLang="it-IT" sz="1400" smtClean="0"/>
              <a:pPr>
                <a:spcBef>
                  <a:spcPct val="0"/>
                </a:spcBef>
              </a:pPr>
              <a:t>3</a:t>
            </a:fld>
            <a:endParaRPr lang="it-IT" altLang="it-IT" sz="1400"/>
          </a:p>
        </p:txBody>
      </p:sp>
      <p:sp>
        <p:nvSpPr>
          <p:cNvPr id="8195" name="Rectangle 1">
            <a:extLst>
              <a:ext uri="{FF2B5EF4-FFF2-40B4-BE49-F238E27FC236}">
                <a16:creationId xmlns:a16="http://schemas.microsoft.com/office/drawing/2014/main" id="{67A978CE-727D-26BF-FCEE-01492C266FC7}"/>
              </a:ext>
            </a:extLst>
          </p:cNvPr>
          <p:cNvSpPr>
            <a:spLocks noGrp="1" noRot="1" noChangeAspect="1" noChangeArrowheads="1" noTextEdit="1"/>
          </p:cNvSpPr>
          <p:nvPr>
            <p:ph type="sldImg"/>
          </p:nvPr>
        </p:nvSpPr>
        <p:spPr>
          <a:xfrm>
            <a:off x="1003300" y="1027113"/>
            <a:ext cx="5549900" cy="3700462"/>
          </a:xfrm>
          <a:solidFill>
            <a:srgbClr val="FFFFFF"/>
          </a:solidFill>
          <a:ln>
            <a:solidFill>
              <a:srgbClr val="000000"/>
            </a:solidFill>
            <a:miter lim="800000"/>
            <a:headEnd/>
            <a:tailEnd/>
          </a:ln>
        </p:spPr>
      </p:sp>
      <p:sp>
        <p:nvSpPr>
          <p:cNvPr id="8196" name="Rectangle 2">
            <a:extLst>
              <a:ext uri="{FF2B5EF4-FFF2-40B4-BE49-F238E27FC236}">
                <a16:creationId xmlns:a16="http://schemas.microsoft.com/office/drawing/2014/main" id="{BF521F5D-D8FB-CB96-A806-B544578BF3C8}"/>
              </a:ext>
            </a:extLst>
          </p:cNvPr>
          <p:cNvSpPr>
            <a:spLocks noGrp="1" noChangeArrowheads="1"/>
          </p:cNvSpPr>
          <p:nvPr>
            <p:ph type="body" idx="1"/>
          </p:nvPr>
        </p:nvSpPr>
        <p:spPr>
          <a:xfrm>
            <a:off x="1169988" y="5086350"/>
            <a:ext cx="5222875" cy="41084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pPr marL="215900" indent="-214313" eaLnBrk="1">
              <a:spcBef>
                <a:spcPct val="0"/>
              </a:spcBef>
              <a:tabLst>
                <a:tab pos="723900" algn="l"/>
                <a:tab pos="1447800" algn="l"/>
                <a:tab pos="2171700" algn="l"/>
                <a:tab pos="2895600" algn="l"/>
                <a:tab pos="3619500" algn="l"/>
                <a:tab pos="4343400" algn="l"/>
                <a:tab pos="5067300" algn="l"/>
              </a:tabLst>
            </a:pPr>
            <a:endParaRPr lang="it-IT" altLang="it-IT" sz="2000">
              <a:latin typeface="Arial" panose="020B0604020202020204" pitchFamily="34" charset="0"/>
              <a:ea typeface="Microsoft YaHei" panose="020B0503020204020204" pitchFamily="34"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E1798F7B-A345-7D57-DF49-B5A8A61CFCCB}"/>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352C4592-608F-43D7-9521-F40317F18220}" type="slidenum">
              <a:rPr lang="it-IT" altLang="it-IT" sz="1400" smtClean="0"/>
              <a:pPr>
                <a:spcBef>
                  <a:spcPct val="0"/>
                </a:spcBef>
              </a:pPr>
              <a:t>4</a:t>
            </a:fld>
            <a:endParaRPr lang="it-IT" altLang="it-IT" sz="1400"/>
          </a:p>
        </p:txBody>
      </p:sp>
      <p:sp>
        <p:nvSpPr>
          <p:cNvPr id="10243" name="Rectangle 1">
            <a:extLst>
              <a:ext uri="{FF2B5EF4-FFF2-40B4-BE49-F238E27FC236}">
                <a16:creationId xmlns:a16="http://schemas.microsoft.com/office/drawing/2014/main" id="{09106536-161F-81F0-CE13-E2F36099A234}"/>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10244" name="Rectangle 2">
            <a:extLst>
              <a:ext uri="{FF2B5EF4-FFF2-40B4-BE49-F238E27FC236}">
                <a16:creationId xmlns:a16="http://schemas.microsoft.com/office/drawing/2014/main" id="{13D5B768-7775-DC53-F9F3-E6951C57F171}"/>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90" name="Rectangle 6">
            <a:extLst>
              <a:ext uri="{FF2B5EF4-FFF2-40B4-BE49-F238E27FC236}">
                <a16:creationId xmlns:a16="http://schemas.microsoft.com/office/drawing/2014/main" id="{CDA01BA7-8239-ADA7-6B4D-8BB72607114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22C0A2D2-A78C-4D53-A834-5C2A8ADB7ABC}" type="slidenum">
              <a:rPr lang="it-IT" altLang="it-IT" sz="1400" smtClean="0"/>
              <a:pPr>
                <a:spcBef>
                  <a:spcPct val="0"/>
                </a:spcBef>
              </a:pPr>
              <a:t>5</a:t>
            </a:fld>
            <a:endParaRPr lang="it-IT" altLang="it-IT" sz="1400"/>
          </a:p>
        </p:txBody>
      </p:sp>
      <p:sp>
        <p:nvSpPr>
          <p:cNvPr id="12291" name="Rectangle 1">
            <a:extLst>
              <a:ext uri="{FF2B5EF4-FFF2-40B4-BE49-F238E27FC236}">
                <a16:creationId xmlns:a16="http://schemas.microsoft.com/office/drawing/2014/main" id="{0F037C2E-00E5-DCFA-9ECE-9DEF765CF96A}"/>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12292" name="Rectangle 2">
            <a:extLst>
              <a:ext uri="{FF2B5EF4-FFF2-40B4-BE49-F238E27FC236}">
                <a16:creationId xmlns:a16="http://schemas.microsoft.com/office/drawing/2014/main" id="{D139F3CB-A1D5-0F24-14F4-6FBC1DBEE17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a:extLst>
              <a:ext uri="{FF2B5EF4-FFF2-40B4-BE49-F238E27FC236}">
                <a16:creationId xmlns:a16="http://schemas.microsoft.com/office/drawing/2014/main" id="{11FFE48D-B7C0-9006-E2B0-A201E4081321}"/>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76CEDC48-36AA-49AD-9689-8E7369777734}" type="slidenum">
              <a:rPr lang="it-IT" altLang="it-IT" sz="1400" smtClean="0"/>
              <a:pPr>
                <a:spcBef>
                  <a:spcPct val="0"/>
                </a:spcBef>
              </a:pPr>
              <a:t>6</a:t>
            </a:fld>
            <a:endParaRPr lang="it-IT" altLang="it-IT" sz="1400"/>
          </a:p>
        </p:txBody>
      </p:sp>
      <p:sp>
        <p:nvSpPr>
          <p:cNvPr id="14339" name="Rectangle 1">
            <a:extLst>
              <a:ext uri="{FF2B5EF4-FFF2-40B4-BE49-F238E27FC236}">
                <a16:creationId xmlns:a16="http://schemas.microsoft.com/office/drawing/2014/main" id="{812B6D9B-DDC7-BF0A-59A2-695D0ABD0784}"/>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14340" name="Rectangle 2">
            <a:extLst>
              <a:ext uri="{FF2B5EF4-FFF2-40B4-BE49-F238E27FC236}">
                <a16:creationId xmlns:a16="http://schemas.microsoft.com/office/drawing/2014/main" id="{D4B0460D-999E-8DC7-2FC9-D3A11268B66F}"/>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6">
            <a:extLst>
              <a:ext uri="{FF2B5EF4-FFF2-40B4-BE49-F238E27FC236}">
                <a16:creationId xmlns:a16="http://schemas.microsoft.com/office/drawing/2014/main" id="{51F99B82-37C0-F40B-0D37-9F7EEB6C17D1}"/>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1FBBC4A9-DF04-4A02-9198-0C11B4D6C8DA}" type="slidenum">
              <a:rPr lang="it-IT" altLang="it-IT" sz="1400" smtClean="0"/>
              <a:pPr>
                <a:spcBef>
                  <a:spcPct val="0"/>
                </a:spcBef>
              </a:pPr>
              <a:t>7</a:t>
            </a:fld>
            <a:endParaRPr lang="it-IT" altLang="it-IT" sz="1400"/>
          </a:p>
        </p:txBody>
      </p:sp>
      <p:sp>
        <p:nvSpPr>
          <p:cNvPr id="16387" name="Rectangle 1">
            <a:extLst>
              <a:ext uri="{FF2B5EF4-FFF2-40B4-BE49-F238E27FC236}">
                <a16:creationId xmlns:a16="http://schemas.microsoft.com/office/drawing/2014/main" id="{C7925E5D-7C14-5AAB-64E6-C15AE4EBFC7B}"/>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16388" name="Rectangle 2">
            <a:extLst>
              <a:ext uri="{FF2B5EF4-FFF2-40B4-BE49-F238E27FC236}">
                <a16:creationId xmlns:a16="http://schemas.microsoft.com/office/drawing/2014/main" id="{A4A5C704-528E-43E3-1AA3-5D0F691FB31D}"/>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Rectangle 6">
            <a:extLst>
              <a:ext uri="{FF2B5EF4-FFF2-40B4-BE49-F238E27FC236}">
                <a16:creationId xmlns:a16="http://schemas.microsoft.com/office/drawing/2014/main" id="{5E775FEE-F051-3710-1331-D9145C16D64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0BD6A994-BED0-40F9-A415-E6A35959B40C}" type="slidenum">
              <a:rPr lang="it-IT" altLang="it-IT" sz="1400" smtClean="0"/>
              <a:pPr>
                <a:spcBef>
                  <a:spcPct val="0"/>
                </a:spcBef>
              </a:pPr>
              <a:t>8</a:t>
            </a:fld>
            <a:endParaRPr lang="it-IT" altLang="it-IT" sz="1400"/>
          </a:p>
        </p:txBody>
      </p:sp>
      <p:sp>
        <p:nvSpPr>
          <p:cNvPr id="18435" name="Rectangle 1">
            <a:extLst>
              <a:ext uri="{FF2B5EF4-FFF2-40B4-BE49-F238E27FC236}">
                <a16:creationId xmlns:a16="http://schemas.microsoft.com/office/drawing/2014/main" id="{942F39A0-F747-FFCC-40EB-062414D38D9E}"/>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18436" name="Rectangle 2">
            <a:extLst>
              <a:ext uri="{FF2B5EF4-FFF2-40B4-BE49-F238E27FC236}">
                <a16:creationId xmlns:a16="http://schemas.microsoft.com/office/drawing/2014/main" id="{6FDBD81C-30B6-F238-8C77-19AF47F8A972}"/>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2" name="Rectangle 6">
            <a:extLst>
              <a:ext uri="{FF2B5EF4-FFF2-40B4-BE49-F238E27FC236}">
                <a16:creationId xmlns:a16="http://schemas.microsoft.com/office/drawing/2014/main" id="{DD464F2D-EF5A-4CFB-4E86-070135632749}"/>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03657C21-75ED-441B-A69A-E9BFEC677014}" type="slidenum">
              <a:rPr lang="it-IT" altLang="it-IT" sz="1400" smtClean="0"/>
              <a:pPr>
                <a:spcBef>
                  <a:spcPct val="0"/>
                </a:spcBef>
              </a:pPr>
              <a:t>9</a:t>
            </a:fld>
            <a:endParaRPr lang="it-IT" altLang="it-IT" sz="1400"/>
          </a:p>
        </p:txBody>
      </p:sp>
      <p:sp>
        <p:nvSpPr>
          <p:cNvPr id="20483" name="Rectangle 1">
            <a:extLst>
              <a:ext uri="{FF2B5EF4-FFF2-40B4-BE49-F238E27FC236}">
                <a16:creationId xmlns:a16="http://schemas.microsoft.com/office/drawing/2014/main" id="{F272A1B8-506D-4B4A-B62D-DC4335D58932}"/>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20484" name="Rectangle 2">
            <a:extLst>
              <a:ext uri="{FF2B5EF4-FFF2-40B4-BE49-F238E27FC236}">
                <a16:creationId xmlns:a16="http://schemas.microsoft.com/office/drawing/2014/main" id="{A3FB1E59-4090-929E-C049-F8FA845437E1}"/>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6">
            <a:extLst>
              <a:ext uri="{FF2B5EF4-FFF2-40B4-BE49-F238E27FC236}">
                <a16:creationId xmlns:a16="http://schemas.microsoft.com/office/drawing/2014/main" id="{1C0AD0F7-9E7D-BC31-1A1C-D89B04C9D46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6A928982-CD6D-43E1-9972-569D459FEECA}" type="slidenum">
              <a:rPr lang="it-IT" altLang="it-IT" sz="1400" smtClean="0"/>
              <a:pPr>
                <a:spcBef>
                  <a:spcPct val="0"/>
                </a:spcBef>
              </a:pPr>
              <a:t>10</a:t>
            </a:fld>
            <a:endParaRPr lang="it-IT" altLang="it-IT" sz="1400"/>
          </a:p>
        </p:txBody>
      </p:sp>
      <p:sp>
        <p:nvSpPr>
          <p:cNvPr id="22531" name="Rectangle 1">
            <a:extLst>
              <a:ext uri="{FF2B5EF4-FFF2-40B4-BE49-F238E27FC236}">
                <a16:creationId xmlns:a16="http://schemas.microsoft.com/office/drawing/2014/main" id="{A13E8D1C-92D5-BA6C-45BF-9535213DD3DD}"/>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22532" name="Rectangle 2">
            <a:extLst>
              <a:ext uri="{FF2B5EF4-FFF2-40B4-BE49-F238E27FC236}">
                <a16:creationId xmlns:a16="http://schemas.microsoft.com/office/drawing/2014/main" id="{C4596C3B-3E6C-D966-BA0A-EF4634FCECA7}"/>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6">
            <a:extLst>
              <a:ext uri="{FF2B5EF4-FFF2-40B4-BE49-F238E27FC236}">
                <a16:creationId xmlns:a16="http://schemas.microsoft.com/office/drawing/2014/main" id="{01DEB8FC-CDA4-6305-EDC0-C9D1B7BDE571}"/>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C9732469-61D5-42B3-ABD8-E820467CAF28}" type="slidenum">
              <a:rPr lang="it-IT" altLang="it-IT" sz="1400" smtClean="0"/>
              <a:pPr>
                <a:spcBef>
                  <a:spcPct val="0"/>
                </a:spcBef>
              </a:pPr>
              <a:t>11</a:t>
            </a:fld>
            <a:endParaRPr lang="it-IT" altLang="it-IT" sz="1400"/>
          </a:p>
        </p:txBody>
      </p:sp>
      <p:sp>
        <p:nvSpPr>
          <p:cNvPr id="24579" name="Rectangle 1">
            <a:extLst>
              <a:ext uri="{FF2B5EF4-FFF2-40B4-BE49-F238E27FC236}">
                <a16:creationId xmlns:a16="http://schemas.microsoft.com/office/drawing/2014/main" id="{33276070-6DC1-5285-269D-F5176EB8AA72}"/>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24580" name="Rectangle 2">
            <a:extLst>
              <a:ext uri="{FF2B5EF4-FFF2-40B4-BE49-F238E27FC236}">
                <a16:creationId xmlns:a16="http://schemas.microsoft.com/office/drawing/2014/main" id="{68682282-BCFC-F096-4535-435A2E02A963}"/>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6">
            <a:extLst>
              <a:ext uri="{FF2B5EF4-FFF2-40B4-BE49-F238E27FC236}">
                <a16:creationId xmlns:a16="http://schemas.microsoft.com/office/drawing/2014/main" id="{E3D5C956-8314-21E5-8EA4-ED6C77E75772}"/>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F642922-5C8D-432E-89FA-5FC01D9804DE}" type="slidenum">
              <a:rPr lang="it-IT" altLang="it-IT" sz="1400" smtClean="0"/>
              <a:pPr>
                <a:spcBef>
                  <a:spcPct val="0"/>
                </a:spcBef>
              </a:pPr>
              <a:t>12</a:t>
            </a:fld>
            <a:endParaRPr lang="it-IT" altLang="it-IT" sz="1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Rectangle 6">
            <a:extLst>
              <a:ext uri="{FF2B5EF4-FFF2-40B4-BE49-F238E27FC236}">
                <a16:creationId xmlns:a16="http://schemas.microsoft.com/office/drawing/2014/main" id="{43AE7712-E5CA-6835-76BF-A24C811C7CCB}"/>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7E84E6D7-CE71-4BBF-9EFF-C6E41117ABE0}" type="slidenum">
              <a:rPr lang="it-IT" altLang="it-IT" sz="1400" smtClean="0"/>
              <a:pPr>
                <a:spcBef>
                  <a:spcPct val="0"/>
                </a:spcBef>
              </a:pPr>
              <a:t>13</a:t>
            </a:fld>
            <a:endParaRPr lang="it-IT" altLang="it-IT" sz="1400"/>
          </a:p>
        </p:txBody>
      </p:sp>
      <p:sp>
        <p:nvSpPr>
          <p:cNvPr id="28675" name="Rectangle 1">
            <a:extLst>
              <a:ext uri="{FF2B5EF4-FFF2-40B4-BE49-F238E27FC236}">
                <a16:creationId xmlns:a16="http://schemas.microsoft.com/office/drawing/2014/main" id="{890D3C3F-F98C-49DF-FD9B-3CA1E3AE3C91}"/>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28676" name="Rectangle 2">
            <a:extLst>
              <a:ext uri="{FF2B5EF4-FFF2-40B4-BE49-F238E27FC236}">
                <a16:creationId xmlns:a16="http://schemas.microsoft.com/office/drawing/2014/main" id="{9A0FAEFC-69CB-59B8-F0B6-6961D69DA859}"/>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6">
            <a:extLst>
              <a:ext uri="{FF2B5EF4-FFF2-40B4-BE49-F238E27FC236}">
                <a16:creationId xmlns:a16="http://schemas.microsoft.com/office/drawing/2014/main" id="{5E7B4639-8E97-A038-CCB7-E02C9FF18AF5}"/>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439250FF-C504-4089-B7F7-E39CE1E66B83}" type="slidenum">
              <a:rPr lang="it-IT" altLang="it-IT" sz="1400" smtClean="0"/>
              <a:pPr>
                <a:spcBef>
                  <a:spcPct val="0"/>
                </a:spcBef>
              </a:pPr>
              <a:t>14</a:t>
            </a:fld>
            <a:endParaRPr lang="it-IT" altLang="it-IT" sz="1400"/>
          </a:p>
        </p:txBody>
      </p:sp>
      <p:sp>
        <p:nvSpPr>
          <p:cNvPr id="30723" name="Rectangle 1">
            <a:extLst>
              <a:ext uri="{FF2B5EF4-FFF2-40B4-BE49-F238E27FC236}">
                <a16:creationId xmlns:a16="http://schemas.microsoft.com/office/drawing/2014/main" id="{CCE37979-08BC-4C0B-2E83-54F5F9984940}"/>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30724" name="Rectangle 2">
            <a:extLst>
              <a:ext uri="{FF2B5EF4-FFF2-40B4-BE49-F238E27FC236}">
                <a16:creationId xmlns:a16="http://schemas.microsoft.com/office/drawing/2014/main" id="{8473CDA4-2D08-8C07-28C8-B57E6F51546C}"/>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6">
            <a:extLst>
              <a:ext uri="{FF2B5EF4-FFF2-40B4-BE49-F238E27FC236}">
                <a16:creationId xmlns:a16="http://schemas.microsoft.com/office/drawing/2014/main" id="{2CE2CDD2-68BB-F1BB-1D34-4C807A07DFC3}"/>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B7EFE37-3284-4850-9728-E39341F249BE}" type="slidenum">
              <a:rPr lang="it-IT" altLang="it-IT" sz="1400" smtClean="0"/>
              <a:pPr>
                <a:spcBef>
                  <a:spcPct val="0"/>
                </a:spcBef>
              </a:pPr>
              <a:t>15</a:t>
            </a:fld>
            <a:endParaRPr lang="it-IT" altLang="it-IT" sz="1400"/>
          </a:p>
        </p:txBody>
      </p:sp>
      <p:sp>
        <p:nvSpPr>
          <p:cNvPr id="32771" name="Rectangle 1">
            <a:extLst>
              <a:ext uri="{FF2B5EF4-FFF2-40B4-BE49-F238E27FC236}">
                <a16:creationId xmlns:a16="http://schemas.microsoft.com/office/drawing/2014/main" id="{988C0B63-97C9-1994-69CA-E3498C94C5BF}"/>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32772" name="Rectangle 2">
            <a:extLst>
              <a:ext uri="{FF2B5EF4-FFF2-40B4-BE49-F238E27FC236}">
                <a16:creationId xmlns:a16="http://schemas.microsoft.com/office/drawing/2014/main" id="{727FC941-014C-5234-7C27-7283DDD1A522}"/>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6">
            <a:extLst>
              <a:ext uri="{FF2B5EF4-FFF2-40B4-BE49-F238E27FC236}">
                <a16:creationId xmlns:a16="http://schemas.microsoft.com/office/drawing/2014/main" id="{5F454E06-F497-3DC4-F298-98B6A9EF680B}"/>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280B2597-112F-45D6-8B1E-26489B3F88B0}" type="slidenum">
              <a:rPr lang="it-IT" altLang="it-IT" sz="1400" smtClean="0"/>
              <a:pPr>
                <a:spcBef>
                  <a:spcPct val="0"/>
                </a:spcBef>
              </a:pPr>
              <a:t>16</a:t>
            </a:fld>
            <a:endParaRPr lang="it-IT" altLang="it-IT" sz="1400"/>
          </a:p>
        </p:txBody>
      </p:sp>
      <p:sp>
        <p:nvSpPr>
          <p:cNvPr id="34819" name="Rectangle 1">
            <a:extLst>
              <a:ext uri="{FF2B5EF4-FFF2-40B4-BE49-F238E27FC236}">
                <a16:creationId xmlns:a16="http://schemas.microsoft.com/office/drawing/2014/main" id="{550D5007-7A86-9AA2-AC5F-A648D046D4DA}"/>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34820" name="Rectangle 2">
            <a:extLst>
              <a:ext uri="{FF2B5EF4-FFF2-40B4-BE49-F238E27FC236}">
                <a16:creationId xmlns:a16="http://schemas.microsoft.com/office/drawing/2014/main" id="{F6FE10C0-0DA6-45AF-52D5-4079F5D64291}"/>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Rectangle 6">
            <a:extLst>
              <a:ext uri="{FF2B5EF4-FFF2-40B4-BE49-F238E27FC236}">
                <a16:creationId xmlns:a16="http://schemas.microsoft.com/office/drawing/2014/main" id="{5186F4F5-7CE3-F38D-5808-95A4A0DADD91}"/>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8B494172-76C2-4E2E-B2DF-B77CF6494F53}" type="slidenum">
              <a:rPr lang="it-IT" altLang="it-IT" sz="1400" smtClean="0"/>
              <a:pPr>
                <a:spcBef>
                  <a:spcPct val="0"/>
                </a:spcBef>
              </a:pPr>
              <a:t>17</a:t>
            </a:fld>
            <a:endParaRPr lang="it-IT" altLang="it-IT" sz="1400"/>
          </a:p>
        </p:txBody>
      </p:sp>
      <p:sp>
        <p:nvSpPr>
          <p:cNvPr id="36867" name="Rectangle 1">
            <a:extLst>
              <a:ext uri="{FF2B5EF4-FFF2-40B4-BE49-F238E27FC236}">
                <a16:creationId xmlns:a16="http://schemas.microsoft.com/office/drawing/2014/main" id="{0EC8A6C1-CB4E-44CD-4605-C4D3870EC215}"/>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36868" name="Rectangle 2">
            <a:extLst>
              <a:ext uri="{FF2B5EF4-FFF2-40B4-BE49-F238E27FC236}">
                <a16:creationId xmlns:a16="http://schemas.microsoft.com/office/drawing/2014/main" id="{CF308A36-73EF-4B64-2970-514822D64A43}"/>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Rectangle 6">
            <a:extLst>
              <a:ext uri="{FF2B5EF4-FFF2-40B4-BE49-F238E27FC236}">
                <a16:creationId xmlns:a16="http://schemas.microsoft.com/office/drawing/2014/main" id="{C084D70C-6BEA-8AA2-A162-BEEF2C26B89F}"/>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68571EC4-C171-4DCE-AA6C-92D1C7B45442}" type="slidenum">
              <a:rPr lang="it-IT" altLang="it-IT" sz="1400" smtClean="0"/>
              <a:pPr>
                <a:spcBef>
                  <a:spcPct val="0"/>
                </a:spcBef>
              </a:pPr>
              <a:t>18</a:t>
            </a:fld>
            <a:endParaRPr lang="it-IT" altLang="it-IT" sz="1400"/>
          </a:p>
        </p:txBody>
      </p:sp>
      <p:sp>
        <p:nvSpPr>
          <p:cNvPr id="38915" name="Rectangle 1">
            <a:extLst>
              <a:ext uri="{FF2B5EF4-FFF2-40B4-BE49-F238E27FC236}">
                <a16:creationId xmlns:a16="http://schemas.microsoft.com/office/drawing/2014/main" id="{6F44D07E-4957-2F93-3BF2-95CD180D88A5}"/>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38916" name="Rectangle 2">
            <a:extLst>
              <a:ext uri="{FF2B5EF4-FFF2-40B4-BE49-F238E27FC236}">
                <a16:creationId xmlns:a16="http://schemas.microsoft.com/office/drawing/2014/main" id="{67B4D40B-3867-CDA7-3729-B90F05E4B613}"/>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6">
            <a:extLst>
              <a:ext uri="{FF2B5EF4-FFF2-40B4-BE49-F238E27FC236}">
                <a16:creationId xmlns:a16="http://schemas.microsoft.com/office/drawing/2014/main" id="{3AA6303E-81A2-4AC8-5CD7-BA2FCB8720BE}"/>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6C0723BE-B1E1-42F7-93F8-816F8DC362E3}" type="slidenum">
              <a:rPr lang="it-IT" altLang="it-IT" sz="1400" smtClean="0"/>
              <a:pPr>
                <a:spcBef>
                  <a:spcPct val="0"/>
                </a:spcBef>
              </a:pPr>
              <a:t>19</a:t>
            </a:fld>
            <a:endParaRPr lang="it-IT" altLang="it-IT" sz="1400"/>
          </a:p>
        </p:txBody>
      </p:sp>
      <p:sp>
        <p:nvSpPr>
          <p:cNvPr id="40963" name="Rectangle 1">
            <a:extLst>
              <a:ext uri="{FF2B5EF4-FFF2-40B4-BE49-F238E27FC236}">
                <a16:creationId xmlns:a16="http://schemas.microsoft.com/office/drawing/2014/main" id="{9258C103-93ED-6001-7EAD-A71918BD1004}"/>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40964" name="Rectangle 2">
            <a:extLst>
              <a:ext uri="{FF2B5EF4-FFF2-40B4-BE49-F238E27FC236}">
                <a16:creationId xmlns:a16="http://schemas.microsoft.com/office/drawing/2014/main" id="{61994F12-0273-F7C5-DBA0-EBB2B0BC8233}"/>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6">
            <a:extLst>
              <a:ext uri="{FF2B5EF4-FFF2-40B4-BE49-F238E27FC236}">
                <a16:creationId xmlns:a16="http://schemas.microsoft.com/office/drawing/2014/main" id="{40F47B0A-898D-19AF-D072-0877EA5725C6}"/>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A94EEEEE-A978-4C2F-91D0-855B813CC81E}" type="slidenum">
              <a:rPr lang="it-IT" altLang="it-IT" sz="1400" smtClean="0"/>
              <a:pPr>
                <a:spcBef>
                  <a:spcPct val="0"/>
                </a:spcBef>
              </a:pPr>
              <a:t>20</a:t>
            </a:fld>
            <a:endParaRPr lang="it-IT" altLang="it-IT" sz="1400"/>
          </a:p>
        </p:txBody>
      </p:sp>
      <p:sp>
        <p:nvSpPr>
          <p:cNvPr id="43011" name="Rectangle 1">
            <a:extLst>
              <a:ext uri="{FF2B5EF4-FFF2-40B4-BE49-F238E27FC236}">
                <a16:creationId xmlns:a16="http://schemas.microsoft.com/office/drawing/2014/main" id="{939BAD19-5D0A-D3E9-5863-7860425973D1}"/>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43012" name="Rectangle 2">
            <a:extLst>
              <a:ext uri="{FF2B5EF4-FFF2-40B4-BE49-F238E27FC236}">
                <a16:creationId xmlns:a16="http://schemas.microsoft.com/office/drawing/2014/main" id="{55CE94D8-EC65-F398-9F81-1BA82A83DE5E}"/>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6">
            <a:extLst>
              <a:ext uri="{FF2B5EF4-FFF2-40B4-BE49-F238E27FC236}">
                <a16:creationId xmlns:a16="http://schemas.microsoft.com/office/drawing/2014/main" id="{E6DC4782-E820-7F77-5AC5-39EA53AF59C5}"/>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17306D65-9E45-4E4D-9509-B5619613C634}" type="slidenum">
              <a:rPr lang="it-IT" altLang="it-IT" sz="1400" smtClean="0"/>
              <a:pPr>
                <a:spcBef>
                  <a:spcPct val="0"/>
                </a:spcBef>
              </a:pPr>
              <a:t>21</a:t>
            </a:fld>
            <a:endParaRPr lang="it-IT" altLang="it-IT" sz="1400"/>
          </a:p>
        </p:txBody>
      </p:sp>
      <p:sp>
        <p:nvSpPr>
          <p:cNvPr id="45059" name="Rectangle 1">
            <a:extLst>
              <a:ext uri="{FF2B5EF4-FFF2-40B4-BE49-F238E27FC236}">
                <a16:creationId xmlns:a16="http://schemas.microsoft.com/office/drawing/2014/main" id="{2A402886-E730-E078-CB83-431F0ACA893A}"/>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45060" name="Rectangle 2">
            <a:extLst>
              <a:ext uri="{FF2B5EF4-FFF2-40B4-BE49-F238E27FC236}">
                <a16:creationId xmlns:a16="http://schemas.microsoft.com/office/drawing/2014/main" id="{A5B2743D-841C-7D57-168D-20CE1E4C017E}"/>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Rectangle 6">
            <a:extLst>
              <a:ext uri="{FF2B5EF4-FFF2-40B4-BE49-F238E27FC236}">
                <a16:creationId xmlns:a16="http://schemas.microsoft.com/office/drawing/2014/main" id="{9DA8CDEF-832A-0733-044F-E09915B73152}"/>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EB911A29-99BF-4D50-8FE1-B674BF460716}" type="slidenum">
              <a:rPr lang="it-IT" altLang="it-IT" sz="1400" smtClean="0"/>
              <a:pPr>
                <a:spcBef>
                  <a:spcPct val="0"/>
                </a:spcBef>
              </a:pPr>
              <a:t>22</a:t>
            </a:fld>
            <a:endParaRPr lang="it-IT" altLang="it-IT" sz="1400"/>
          </a:p>
        </p:txBody>
      </p:sp>
      <p:sp>
        <p:nvSpPr>
          <p:cNvPr id="47107" name="Rectangle 1">
            <a:extLst>
              <a:ext uri="{FF2B5EF4-FFF2-40B4-BE49-F238E27FC236}">
                <a16:creationId xmlns:a16="http://schemas.microsoft.com/office/drawing/2014/main" id="{7A4351D0-A219-DE2D-58D2-6F5C9DEE53E1}"/>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47108" name="Rectangle 2">
            <a:extLst>
              <a:ext uri="{FF2B5EF4-FFF2-40B4-BE49-F238E27FC236}">
                <a16:creationId xmlns:a16="http://schemas.microsoft.com/office/drawing/2014/main" id="{13BA896C-80A2-4186-B820-143F3B7EF6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6">
            <a:extLst>
              <a:ext uri="{FF2B5EF4-FFF2-40B4-BE49-F238E27FC236}">
                <a16:creationId xmlns:a16="http://schemas.microsoft.com/office/drawing/2014/main" id="{36585C06-59EC-A14C-7212-CE898D7E895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07583012-6EE9-417D-8365-9FF78497458A}" type="slidenum">
              <a:rPr lang="it-IT" altLang="it-IT" sz="1400" smtClean="0"/>
              <a:pPr>
                <a:spcBef>
                  <a:spcPct val="0"/>
                </a:spcBef>
              </a:pPr>
              <a:t>23</a:t>
            </a:fld>
            <a:endParaRPr lang="it-IT" altLang="it-IT" sz="1400"/>
          </a:p>
        </p:txBody>
      </p:sp>
      <p:sp>
        <p:nvSpPr>
          <p:cNvPr id="49155" name="Rectangle 1">
            <a:extLst>
              <a:ext uri="{FF2B5EF4-FFF2-40B4-BE49-F238E27FC236}">
                <a16:creationId xmlns:a16="http://schemas.microsoft.com/office/drawing/2014/main" id="{848D767C-DBFC-79D4-096A-74DED28123E7}"/>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49156" name="Rectangle 2">
            <a:extLst>
              <a:ext uri="{FF2B5EF4-FFF2-40B4-BE49-F238E27FC236}">
                <a16:creationId xmlns:a16="http://schemas.microsoft.com/office/drawing/2014/main" id="{21572CC8-CFFA-792D-520F-8959F2BD7FA9}"/>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6">
            <a:extLst>
              <a:ext uri="{FF2B5EF4-FFF2-40B4-BE49-F238E27FC236}">
                <a16:creationId xmlns:a16="http://schemas.microsoft.com/office/drawing/2014/main" id="{95810E99-72C2-E41D-902F-28FD5FFD059C}"/>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2D169795-E24B-4CA1-A6BD-DF7C1B12D35C}" type="slidenum">
              <a:rPr lang="it-IT" altLang="it-IT" sz="1400" smtClean="0"/>
              <a:pPr>
                <a:spcBef>
                  <a:spcPct val="0"/>
                </a:spcBef>
              </a:pPr>
              <a:t>24</a:t>
            </a:fld>
            <a:endParaRPr lang="it-IT" altLang="it-IT" sz="1400"/>
          </a:p>
        </p:txBody>
      </p:sp>
      <p:sp>
        <p:nvSpPr>
          <p:cNvPr id="51203" name="Rectangle 1">
            <a:extLst>
              <a:ext uri="{FF2B5EF4-FFF2-40B4-BE49-F238E27FC236}">
                <a16:creationId xmlns:a16="http://schemas.microsoft.com/office/drawing/2014/main" id="{C06B5DF3-E3C8-0416-FD96-90E64B48E654}"/>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51204" name="Rectangle 2">
            <a:extLst>
              <a:ext uri="{FF2B5EF4-FFF2-40B4-BE49-F238E27FC236}">
                <a16:creationId xmlns:a16="http://schemas.microsoft.com/office/drawing/2014/main" id="{46F95A3D-C470-C45A-ECE6-2BE8D7621199}"/>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6">
            <a:extLst>
              <a:ext uri="{FF2B5EF4-FFF2-40B4-BE49-F238E27FC236}">
                <a16:creationId xmlns:a16="http://schemas.microsoft.com/office/drawing/2014/main" id="{A9155484-DC26-288E-6636-4D56C02358F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87CC2FAF-A3DD-4493-901F-AA8E5591DC9D}" type="slidenum">
              <a:rPr lang="it-IT" altLang="it-IT" sz="1400" smtClean="0"/>
              <a:pPr>
                <a:spcBef>
                  <a:spcPct val="0"/>
                </a:spcBef>
              </a:pPr>
              <a:t>25</a:t>
            </a:fld>
            <a:endParaRPr lang="it-IT" altLang="it-IT" sz="1400"/>
          </a:p>
        </p:txBody>
      </p:sp>
      <p:sp>
        <p:nvSpPr>
          <p:cNvPr id="53251" name="Rectangle 1">
            <a:extLst>
              <a:ext uri="{FF2B5EF4-FFF2-40B4-BE49-F238E27FC236}">
                <a16:creationId xmlns:a16="http://schemas.microsoft.com/office/drawing/2014/main" id="{1CA16E2D-19D5-EB94-EBFE-3561306E7844}"/>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53252" name="Rectangle 2">
            <a:extLst>
              <a:ext uri="{FF2B5EF4-FFF2-40B4-BE49-F238E27FC236}">
                <a16:creationId xmlns:a16="http://schemas.microsoft.com/office/drawing/2014/main" id="{6E83C2E7-E853-5EF7-7366-64B6929F8DB9}"/>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6">
            <a:extLst>
              <a:ext uri="{FF2B5EF4-FFF2-40B4-BE49-F238E27FC236}">
                <a16:creationId xmlns:a16="http://schemas.microsoft.com/office/drawing/2014/main" id="{16371135-A03F-FB0C-4B87-7797A3A193F9}"/>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4733E688-6854-44AC-AEEF-3C50A5E7E3B6}" type="slidenum">
              <a:rPr lang="it-IT" altLang="it-IT" sz="1400" smtClean="0"/>
              <a:pPr>
                <a:spcBef>
                  <a:spcPct val="0"/>
                </a:spcBef>
              </a:pPr>
              <a:t>26</a:t>
            </a:fld>
            <a:endParaRPr lang="it-IT" altLang="it-IT" sz="1400"/>
          </a:p>
        </p:txBody>
      </p:sp>
      <p:sp>
        <p:nvSpPr>
          <p:cNvPr id="55299" name="Rectangle 1">
            <a:extLst>
              <a:ext uri="{FF2B5EF4-FFF2-40B4-BE49-F238E27FC236}">
                <a16:creationId xmlns:a16="http://schemas.microsoft.com/office/drawing/2014/main" id="{64C2D06C-D8A1-80D3-DBC8-69425F9187CA}"/>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55300" name="Rectangle 2">
            <a:extLst>
              <a:ext uri="{FF2B5EF4-FFF2-40B4-BE49-F238E27FC236}">
                <a16:creationId xmlns:a16="http://schemas.microsoft.com/office/drawing/2014/main" id="{C9139869-2AE6-4E68-7F50-763D1CEF91B1}"/>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6">
            <a:extLst>
              <a:ext uri="{FF2B5EF4-FFF2-40B4-BE49-F238E27FC236}">
                <a16:creationId xmlns:a16="http://schemas.microsoft.com/office/drawing/2014/main" id="{65871D98-0A23-55DD-9777-74E632B3BFD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473FB19-AF2A-4079-93CF-073B84833398}" type="slidenum">
              <a:rPr lang="it-IT" altLang="it-IT" sz="1400" smtClean="0"/>
              <a:pPr>
                <a:spcBef>
                  <a:spcPct val="0"/>
                </a:spcBef>
              </a:pPr>
              <a:t>27</a:t>
            </a:fld>
            <a:endParaRPr lang="it-IT" altLang="it-IT" sz="1400"/>
          </a:p>
        </p:txBody>
      </p:sp>
      <p:sp>
        <p:nvSpPr>
          <p:cNvPr id="57347" name="Rectangle 1">
            <a:extLst>
              <a:ext uri="{FF2B5EF4-FFF2-40B4-BE49-F238E27FC236}">
                <a16:creationId xmlns:a16="http://schemas.microsoft.com/office/drawing/2014/main" id="{DDACBD4A-91BA-91D9-1D8F-C11777C94002}"/>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57348" name="Rectangle 2">
            <a:extLst>
              <a:ext uri="{FF2B5EF4-FFF2-40B4-BE49-F238E27FC236}">
                <a16:creationId xmlns:a16="http://schemas.microsoft.com/office/drawing/2014/main" id="{21A1BA2D-CB45-CB83-48A5-F029B6A0138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6">
            <a:extLst>
              <a:ext uri="{FF2B5EF4-FFF2-40B4-BE49-F238E27FC236}">
                <a16:creationId xmlns:a16="http://schemas.microsoft.com/office/drawing/2014/main" id="{5427B13E-EC22-4529-64A3-B6C2ECCAEC7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DCEFB1F6-8F1D-4681-9B15-65E3FA1963A8}" type="slidenum">
              <a:rPr lang="it-IT" altLang="it-IT" sz="1400" smtClean="0"/>
              <a:pPr>
                <a:spcBef>
                  <a:spcPct val="0"/>
                </a:spcBef>
              </a:pPr>
              <a:t>28</a:t>
            </a:fld>
            <a:endParaRPr lang="it-IT" altLang="it-IT" sz="1400"/>
          </a:p>
        </p:txBody>
      </p:sp>
      <p:sp>
        <p:nvSpPr>
          <p:cNvPr id="59395" name="Rectangle 1">
            <a:extLst>
              <a:ext uri="{FF2B5EF4-FFF2-40B4-BE49-F238E27FC236}">
                <a16:creationId xmlns:a16="http://schemas.microsoft.com/office/drawing/2014/main" id="{5AE59582-1108-F66A-092B-B76D6495E61F}"/>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59396" name="Rectangle 2">
            <a:extLst>
              <a:ext uri="{FF2B5EF4-FFF2-40B4-BE49-F238E27FC236}">
                <a16:creationId xmlns:a16="http://schemas.microsoft.com/office/drawing/2014/main" id="{BD088B37-F7E0-B17E-98C7-5A9C512B7665}"/>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6">
            <a:extLst>
              <a:ext uri="{FF2B5EF4-FFF2-40B4-BE49-F238E27FC236}">
                <a16:creationId xmlns:a16="http://schemas.microsoft.com/office/drawing/2014/main" id="{09A1C7FD-9879-92B7-F822-F718EDD21B14}"/>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3DA62C00-EAFF-4B28-8F0A-7ED4DAB4B908}" type="slidenum">
              <a:rPr lang="it-IT" altLang="it-IT" sz="1400" smtClean="0"/>
              <a:pPr>
                <a:spcBef>
                  <a:spcPct val="0"/>
                </a:spcBef>
              </a:pPr>
              <a:t>29</a:t>
            </a:fld>
            <a:endParaRPr lang="it-IT" altLang="it-IT" sz="1400"/>
          </a:p>
        </p:txBody>
      </p:sp>
      <p:sp>
        <p:nvSpPr>
          <p:cNvPr id="61443" name="Rectangle 1">
            <a:extLst>
              <a:ext uri="{FF2B5EF4-FFF2-40B4-BE49-F238E27FC236}">
                <a16:creationId xmlns:a16="http://schemas.microsoft.com/office/drawing/2014/main" id="{6BDA9109-B414-BF4F-4FED-3F5B12CB4560}"/>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61444" name="Rectangle 2">
            <a:extLst>
              <a:ext uri="{FF2B5EF4-FFF2-40B4-BE49-F238E27FC236}">
                <a16:creationId xmlns:a16="http://schemas.microsoft.com/office/drawing/2014/main" id="{FAF62B58-7874-8305-1621-8978689EFA44}"/>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90" name="Rectangle 6">
            <a:extLst>
              <a:ext uri="{FF2B5EF4-FFF2-40B4-BE49-F238E27FC236}">
                <a16:creationId xmlns:a16="http://schemas.microsoft.com/office/drawing/2014/main" id="{72B10237-5741-98DE-FA6D-7CB469632173}"/>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03798931-F1EB-471E-8656-530B52C84E45}" type="slidenum">
              <a:rPr lang="it-IT" altLang="it-IT" sz="1400" smtClean="0"/>
              <a:pPr>
                <a:spcBef>
                  <a:spcPct val="0"/>
                </a:spcBef>
              </a:pPr>
              <a:t>30</a:t>
            </a:fld>
            <a:endParaRPr lang="it-IT" altLang="it-IT" sz="1400"/>
          </a:p>
        </p:txBody>
      </p:sp>
      <p:sp>
        <p:nvSpPr>
          <p:cNvPr id="63491" name="Rectangle 1">
            <a:extLst>
              <a:ext uri="{FF2B5EF4-FFF2-40B4-BE49-F238E27FC236}">
                <a16:creationId xmlns:a16="http://schemas.microsoft.com/office/drawing/2014/main" id="{93A0AA8C-B3DF-4E9C-8085-B20C61C4F07F}"/>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63492" name="Rectangle 2">
            <a:extLst>
              <a:ext uri="{FF2B5EF4-FFF2-40B4-BE49-F238E27FC236}">
                <a16:creationId xmlns:a16="http://schemas.microsoft.com/office/drawing/2014/main" id="{CD5B0AF3-B610-25F5-7328-203ED115E401}"/>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6">
            <a:extLst>
              <a:ext uri="{FF2B5EF4-FFF2-40B4-BE49-F238E27FC236}">
                <a16:creationId xmlns:a16="http://schemas.microsoft.com/office/drawing/2014/main" id="{C59D6049-A3B8-933E-BDF7-F22B2F8AE5D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71F8A92E-8225-4B45-8A93-1E72283EFA33}" type="slidenum">
              <a:rPr lang="it-IT" altLang="it-IT" sz="1400" smtClean="0"/>
              <a:pPr>
                <a:spcBef>
                  <a:spcPct val="0"/>
                </a:spcBef>
              </a:pPr>
              <a:t>31</a:t>
            </a:fld>
            <a:endParaRPr lang="it-IT" altLang="it-IT" sz="1400"/>
          </a:p>
        </p:txBody>
      </p:sp>
      <p:sp>
        <p:nvSpPr>
          <p:cNvPr id="65539" name="Rectangle 1">
            <a:extLst>
              <a:ext uri="{FF2B5EF4-FFF2-40B4-BE49-F238E27FC236}">
                <a16:creationId xmlns:a16="http://schemas.microsoft.com/office/drawing/2014/main" id="{D4A76E35-BF4B-7387-4BF5-62A55BC5AB86}"/>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65540" name="Rectangle 2">
            <a:extLst>
              <a:ext uri="{FF2B5EF4-FFF2-40B4-BE49-F238E27FC236}">
                <a16:creationId xmlns:a16="http://schemas.microsoft.com/office/drawing/2014/main" id="{CDF6BFD2-BE6E-B3EB-686E-E877B266601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6">
            <a:extLst>
              <a:ext uri="{FF2B5EF4-FFF2-40B4-BE49-F238E27FC236}">
                <a16:creationId xmlns:a16="http://schemas.microsoft.com/office/drawing/2014/main" id="{4C1FC6DE-B913-AA7D-6D2D-1A2BE9023932}"/>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C8104C33-859B-4962-9919-DEE60C337923}" type="slidenum">
              <a:rPr lang="it-IT" altLang="it-IT" sz="1400" smtClean="0"/>
              <a:pPr>
                <a:spcBef>
                  <a:spcPct val="0"/>
                </a:spcBef>
              </a:pPr>
              <a:t>32</a:t>
            </a:fld>
            <a:endParaRPr lang="it-IT" altLang="it-IT" sz="1400"/>
          </a:p>
        </p:txBody>
      </p:sp>
      <p:sp>
        <p:nvSpPr>
          <p:cNvPr id="67587" name="Rectangle 1">
            <a:extLst>
              <a:ext uri="{FF2B5EF4-FFF2-40B4-BE49-F238E27FC236}">
                <a16:creationId xmlns:a16="http://schemas.microsoft.com/office/drawing/2014/main" id="{21097DA6-6087-DFF2-603F-7DB1802A28D6}"/>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67588" name="Rectangle 2">
            <a:extLst>
              <a:ext uri="{FF2B5EF4-FFF2-40B4-BE49-F238E27FC236}">
                <a16:creationId xmlns:a16="http://schemas.microsoft.com/office/drawing/2014/main" id="{9C8C7816-C585-C164-B952-BCBEFC23B1FA}"/>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4" name="Rectangle 6">
            <a:extLst>
              <a:ext uri="{FF2B5EF4-FFF2-40B4-BE49-F238E27FC236}">
                <a16:creationId xmlns:a16="http://schemas.microsoft.com/office/drawing/2014/main" id="{CD8F3262-6EC3-A441-0FD3-4DE1A829F789}"/>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DD504782-A026-4411-892E-323345650E7B}" type="slidenum">
              <a:rPr lang="it-IT" altLang="it-IT" sz="1400" smtClean="0"/>
              <a:pPr>
                <a:spcBef>
                  <a:spcPct val="0"/>
                </a:spcBef>
              </a:pPr>
              <a:t>33</a:t>
            </a:fld>
            <a:endParaRPr lang="it-IT" altLang="it-IT" sz="1400"/>
          </a:p>
        </p:txBody>
      </p:sp>
      <p:sp>
        <p:nvSpPr>
          <p:cNvPr id="69635" name="Rectangle 1">
            <a:extLst>
              <a:ext uri="{FF2B5EF4-FFF2-40B4-BE49-F238E27FC236}">
                <a16:creationId xmlns:a16="http://schemas.microsoft.com/office/drawing/2014/main" id="{A303CD1C-F198-485D-FC46-14FCF099467A}"/>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69636" name="Rectangle 2">
            <a:extLst>
              <a:ext uri="{FF2B5EF4-FFF2-40B4-BE49-F238E27FC236}">
                <a16:creationId xmlns:a16="http://schemas.microsoft.com/office/drawing/2014/main" id="{275A7AE2-EA76-EB14-8298-3C6F208196A7}"/>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2" name="Rectangle 6">
            <a:extLst>
              <a:ext uri="{FF2B5EF4-FFF2-40B4-BE49-F238E27FC236}">
                <a16:creationId xmlns:a16="http://schemas.microsoft.com/office/drawing/2014/main" id="{912020ED-CEDA-13E6-713B-3D1E5DC3EDF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D5872940-227B-4B3F-B11A-62A0708AA56B}" type="slidenum">
              <a:rPr lang="it-IT" altLang="it-IT" sz="1400" smtClean="0"/>
              <a:pPr>
                <a:spcBef>
                  <a:spcPct val="0"/>
                </a:spcBef>
              </a:pPr>
              <a:t>34</a:t>
            </a:fld>
            <a:endParaRPr lang="it-IT" altLang="it-IT" sz="1400"/>
          </a:p>
        </p:txBody>
      </p:sp>
      <p:sp>
        <p:nvSpPr>
          <p:cNvPr id="71683" name="Rectangle 1">
            <a:extLst>
              <a:ext uri="{FF2B5EF4-FFF2-40B4-BE49-F238E27FC236}">
                <a16:creationId xmlns:a16="http://schemas.microsoft.com/office/drawing/2014/main" id="{ADA42196-96FB-587A-092B-171FE2B1EFBF}"/>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71684" name="Rectangle 2">
            <a:extLst>
              <a:ext uri="{FF2B5EF4-FFF2-40B4-BE49-F238E27FC236}">
                <a16:creationId xmlns:a16="http://schemas.microsoft.com/office/drawing/2014/main" id="{B7429438-E2E6-2EAF-5892-BFF3FAC5435C}"/>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6">
            <a:extLst>
              <a:ext uri="{FF2B5EF4-FFF2-40B4-BE49-F238E27FC236}">
                <a16:creationId xmlns:a16="http://schemas.microsoft.com/office/drawing/2014/main" id="{B2507A72-7C90-E16B-7DF9-C57168C7AA6C}"/>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501D9F1A-2A02-4338-B511-55A4668A3610}" type="slidenum">
              <a:rPr lang="it-IT" altLang="it-IT" sz="1400" smtClean="0"/>
              <a:pPr>
                <a:spcBef>
                  <a:spcPct val="0"/>
                </a:spcBef>
              </a:pPr>
              <a:t>35</a:t>
            </a:fld>
            <a:endParaRPr lang="it-IT" altLang="it-IT" sz="1400"/>
          </a:p>
        </p:txBody>
      </p:sp>
      <p:sp>
        <p:nvSpPr>
          <p:cNvPr id="73731" name="Rectangle 1">
            <a:extLst>
              <a:ext uri="{FF2B5EF4-FFF2-40B4-BE49-F238E27FC236}">
                <a16:creationId xmlns:a16="http://schemas.microsoft.com/office/drawing/2014/main" id="{9F33168A-62C2-C0F5-BDE2-91684E330A1D}"/>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73732" name="Rectangle 2">
            <a:extLst>
              <a:ext uri="{FF2B5EF4-FFF2-40B4-BE49-F238E27FC236}">
                <a16:creationId xmlns:a16="http://schemas.microsoft.com/office/drawing/2014/main" id="{41F1CDDD-FAD9-6F85-B3BD-474C022AC71C}"/>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6">
            <a:extLst>
              <a:ext uri="{FF2B5EF4-FFF2-40B4-BE49-F238E27FC236}">
                <a16:creationId xmlns:a16="http://schemas.microsoft.com/office/drawing/2014/main" id="{9BC02644-ED04-7577-F71A-42A0115B5CA3}"/>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99E60B94-844A-4E01-ADF5-84B70C9CE000}" type="slidenum">
              <a:rPr lang="it-IT" altLang="it-IT" sz="1400" smtClean="0"/>
              <a:pPr>
                <a:spcBef>
                  <a:spcPct val="0"/>
                </a:spcBef>
              </a:pPr>
              <a:t>36</a:t>
            </a:fld>
            <a:endParaRPr lang="it-IT" altLang="it-IT" sz="1400"/>
          </a:p>
        </p:txBody>
      </p:sp>
      <p:sp>
        <p:nvSpPr>
          <p:cNvPr id="75779" name="Rectangle 1">
            <a:extLst>
              <a:ext uri="{FF2B5EF4-FFF2-40B4-BE49-F238E27FC236}">
                <a16:creationId xmlns:a16="http://schemas.microsoft.com/office/drawing/2014/main" id="{73B82125-B387-6F5C-1B68-586570265F1F}"/>
              </a:ext>
            </a:extLst>
          </p:cNvPr>
          <p:cNvSpPr>
            <a:spLocks noGrp="1" noRot="1" noChangeAspect="1" noChangeArrowheads="1" noTextEdit="1"/>
          </p:cNvSpPr>
          <p:nvPr>
            <p:ph type="sldImg"/>
          </p:nvPr>
        </p:nvSpPr>
        <p:spPr>
          <a:xfrm>
            <a:off x="773113" y="812800"/>
            <a:ext cx="6011862" cy="4008438"/>
          </a:xfrm>
          <a:solidFill>
            <a:srgbClr val="FFFFFF"/>
          </a:solidFill>
          <a:ln>
            <a:solidFill>
              <a:srgbClr val="000000"/>
            </a:solidFill>
            <a:miter lim="800000"/>
            <a:headEnd/>
            <a:tailEnd/>
          </a:ln>
        </p:spPr>
      </p:sp>
      <p:sp>
        <p:nvSpPr>
          <p:cNvPr id="75780" name="Rectangle 2">
            <a:extLst>
              <a:ext uri="{FF2B5EF4-FFF2-40B4-BE49-F238E27FC236}">
                <a16:creationId xmlns:a16="http://schemas.microsoft.com/office/drawing/2014/main" id="{88DF41E6-8AC1-90AE-EF1A-193775D52A5B}"/>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ltLang="it-IT">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8663" y="2012950"/>
            <a:ext cx="8262937" cy="1389063"/>
          </a:xfrm>
        </p:spPr>
        <p:txBody>
          <a:bodyPr/>
          <a:lstStyle/>
          <a:p>
            <a:r>
              <a:rPr lang="en-US"/>
              <a:t>Click to edit Master title style</a:t>
            </a:r>
            <a:endParaRPr lang="it-IT"/>
          </a:p>
        </p:txBody>
      </p:sp>
      <p:sp>
        <p:nvSpPr>
          <p:cNvPr id="3" name="Subtitle 2"/>
          <p:cNvSpPr>
            <a:spLocks noGrp="1"/>
          </p:cNvSpPr>
          <p:nvPr>
            <p:ph type="subTitle" idx="1"/>
          </p:nvPr>
        </p:nvSpPr>
        <p:spPr>
          <a:xfrm>
            <a:off x="1457325" y="3671888"/>
            <a:ext cx="6805613" cy="165576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it-IT"/>
          </a:p>
        </p:txBody>
      </p:sp>
      <p:sp>
        <p:nvSpPr>
          <p:cNvPr id="4" name="Rectangle 6">
            <a:extLst>
              <a:ext uri="{FF2B5EF4-FFF2-40B4-BE49-F238E27FC236}">
                <a16:creationId xmlns:a16="http://schemas.microsoft.com/office/drawing/2014/main" id="{C247DCA2-F501-E3F3-68FD-97AD071B0787}"/>
              </a:ext>
            </a:extLst>
          </p:cNvPr>
          <p:cNvSpPr>
            <a:spLocks noGrp="1" noChangeArrowheads="1"/>
          </p:cNvSpPr>
          <p:nvPr>
            <p:ph type="sldNum" idx="10"/>
          </p:nvPr>
        </p:nvSpPr>
        <p:spPr>
          <a:ln/>
        </p:spPr>
        <p:txBody>
          <a:bodyPr/>
          <a:lstStyle>
            <a:lvl1pPr>
              <a:defRPr/>
            </a:lvl1pPr>
          </a:lstStyle>
          <a:p>
            <a:pPr>
              <a:defRPr/>
            </a:pPr>
            <a:fld id="{5C6E70E8-8813-4C40-B8E9-B3E044E44F6C}" type="slidenum">
              <a:rPr lang="it-IT" altLang="it-IT"/>
              <a:pPr>
                <a:defRPr/>
              </a:pPr>
              <a:t>‹N›</a:t>
            </a:fld>
            <a:endParaRPr lang="it-IT" altLang="it-IT"/>
          </a:p>
        </p:txBody>
      </p:sp>
    </p:spTree>
    <p:extLst>
      <p:ext uri="{BB962C8B-B14F-4D97-AF65-F5344CB8AC3E}">
        <p14:creationId xmlns:p14="http://schemas.microsoft.com/office/powerpoint/2010/main" val="3175987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t-IT"/>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Rectangle 6">
            <a:extLst>
              <a:ext uri="{FF2B5EF4-FFF2-40B4-BE49-F238E27FC236}">
                <a16:creationId xmlns:a16="http://schemas.microsoft.com/office/drawing/2014/main" id="{74441379-1992-7F2B-A2F1-36476DABF0D9}"/>
              </a:ext>
            </a:extLst>
          </p:cNvPr>
          <p:cNvSpPr>
            <a:spLocks noGrp="1" noChangeArrowheads="1"/>
          </p:cNvSpPr>
          <p:nvPr>
            <p:ph type="sldNum" idx="10"/>
          </p:nvPr>
        </p:nvSpPr>
        <p:spPr>
          <a:ln/>
        </p:spPr>
        <p:txBody>
          <a:bodyPr/>
          <a:lstStyle>
            <a:lvl1pPr>
              <a:defRPr/>
            </a:lvl1pPr>
          </a:lstStyle>
          <a:p>
            <a:pPr>
              <a:defRPr/>
            </a:pPr>
            <a:fld id="{12BD57AC-6DD8-40ED-A48E-D376FCC9A598}" type="slidenum">
              <a:rPr lang="it-IT" altLang="it-IT"/>
              <a:pPr>
                <a:defRPr/>
              </a:pPr>
              <a:t>‹N›</a:t>
            </a:fld>
            <a:endParaRPr lang="it-IT" altLang="it-IT"/>
          </a:p>
        </p:txBody>
      </p:sp>
    </p:spTree>
    <p:extLst>
      <p:ext uri="{BB962C8B-B14F-4D97-AF65-F5344CB8AC3E}">
        <p14:creationId xmlns:p14="http://schemas.microsoft.com/office/powerpoint/2010/main" val="2753162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68350" y="4164013"/>
            <a:ext cx="8261350" cy="1287462"/>
          </a:xfrm>
        </p:spPr>
        <p:txBody>
          <a:bodyPr/>
          <a:lstStyle>
            <a:lvl1pPr algn="l">
              <a:defRPr sz="4000" b="1" cap="all"/>
            </a:lvl1pPr>
          </a:lstStyle>
          <a:p>
            <a:r>
              <a:rPr lang="en-US"/>
              <a:t>Click to edit Master title style</a:t>
            </a:r>
            <a:endParaRPr lang="it-IT"/>
          </a:p>
        </p:txBody>
      </p:sp>
      <p:sp>
        <p:nvSpPr>
          <p:cNvPr id="3" name="Text Placeholder 2"/>
          <p:cNvSpPr>
            <a:spLocks noGrp="1"/>
          </p:cNvSpPr>
          <p:nvPr>
            <p:ph type="body" idx="1"/>
          </p:nvPr>
        </p:nvSpPr>
        <p:spPr>
          <a:xfrm>
            <a:off x="768350" y="2746375"/>
            <a:ext cx="8261350" cy="14176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E4684ED7-BA8C-3AF7-93F0-F7331ACEED4C}"/>
              </a:ext>
            </a:extLst>
          </p:cNvPr>
          <p:cNvSpPr>
            <a:spLocks noGrp="1" noChangeArrowheads="1"/>
          </p:cNvSpPr>
          <p:nvPr>
            <p:ph type="sldNum" idx="10"/>
          </p:nvPr>
        </p:nvSpPr>
        <p:spPr>
          <a:ln/>
        </p:spPr>
        <p:txBody>
          <a:bodyPr/>
          <a:lstStyle>
            <a:lvl1pPr>
              <a:defRPr/>
            </a:lvl1pPr>
          </a:lstStyle>
          <a:p>
            <a:pPr>
              <a:defRPr/>
            </a:pPr>
            <a:fld id="{7542CEB8-64A8-45A1-ABA7-0445D00F4A45}" type="slidenum">
              <a:rPr lang="it-IT" altLang="it-IT"/>
              <a:pPr>
                <a:defRPr/>
              </a:pPr>
              <a:t>‹N›</a:t>
            </a:fld>
            <a:endParaRPr lang="it-IT" altLang="it-IT"/>
          </a:p>
        </p:txBody>
      </p:sp>
    </p:spTree>
    <p:extLst>
      <p:ext uri="{BB962C8B-B14F-4D97-AF65-F5344CB8AC3E}">
        <p14:creationId xmlns:p14="http://schemas.microsoft.com/office/powerpoint/2010/main" val="2047828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t-IT"/>
          </a:p>
        </p:txBody>
      </p:sp>
      <p:sp>
        <p:nvSpPr>
          <p:cNvPr id="3" name="Content Placeholder 2"/>
          <p:cNvSpPr>
            <a:spLocks noGrp="1"/>
          </p:cNvSpPr>
          <p:nvPr>
            <p:ph sz="half" idx="1"/>
          </p:nvPr>
        </p:nvSpPr>
        <p:spPr>
          <a:xfrm>
            <a:off x="684213" y="1727200"/>
            <a:ext cx="4152900" cy="36655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Content Placeholder 3"/>
          <p:cNvSpPr>
            <a:spLocks noGrp="1"/>
          </p:cNvSpPr>
          <p:nvPr>
            <p:ph sz="half" idx="2"/>
          </p:nvPr>
        </p:nvSpPr>
        <p:spPr>
          <a:xfrm>
            <a:off x="4989513" y="1727200"/>
            <a:ext cx="4152900" cy="36655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5" name="Rectangle 6">
            <a:extLst>
              <a:ext uri="{FF2B5EF4-FFF2-40B4-BE49-F238E27FC236}">
                <a16:creationId xmlns:a16="http://schemas.microsoft.com/office/drawing/2014/main" id="{B7C0D6DE-8499-4F3A-90A2-B4A6791BE095}"/>
              </a:ext>
            </a:extLst>
          </p:cNvPr>
          <p:cNvSpPr>
            <a:spLocks noGrp="1" noChangeArrowheads="1"/>
          </p:cNvSpPr>
          <p:nvPr>
            <p:ph type="sldNum" idx="10"/>
          </p:nvPr>
        </p:nvSpPr>
        <p:spPr>
          <a:ln/>
        </p:spPr>
        <p:txBody>
          <a:bodyPr/>
          <a:lstStyle>
            <a:lvl1pPr>
              <a:defRPr/>
            </a:lvl1pPr>
          </a:lstStyle>
          <a:p>
            <a:pPr>
              <a:defRPr/>
            </a:pPr>
            <a:fld id="{5528AF11-033E-4AC0-BF6A-61193D79C670}" type="slidenum">
              <a:rPr lang="it-IT" altLang="it-IT"/>
              <a:pPr>
                <a:defRPr/>
              </a:pPr>
              <a:t>‹N›</a:t>
            </a:fld>
            <a:endParaRPr lang="it-IT" altLang="it-IT"/>
          </a:p>
        </p:txBody>
      </p:sp>
    </p:spTree>
    <p:extLst>
      <p:ext uri="{BB962C8B-B14F-4D97-AF65-F5344CB8AC3E}">
        <p14:creationId xmlns:p14="http://schemas.microsoft.com/office/powerpoint/2010/main" val="147123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85775" y="258763"/>
            <a:ext cx="8748713" cy="1081087"/>
          </a:xfrm>
        </p:spPr>
        <p:txBody>
          <a:bodyPr/>
          <a:lstStyle>
            <a:lvl1pPr>
              <a:defRPr/>
            </a:lvl1pPr>
          </a:lstStyle>
          <a:p>
            <a:r>
              <a:rPr lang="en-US"/>
              <a:t>Click to edit Master title style</a:t>
            </a:r>
            <a:endParaRPr lang="it-IT"/>
          </a:p>
        </p:txBody>
      </p:sp>
      <p:sp>
        <p:nvSpPr>
          <p:cNvPr id="3" name="Text Placeholder 2"/>
          <p:cNvSpPr>
            <a:spLocks noGrp="1"/>
          </p:cNvSpPr>
          <p:nvPr>
            <p:ph type="body" idx="1"/>
          </p:nvPr>
        </p:nvSpPr>
        <p:spPr>
          <a:xfrm>
            <a:off x="485775" y="1450975"/>
            <a:ext cx="4295775"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85775" y="2055813"/>
            <a:ext cx="4295775"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5" name="Text Placeholder 4"/>
          <p:cNvSpPr>
            <a:spLocks noGrp="1"/>
          </p:cNvSpPr>
          <p:nvPr>
            <p:ph type="body" sz="quarter" idx="3"/>
          </p:nvPr>
        </p:nvSpPr>
        <p:spPr>
          <a:xfrm>
            <a:off x="4937125" y="1450975"/>
            <a:ext cx="4297363"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37125" y="2055813"/>
            <a:ext cx="4297363"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7" name="Rectangle 6">
            <a:extLst>
              <a:ext uri="{FF2B5EF4-FFF2-40B4-BE49-F238E27FC236}">
                <a16:creationId xmlns:a16="http://schemas.microsoft.com/office/drawing/2014/main" id="{4060EC6F-B1BA-B141-1334-59586480945C}"/>
              </a:ext>
            </a:extLst>
          </p:cNvPr>
          <p:cNvSpPr>
            <a:spLocks noGrp="1" noChangeArrowheads="1"/>
          </p:cNvSpPr>
          <p:nvPr>
            <p:ph type="sldNum" idx="10"/>
          </p:nvPr>
        </p:nvSpPr>
        <p:spPr>
          <a:ln/>
        </p:spPr>
        <p:txBody>
          <a:bodyPr/>
          <a:lstStyle>
            <a:lvl1pPr>
              <a:defRPr/>
            </a:lvl1pPr>
          </a:lstStyle>
          <a:p>
            <a:pPr>
              <a:defRPr/>
            </a:pPr>
            <a:fld id="{6FA4E21A-715A-4B8A-8489-A5F55CED1909}" type="slidenum">
              <a:rPr lang="it-IT" altLang="it-IT"/>
              <a:pPr>
                <a:defRPr/>
              </a:pPr>
              <a:t>‹N›</a:t>
            </a:fld>
            <a:endParaRPr lang="it-IT" altLang="it-IT"/>
          </a:p>
        </p:txBody>
      </p:sp>
    </p:spTree>
    <p:extLst>
      <p:ext uri="{BB962C8B-B14F-4D97-AF65-F5344CB8AC3E}">
        <p14:creationId xmlns:p14="http://schemas.microsoft.com/office/powerpoint/2010/main" val="251588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t-IT"/>
          </a:p>
        </p:txBody>
      </p:sp>
      <p:sp>
        <p:nvSpPr>
          <p:cNvPr id="3" name="Rectangle 6">
            <a:extLst>
              <a:ext uri="{FF2B5EF4-FFF2-40B4-BE49-F238E27FC236}">
                <a16:creationId xmlns:a16="http://schemas.microsoft.com/office/drawing/2014/main" id="{63A797DB-D82E-524E-31F5-C152ADC5C101}"/>
              </a:ext>
            </a:extLst>
          </p:cNvPr>
          <p:cNvSpPr>
            <a:spLocks noGrp="1" noChangeArrowheads="1"/>
          </p:cNvSpPr>
          <p:nvPr>
            <p:ph type="sldNum" idx="10"/>
          </p:nvPr>
        </p:nvSpPr>
        <p:spPr>
          <a:ln/>
        </p:spPr>
        <p:txBody>
          <a:bodyPr/>
          <a:lstStyle>
            <a:lvl1pPr>
              <a:defRPr/>
            </a:lvl1pPr>
          </a:lstStyle>
          <a:p>
            <a:pPr>
              <a:defRPr/>
            </a:pPr>
            <a:fld id="{DDDD8902-9A7B-4A51-AE6D-B48BBA71F0FC}" type="slidenum">
              <a:rPr lang="it-IT" altLang="it-IT"/>
              <a:pPr>
                <a:defRPr/>
              </a:pPr>
              <a:t>‹N›</a:t>
            </a:fld>
            <a:endParaRPr lang="it-IT" altLang="it-IT"/>
          </a:p>
        </p:txBody>
      </p:sp>
    </p:spTree>
    <p:extLst>
      <p:ext uri="{BB962C8B-B14F-4D97-AF65-F5344CB8AC3E}">
        <p14:creationId xmlns:p14="http://schemas.microsoft.com/office/powerpoint/2010/main" val="1084021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FD723367-5047-394F-8B50-28578572BE8A}"/>
              </a:ext>
            </a:extLst>
          </p:cNvPr>
          <p:cNvSpPr>
            <a:spLocks noGrp="1" noChangeArrowheads="1"/>
          </p:cNvSpPr>
          <p:nvPr>
            <p:ph type="sldNum" idx="10"/>
          </p:nvPr>
        </p:nvSpPr>
        <p:spPr>
          <a:ln/>
        </p:spPr>
        <p:txBody>
          <a:bodyPr/>
          <a:lstStyle>
            <a:lvl1pPr>
              <a:defRPr/>
            </a:lvl1pPr>
          </a:lstStyle>
          <a:p>
            <a:pPr>
              <a:defRPr/>
            </a:pPr>
            <a:fld id="{BDC94B22-FA45-4C1B-8D6B-DA4773762454}" type="slidenum">
              <a:rPr lang="it-IT" altLang="it-IT"/>
              <a:pPr>
                <a:defRPr/>
              </a:pPr>
              <a:t>‹N›</a:t>
            </a:fld>
            <a:endParaRPr lang="it-IT" altLang="it-IT"/>
          </a:p>
        </p:txBody>
      </p:sp>
    </p:spTree>
    <p:extLst>
      <p:ext uri="{BB962C8B-B14F-4D97-AF65-F5344CB8AC3E}">
        <p14:creationId xmlns:p14="http://schemas.microsoft.com/office/powerpoint/2010/main" val="2387556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85775" y="258763"/>
            <a:ext cx="3198813" cy="1096962"/>
          </a:xfrm>
        </p:spPr>
        <p:txBody>
          <a:bodyPr anchor="b"/>
          <a:lstStyle>
            <a:lvl1pPr algn="l">
              <a:defRPr sz="2000" b="1"/>
            </a:lvl1pPr>
          </a:lstStyle>
          <a:p>
            <a:r>
              <a:rPr lang="en-US"/>
              <a:t>Click to edit Master title style</a:t>
            </a:r>
            <a:endParaRPr lang="it-IT"/>
          </a:p>
        </p:txBody>
      </p:sp>
      <p:sp>
        <p:nvSpPr>
          <p:cNvPr id="3" name="Content Placeholder 2"/>
          <p:cNvSpPr>
            <a:spLocks noGrp="1"/>
          </p:cNvSpPr>
          <p:nvPr>
            <p:ph idx="1"/>
          </p:nvPr>
        </p:nvSpPr>
        <p:spPr>
          <a:xfrm>
            <a:off x="3800475" y="258763"/>
            <a:ext cx="5434013" cy="5529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Text Placeholder 3"/>
          <p:cNvSpPr>
            <a:spLocks noGrp="1"/>
          </p:cNvSpPr>
          <p:nvPr>
            <p:ph type="body" sz="half" idx="2"/>
          </p:nvPr>
        </p:nvSpPr>
        <p:spPr>
          <a:xfrm>
            <a:off x="485775" y="1355725"/>
            <a:ext cx="3198813"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DB4A75A1-2DEB-FA1F-632E-227C4F5B68E0}"/>
              </a:ext>
            </a:extLst>
          </p:cNvPr>
          <p:cNvSpPr>
            <a:spLocks noGrp="1" noChangeArrowheads="1"/>
          </p:cNvSpPr>
          <p:nvPr>
            <p:ph type="sldNum" idx="10"/>
          </p:nvPr>
        </p:nvSpPr>
        <p:spPr>
          <a:ln/>
        </p:spPr>
        <p:txBody>
          <a:bodyPr/>
          <a:lstStyle>
            <a:lvl1pPr>
              <a:defRPr/>
            </a:lvl1pPr>
          </a:lstStyle>
          <a:p>
            <a:pPr>
              <a:defRPr/>
            </a:pPr>
            <a:fld id="{2ACA4877-5707-47B6-B5E0-0CF5CCD9C7F0}" type="slidenum">
              <a:rPr lang="it-IT" altLang="it-IT"/>
              <a:pPr>
                <a:defRPr/>
              </a:pPr>
              <a:t>‹N›</a:t>
            </a:fld>
            <a:endParaRPr lang="it-IT" altLang="it-IT"/>
          </a:p>
        </p:txBody>
      </p:sp>
    </p:spTree>
    <p:extLst>
      <p:ext uri="{BB962C8B-B14F-4D97-AF65-F5344CB8AC3E}">
        <p14:creationId xmlns:p14="http://schemas.microsoft.com/office/powerpoint/2010/main" val="3166383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05000" y="4535488"/>
            <a:ext cx="5832475" cy="536575"/>
          </a:xfrm>
        </p:spPr>
        <p:txBody>
          <a:bodyPr anchor="b"/>
          <a:lstStyle>
            <a:lvl1pPr algn="l">
              <a:defRPr sz="2000" b="1"/>
            </a:lvl1pPr>
          </a:lstStyle>
          <a:p>
            <a:r>
              <a:rPr lang="en-US"/>
              <a:t>Click to edit Master title style</a:t>
            </a:r>
            <a:endParaRPr lang="it-IT"/>
          </a:p>
        </p:txBody>
      </p:sp>
      <p:sp>
        <p:nvSpPr>
          <p:cNvPr id="3" name="Picture Placeholder 2"/>
          <p:cNvSpPr>
            <a:spLocks noGrp="1"/>
          </p:cNvSpPr>
          <p:nvPr>
            <p:ph type="pic" idx="1"/>
          </p:nvPr>
        </p:nvSpPr>
        <p:spPr>
          <a:xfrm>
            <a:off x="1905000" y="579438"/>
            <a:ext cx="5832475" cy="3887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t-IT" noProof="0"/>
          </a:p>
        </p:txBody>
      </p:sp>
      <p:sp>
        <p:nvSpPr>
          <p:cNvPr id="4" name="Text Placeholder 3"/>
          <p:cNvSpPr>
            <a:spLocks noGrp="1"/>
          </p:cNvSpPr>
          <p:nvPr>
            <p:ph type="body" sz="half" idx="2"/>
          </p:nvPr>
        </p:nvSpPr>
        <p:spPr>
          <a:xfrm>
            <a:off x="1905000" y="5072063"/>
            <a:ext cx="5832475" cy="760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CE9CC6D8-11C9-0E69-EE5C-048E7B6035AA}"/>
              </a:ext>
            </a:extLst>
          </p:cNvPr>
          <p:cNvSpPr>
            <a:spLocks noGrp="1" noChangeArrowheads="1"/>
          </p:cNvSpPr>
          <p:nvPr>
            <p:ph type="sldNum" idx="10"/>
          </p:nvPr>
        </p:nvSpPr>
        <p:spPr>
          <a:ln/>
        </p:spPr>
        <p:txBody>
          <a:bodyPr/>
          <a:lstStyle>
            <a:lvl1pPr>
              <a:defRPr/>
            </a:lvl1pPr>
          </a:lstStyle>
          <a:p>
            <a:pPr>
              <a:defRPr/>
            </a:pPr>
            <a:fld id="{BDF11ACB-B824-4729-89FC-289AE87338E7}" type="slidenum">
              <a:rPr lang="it-IT" altLang="it-IT"/>
              <a:pPr>
                <a:defRPr/>
              </a:pPr>
              <a:t>‹N›</a:t>
            </a:fld>
            <a:endParaRPr lang="it-IT" altLang="it-IT"/>
          </a:p>
        </p:txBody>
      </p:sp>
    </p:spTree>
    <p:extLst>
      <p:ext uri="{BB962C8B-B14F-4D97-AF65-F5344CB8AC3E}">
        <p14:creationId xmlns:p14="http://schemas.microsoft.com/office/powerpoint/2010/main" val="2532995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t-IT"/>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Rectangle 6">
            <a:extLst>
              <a:ext uri="{FF2B5EF4-FFF2-40B4-BE49-F238E27FC236}">
                <a16:creationId xmlns:a16="http://schemas.microsoft.com/office/drawing/2014/main" id="{37E03764-8824-C152-83D8-37E786712920}"/>
              </a:ext>
            </a:extLst>
          </p:cNvPr>
          <p:cNvSpPr>
            <a:spLocks noGrp="1" noChangeArrowheads="1"/>
          </p:cNvSpPr>
          <p:nvPr>
            <p:ph type="sldNum" idx="10"/>
          </p:nvPr>
        </p:nvSpPr>
        <p:spPr>
          <a:ln/>
        </p:spPr>
        <p:txBody>
          <a:bodyPr/>
          <a:lstStyle>
            <a:lvl1pPr>
              <a:defRPr/>
            </a:lvl1pPr>
          </a:lstStyle>
          <a:p>
            <a:pPr>
              <a:defRPr/>
            </a:pPr>
            <a:fld id="{A41BE6F1-660E-4DCA-ABA6-24A57754D806}" type="slidenum">
              <a:rPr lang="it-IT" altLang="it-IT"/>
              <a:pPr>
                <a:defRPr/>
              </a:pPr>
              <a:t>‹N›</a:t>
            </a:fld>
            <a:endParaRPr lang="it-IT" altLang="it-IT"/>
          </a:p>
        </p:txBody>
      </p:sp>
    </p:spTree>
    <p:extLst>
      <p:ext uri="{BB962C8B-B14F-4D97-AF65-F5344CB8AC3E}">
        <p14:creationId xmlns:p14="http://schemas.microsoft.com/office/powerpoint/2010/main" val="2158423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38963" y="215900"/>
            <a:ext cx="2203450" cy="5176838"/>
          </a:xfrm>
        </p:spPr>
        <p:txBody>
          <a:bodyPr vert="eaVert"/>
          <a:lstStyle/>
          <a:p>
            <a:r>
              <a:rPr lang="en-US"/>
              <a:t>Click to edit Master title style</a:t>
            </a:r>
            <a:endParaRPr lang="it-IT"/>
          </a:p>
        </p:txBody>
      </p:sp>
      <p:sp>
        <p:nvSpPr>
          <p:cNvPr id="3" name="Vertical Text Placeholder 2"/>
          <p:cNvSpPr>
            <a:spLocks noGrp="1"/>
          </p:cNvSpPr>
          <p:nvPr>
            <p:ph type="body" orient="vert" idx="1"/>
          </p:nvPr>
        </p:nvSpPr>
        <p:spPr>
          <a:xfrm>
            <a:off x="323850" y="215900"/>
            <a:ext cx="6462713" cy="5176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Rectangle 6">
            <a:extLst>
              <a:ext uri="{FF2B5EF4-FFF2-40B4-BE49-F238E27FC236}">
                <a16:creationId xmlns:a16="http://schemas.microsoft.com/office/drawing/2014/main" id="{0A57D1F4-0FE2-7A78-6076-AB1B6C2F070E}"/>
              </a:ext>
            </a:extLst>
          </p:cNvPr>
          <p:cNvSpPr>
            <a:spLocks noGrp="1" noChangeArrowheads="1"/>
          </p:cNvSpPr>
          <p:nvPr>
            <p:ph type="sldNum" idx="10"/>
          </p:nvPr>
        </p:nvSpPr>
        <p:spPr>
          <a:ln/>
        </p:spPr>
        <p:txBody>
          <a:bodyPr/>
          <a:lstStyle>
            <a:lvl1pPr>
              <a:defRPr/>
            </a:lvl1pPr>
          </a:lstStyle>
          <a:p>
            <a:pPr>
              <a:defRPr/>
            </a:pPr>
            <a:fld id="{78F25A88-10E9-4665-81D0-7E5ED2131019}" type="slidenum">
              <a:rPr lang="it-IT" altLang="it-IT"/>
              <a:pPr>
                <a:defRPr/>
              </a:pPr>
              <a:t>‹N›</a:t>
            </a:fld>
            <a:endParaRPr lang="it-IT" altLang="it-IT"/>
          </a:p>
        </p:txBody>
      </p:sp>
    </p:spTree>
    <p:extLst>
      <p:ext uri="{BB962C8B-B14F-4D97-AF65-F5344CB8AC3E}">
        <p14:creationId xmlns:p14="http://schemas.microsoft.com/office/powerpoint/2010/main" val="3684437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026" name="Group 1">
            <a:extLst>
              <a:ext uri="{FF2B5EF4-FFF2-40B4-BE49-F238E27FC236}">
                <a16:creationId xmlns:a16="http://schemas.microsoft.com/office/drawing/2014/main" id="{33E540EE-70A2-6180-FD92-5407BF3D5AE1}"/>
              </a:ext>
            </a:extLst>
          </p:cNvPr>
          <p:cNvGrpSpPr>
            <a:grpSpLocks/>
          </p:cNvGrpSpPr>
          <p:nvPr/>
        </p:nvGrpSpPr>
        <p:grpSpPr bwMode="auto">
          <a:xfrm>
            <a:off x="0" y="887413"/>
            <a:ext cx="9891713" cy="303212"/>
            <a:chOff x="0" y="559"/>
            <a:chExt cx="6231" cy="191"/>
          </a:xfrm>
        </p:grpSpPr>
        <p:sp>
          <p:nvSpPr>
            <p:cNvPr id="2" name="Rectangle 2">
              <a:extLst>
                <a:ext uri="{FF2B5EF4-FFF2-40B4-BE49-F238E27FC236}">
                  <a16:creationId xmlns:a16="http://schemas.microsoft.com/office/drawing/2014/main" id="{4D480217-31DB-0038-C5A1-FF88173A388F}"/>
                </a:ext>
              </a:extLst>
            </p:cNvPr>
            <p:cNvSpPr>
              <a:spLocks noChangeArrowheads="1"/>
            </p:cNvSpPr>
            <p:nvPr/>
          </p:nvSpPr>
          <p:spPr bwMode="auto">
            <a:xfrm>
              <a:off x="0" y="559"/>
              <a:ext cx="6231" cy="92"/>
            </a:xfrm>
            <a:prstGeom prst="rect">
              <a:avLst/>
            </a:prstGeom>
            <a:solidFill>
              <a:srgbClr val="E5405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Clr>
                  <a:srgbClr val="000000"/>
                </a:buClr>
                <a:buSzPct val="100000"/>
                <a:buFont typeface="Times New Roman" panose="02020603050405020304" pitchFamily="18" charset="0"/>
                <a:buNone/>
              </a:pPr>
              <a:endParaRPr lang="it-IT" altLang="it-IT"/>
            </a:p>
          </p:txBody>
        </p:sp>
        <p:sp>
          <p:nvSpPr>
            <p:cNvPr id="1031" name="Rectangle 3">
              <a:extLst>
                <a:ext uri="{FF2B5EF4-FFF2-40B4-BE49-F238E27FC236}">
                  <a16:creationId xmlns:a16="http://schemas.microsoft.com/office/drawing/2014/main" id="{DE5FA0EA-0180-5810-6B38-5E8379FB3D4C}"/>
                </a:ext>
              </a:extLst>
            </p:cNvPr>
            <p:cNvSpPr>
              <a:spLocks noChangeArrowheads="1"/>
            </p:cNvSpPr>
            <p:nvPr/>
          </p:nvSpPr>
          <p:spPr bwMode="auto">
            <a:xfrm>
              <a:off x="0" y="703"/>
              <a:ext cx="6231" cy="47"/>
            </a:xfrm>
            <a:prstGeom prst="rect">
              <a:avLst/>
            </a:prstGeom>
            <a:solidFill>
              <a:srgbClr val="E5405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Clr>
                  <a:srgbClr val="000000"/>
                </a:buClr>
                <a:buSzPct val="100000"/>
                <a:buFont typeface="Times New Roman" panose="02020603050405020304" pitchFamily="18" charset="0"/>
                <a:buNone/>
              </a:pPr>
              <a:endParaRPr lang="it-IT" altLang="it-IT"/>
            </a:p>
          </p:txBody>
        </p:sp>
      </p:grpSp>
      <p:sp>
        <p:nvSpPr>
          <p:cNvPr id="1027" name="Rectangle 4">
            <a:extLst>
              <a:ext uri="{FF2B5EF4-FFF2-40B4-BE49-F238E27FC236}">
                <a16:creationId xmlns:a16="http://schemas.microsoft.com/office/drawing/2014/main" id="{F1082D6D-2291-BCD5-CA7E-89F09652E440}"/>
              </a:ext>
            </a:extLst>
          </p:cNvPr>
          <p:cNvSpPr>
            <a:spLocks noGrp="1" noChangeArrowheads="1"/>
          </p:cNvSpPr>
          <p:nvPr>
            <p:ph type="title"/>
          </p:nvPr>
        </p:nvSpPr>
        <p:spPr bwMode="auto">
          <a:xfrm>
            <a:off x="323850" y="215900"/>
            <a:ext cx="784225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5000" rIns="90000" bIns="45000" numCol="1" anchor="t" anchorCtr="0" compatLnSpc="1">
            <a:prstTxWarp prst="textNoShape">
              <a:avLst/>
            </a:prstTxWarp>
          </a:bodyPr>
          <a:lstStyle/>
          <a:p>
            <a:pPr lvl="0"/>
            <a:r>
              <a:rPr lang="en-GB" altLang="it-IT"/>
              <a:t>Fate clic per modificare il formato del testo del titoloFare clic per modificare stile</a:t>
            </a:r>
          </a:p>
        </p:txBody>
      </p:sp>
      <p:sp>
        <p:nvSpPr>
          <p:cNvPr id="1028" name="Rectangle 5">
            <a:extLst>
              <a:ext uri="{FF2B5EF4-FFF2-40B4-BE49-F238E27FC236}">
                <a16:creationId xmlns:a16="http://schemas.microsoft.com/office/drawing/2014/main" id="{2D13C4DA-D01A-EDA5-97C5-3CB86194595B}"/>
              </a:ext>
            </a:extLst>
          </p:cNvPr>
          <p:cNvSpPr>
            <a:spLocks noGrp="1" noChangeArrowheads="1"/>
          </p:cNvSpPr>
          <p:nvPr>
            <p:ph type="body" idx="1"/>
          </p:nvPr>
        </p:nvSpPr>
        <p:spPr bwMode="auto">
          <a:xfrm>
            <a:off x="684213" y="1727200"/>
            <a:ext cx="8458200" cy="366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5000" rIns="90000" bIns="45000" numCol="1" anchor="t" anchorCtr="0" compatLnSpc="1">
            <a:prstTxWarp prst="textNoShape">
              <a:avLst/>
            </a:prstTxWarp>
          </a:bodyPr>
          <a:lstStyle/>
          <a:p>
            <a:pPr lvl="0"/>
            <a:r>
              <a:rPr lang="en-GB" altLang="it-IT"/>
              <a:t>Fate clic per modificare il formato del testo della struttura</a:t>
            </a:r>
          </a:p>
          <a:p>
            <a:pPr lvl="1"/>
            <a:r>
              <a:rPr lang="en-GB" altLang="it-IT"/>
              <a:t>Secondo livello struttura</a:t>
            </a:r>
          </a:p>
          <a:p>
            <a:pPr lvl="2"/>
            <a:r>
              <a:rPr lang="en-GB" altLang="it-IT"/>
              <a:t>Terzo livello struttura</a:t>
            </a:r>
          </a:p>
          <a:p>
            <a:pPr lvl="3"/>
            <a:r>
              <a:rPr lang="en-GB" altLang="it-IT"/>
              <a:t>Quarto livello struttura</a:t>
            </a:r>
          </a:p>
          <a:p>
            <a:pPr lvl="4"/>
            <a:r>
              <a:rPr lang="en-GB" altLang="it-IT"/>
              <a:t>Quinto livello struttura</a:t>
            </a:r>
          </a:p>
          <a:p>
            <a:pPr lvl="4"/>
            <a:r>
              <a:rPr lang="en-GB" altLang="it-IT"/>
              <a:t>Sesto livello struttura</a:t>
            </a:r>
          </a:p>
          <a:p>
            <a:pPr lvl="4"/>
            <a:r>
              <a:rPr lang="en-GB" altLang="it-IT"/>
              <a:t>Settimo livello struttura</a:t>
            </a:r>
          </a:p>
          <a:p>
            <a:pPr lvl="4"/>
            <a:r>
              <a:rPr lang="en-GB" altLang="it-IT"/>
              <a:t>Ottavo livello struttura</a:t>
            </a:r>
          </a:p>
          <a:p>
            <a:pPr lvl="0"/>
            <a:r>
              <a:rPr lang="en-GB" altLang="it-IT"/>
              <a:t>Nono livello strutturaFare clic per modificare gli stili del testo dello schema</a:t>
            </a:r>
          </a:p>
          <a:p>
            <a:pPr lvl="1"/>
            <a:r>
              <a:rPr lang="en-GB" altLang="it-IT"/>
              <a:t>Secondo livello</a:t>
            </a:r>
          </a:p>
          <a:p>
            <a:pPr lvl="2"/>
            <a:r>
              <a:rPr lang="en-GB" altLang="it-IT"/>
              <a:t>Terzo livello</a:t>
            </a:r>
          </a:p>
          <a:p>
            <a:pPr lvl="3"/>
            <a:r>
              <a:rPr lang="en-GB" altLang="it-IT"/>
              <a:t>Quarto livello</a:t>
            </a:r>
          </a:p>
          <a:p>
            <a:pPr lvl="4"/>
            <a:r>
              <a:rPr lang="en-GB" altLang="it-IT"/>
              <a:t>Quinto livello</a:t>
            </a:r>
          </a:p>
        </p:txBody>
      </p:sp>
      <p:sp>
        <p:nvSpPr>
          <p:cNvPr id="1030" name="Rectangle 6">
            <a:extLst>
              <a:ext uri="{FF2B5EF4-FFF2-40B4-BE49-F238E27FC236}">
                <a16:creationId xmlns:a16="http://schemas.microsoft.com/office/drawing/2014/main" id="{B9D0BED0-E8FE-684B-D4B6-71986F725EF9}"/>
              </a:ext>
            </a:extLst>
          </p:cNvPr>
          <p:cNvSpPr>
            <a:spLocks noGrp="1" noChangeArrowheads="1"/>
          </p:cNvSpPr>
          <p:nvPr>
            <p:ph type="sldNum"/>
          </p:nvPr>
        </p:nvSpPr>
        <p:spPr bwMode="auto">
          <a:xfrm>
            <a:off x="7005638" y="6026150"/>
            <a:ext cx="2330450" cy="430213"/>
          </a:xfrm>
          <a:prstGeom prst="rect">
            <a:avLst/>
          </a:prstGeom>
          <a:noFill/>
          <a:ln w="9525" cap="flat">
            <a:noFill/>
            <a:round/>
            <a:headEnd/>
            <a:tailEnd/>
          </a:ln>
          <a:effectLst/>
        </p:spPr>
        <p:txBody>
          <a:bodyPr vert="horz" wrap="square" lIns="90000" tIns="45000" rIns="90000" bIns="45000" numCol="1" anchor="t" anchorCtr="0" compatLnSpc="1">
            <a:prstTxWarp prst="textNoShape">
              <a:avLst/>
            </a:prstTxWarp>
          </a:bodyPr>
          <a:lstStyle>
            <a:lvl1pPr eaLnBrk="1" hangingPunct="1">
              <a:lnSpc>
                <a:spcPct val="100000"/>
              </a:lnSpc>
              <a:buClr>
                <a:srgbClr val="000000"/>
              </a:buClr>
              <a:buSzPct val="100000"/>
              <a:buFont typeface="Times New Roman" panose="02020603050405020304" pitchFamily="18" charset="0"/>
              <a:buNone/>
              <a:defRPr>
                <a:solidFill>
                  <a:srgbClr val="003366"/>
                </a:solidFill>
                <a:ea typeface="MS PGothic" panose="020B0600070205080204" pitchFamily="34" charset="-128"/>
              </a:defRPr>
            </a:lvl1pPr>
          </a:lstStyle>
          <a:p>
            <a:pPr>
              <a:defRPr/>
            </a:pPr>
            <a:fld id="{D37B7D55-0863-4664-87E5-E64A81A63BDE}" type="slidenum">
              <a:rPr lang="it-IT" altLang="it-IT"/>
              <a:pPr>
                <a:defRPr/>
              </a:pPr>
              <a:t>‹N›</a:t>
            </a:fld>
            <a:endParaRPr lang="it-IT" alt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49263" rtl="0" eaLnBrk="0" fontAlgn="base" hangingPunct="0">
        <a:lnSpc>
          <a:spcPct val="79000"/>
        </a:lnSpc>
        <a:spcBef>
          <a:spcPct val="0"/>
        </a:spcBef>
        <a:spcAft>
          <a:spcPct val="0"/>
        </a:spcAft>
        <a:buClr>
          <a:srgbClr val="000000"/>
        </a:buClr>
        <a:buSzPct val="100000"/>
        <a:buFont typeface="Times New Roman" panose="02020603050405020304" pitchFamily="18" charset="0"/>
        <a:defRPr sz="2400">
          <a:solidFill>
            <a:srgbClr val="003366"/>
          </a:solidFill>
          <a:latin typeface="+mj-lt"/>
          <a:ea typeface="+mj-ea"/>
          <a:cs typeface="+mj-cs"/>
        </a:defRPr>
      </a:lvl1pPr>
      <a:lvl2pPr algn="l" defTabSz="449263" rtl="0" eaLnBrk="0" fontAlgn="base" hangingPunct="0">
        <a:lnSpc>
          <a:spcPct val="79000"/>
        </a:lnSpc>
        <a:spcBef>
          <a:spcPct val="0"/>
        </a:spcBef>
        <a:spcAft>
          <a:spcPct val="0"/>
        </a:spcAft>
        <a:buClr>
          <a:srgbClr val="000000"/>
        </a:buClr>
        <a:buSzPct val="100000"/>
        <a:buFont typeface="Times New Roman" panose="02020603050405020304" pitchFamily="18" charset="0"/>
        <a:defRPr sz="2400">
          <a:solidFill>
            <a:srgbClr val="003366"/>
          </a:solidFill>
          <a:latin typeface="Arial" charset="0"/>
          <a:ea typeface="MS PGothic" charset="-128"/>
        </a:defRPr>
      </a:lvl2pPr>
      <a:lvl3pPr algn="l" defTabSz="449263" rtl="0" eaLnBrk="0" fontAlgn="base" hangingPunct="0">
        <a:lnSpc>
          <a:spcPct val="79000"/>
        </a:lnSpc>
        <a:spcBef>
          <a:spcPct val="0"/>
        </a:spcBef>
        <a:spcAft>
          <a:spcPct val="0"/>
        </a:spcAft>
        <a:buClr>
          <a:srgbClr val="000000"/>
        </a:buClr>
        <a:buSzPct val="100000"/>
        <a:buFont typeface="Times New Roman" panose="02020603050405020304" pitchFamily="18" charset="0"/>
        <a:defRPr sz="2400">
          <a:solidFill>
            <a:srgbClr val="003366"/>
          </a:solidFill>
          <a:latin typeface="Arial" charset="0"/>
          <a:ea typeface="MS PGothic" charset="-128"/>
        </a:defRPr>
      </a:lvl3pPr>
      <a:lvl4pPr algn="l" defTabSz="449263" rtl="0" eaLnBrk="0" fontAlgn="base" hangingPunct="0">
        <a:lnSpc>
          <a:spcPct val="79000"/>
        </a:lnSpc>
        <a:spcBef>
          <a:spcPct val="0"/>
        </a:spcBef>
        <a:spcAft>
          <a:spcPct val="0"/>
        </a:spcAft>
        <a:buClr>
          <a:srgbClr val="000000"/>
        </a:buClr>
        <a:buSzPct val="100000"/>
        <a:buFont typeface="Times New Roman" panose="02020603050405020304" pitchFamily="18" charset="0"/>
        <a:defRPr sz="2400">
          <a:solidFill>
            <a:srgbClr val="003366"/>
          </a:solidFill>
          <a:latin typeface="Arial" charset="0"/>
          <a:ea typeface="MS PGothic" charset="-128"/>
        </a:defRPr>
      </a:lvl4pPr>
      <a:lvl5pPr algn="l" defTabSz="449263" rtl="0" eaLnBrk="0" fontAlgn="base" hangingPunct="0">
        <a:lnSpc>
          <a:spcPct val="79000"/>
        </a:lnSpc>
        <a:spcBef>
          <a:spcPct val="0"/>
        </a:spcBef>
        <a:spcAft>
          <a:spcPct val="0"/>
        </a:spcAft>
        <a:buClr>
          <a:srgbClr val="000000"/>
        </a:buClr>
        <a:buSzPct val="100000"/>
        <a:buFont typeface="Times New Roman" panose="02020603050405020304" pitchFamily="18" charset="0"/>
        <a:defRPr sz="2400">
          <a:solidFill>
            <a:srgbClr val="003366"/>
          </a:solidFill>
          <a:latin typeface="Arial" charset="0"/>
          <a:ea typeface="MS PGothic" charset="-128"/>
        </a:defRPr>
      </a:lvl5pPr>
      <a:lvl6pPr marL="2514600" indent="-228600" algn="l" defTabSz="449263" rtl="0" fontAlgn="base" hangingPunct="0">
        <a:lnSpc>
          <a:spcPct val="79000"/>
        </a:lnSpc>
        <a:spcBef>
          <a:spcPct val="0"/>
        </a:spcBef>
        <a:spcAft>
          <a:spcPct val="0"/>
        </a:spcAft>
        <a:buClr>
          <a:srgbClr val="000000"/>
        </a:buClr>
        <a:buSzPct val="100000"/>
        <a:buFont typeface="Times New Roman" pitchFamily="16" charset="0"/>
        <a:defRPr sz="2400">
          <a:solidFill>
            <a:srgbClr val="003366"/>
          </a:solidFill>
          <a:latin typeface="Arial" charset="0"/>
          <a:ea typeface="MS PGothic" charset="-128"/>
        </a:defRPr>
      </a:lvl6pPr>
      <a:lvl7pPr marL="2971800" indent="-228600" algn="l" defTabSz="449263" rtl="0" fontAlgn="base" hangingPunct="0">
        <a:lnSpc>
          <a:spcPct val="79000"/>
        </a:lnSpc>
        <a:spcBef>
          <a:spcPct val="0"/>
        </a:spcBef>
        <a:spcAft>
          <a:spcPct val="0"/>
        </a:spcAft>
        <a:buClr>
          <a:srgbClr val="000000"/>
        </a:buClr>
        <a:buSzPct val="100000"/>
        <a:buFont typeface="Times New Roman" pitchFamily="16" charset="0"/>
        <a:defRPr sz="2400">
          <a:solidFill>
            <a:srgbClr val="003366"/>
          </a:solidFill>
          <a:latin typeface="Arial" charset="0"/>
          <a:ea typeface="MS PGothic" charset="-128"/>
        </a:defRPr>
      </a:lvl7pPr>
      <a:lvl8pPr marL="3429000" indent="-228600" algn="l" defTabSz="449263" rtl="0" fontAlgn="base" hangingPunct="0">
        <a:lnSpc>
          <a:spcPct val="79000"/>
        </a:lnSpc>
        <a:spcBef>
          <a:spcPct val="0"/>
        </a:spcBef>
        <a:spcAft>
          <a:spcPct val="0"/>
        </a:spcAft>
        <a:buClr>
          <a:srgbClr val="000000"/>
        </a:buClr>
        <a:buSzPct val="100000"/>
        <a:buFont typeface="Times New Roman" pitchFamily="16" charset="0"/>
        <a:defRPr sz="2400">
          <a:solidFill>
            <a:srgbClr val="003366"/>
          </a:solidFill>
          <a:latin typeface="Arial" charset="0"/>
          <a:ea typeface="MS PGothic" charset="-128"/>
        </a:defRPr>
      </a:lvl8pPr>
      <a:lvl9pPr marL="3886200" indent="-228600" algn="l" defTabSz="449263" rtl="0" fontAlgn="base" hangingPunct="0">
        <a:lnSpc>
          <a:spcPct val="79000"/>
        </a:lnSpc>
        <a:spcBef>
          <a:spcPct val="0"/>
        </a:spcBef>
        <a:spcAft>
          <a:spcPct val="0"/>
        </a:spcAft>
        <a:buClr>
          <a:srgbClr val="000000"/>
        </a:buClr>
        <a:buSzPct val="100000"/>
        <a:buFont typeface="Times New Roman" pitchFamily="16" charset="0"/>
        <a:defRPr sz="2400">
          <a:solidFill>
            <a:srgbClr val="003366"/>
          </a:solidFill>
          <a:latin typeface="Arial" charset="0"/>
          <a:ea typeface="MS PGothic" charset="-128"/>
        </a:defRPr>
      </a:lvl9pPr>
    </p:titleStyle>
    <p:bodyStyle>
      <a:lvl1pPr marL="342900" indent="-342900" algn="l" defTabSz="449263" rtl="0" eaLnBrk="0" fontAlgn="base" hangingPunct="0">
        <a:lnSpc>
          <a:spcPct val="93000"/>
        </a:lnSpc>
        <a:spcBef>
          <a:spcPct val="0"/>
        </a:spcBef>
        <a:spcAft>
          <a:spcPts val="1425"/>
        </a:spcAft>
        <a:buClr>
          <a:srgbClr val="000000"/>
        </a:buClr>
        <a:buSzPct val="100000"/>
        <a:buFont typeface="Times New Roman" panose="02020603050405020304" pitchFamily="18" charset="0"/>
        <a:defRPr sz="3200">
          <a:solidFill>
            <a:srgbClr val="000000"/>
          </a:solidFill>
          <a:latin typeface="+mn-lt"/>
          <a:ea typeface="+mn-ea"/>
          <a:cs typeface="+mn-cs"/>
        </a:defRPr>
      </a:lvl1pPr>
      <a:lvl2pPr marL="742950" indent="-285750" algn="l" defTabSz="449263" rtl="0" eaLnBrk="0" fontAlgn="base" hangingPunct="0">
        <a:lnSpc>
          <a:spcPct val="93000"/>
        </a:lnSpc>
        <a:spcBef>
          <a:spcPct val="0"/>
        </a:spcBef>
        <a:spcAft>
          <a:spcPts val="1138"/>
        </a:spcAft>
        <a:buClr>
          <a:srgbClr val="000000"/>
        </a:buClr>
        <a:buSzPct val="100000"/>
        <a:buFont typeface="Times New Roman" panose="02020603050405020304" pitchFamily="18" charset="0"/>
        <a:defRPr sz="2400">
          <a:solidFill>
            <a:srgbClr val="000000"/>
          </a:solidFill>
          <a:latin typeface="+mn-lt"/>
          <a:ea typeface="+mn-ea"/>
        </a:defRPr>
      </a:lvl2pPr>
      <a:lvl3pPr marL="1143000" indent="-228600" algn="l" defTabSz="449263" rtl="0" eaLnBrk="0" fontAlgn="base" hangingPunct="0">
        <a:lnSpc>
          <a:spcPct val="93000"/>
        </a:lnSpc>
        <a:spcBef>
          <a:spcPct val="0"/>
        </a:spcBef>
        <a:spcAft>
          <a:spcPts val="850"/>
        </a:spcAft>
        <a:buClr>
          <a:srgbClr val="000000"/>
        </a:buClr>
        <a:buSzPct val="100000"/>
        <a:buFont typeface="Times New Roman" panose="02020603050405020304" pitchFamily="18" charset="0"/>
        <a:defRPr sz="2000">
          <a:solidFill>
            <a:srgbClr val="000000"/>
          </a:solidFill>
          <a:latin typeface="+mn-lt"/>
          <a:ea typeface="+mn-ea"/>
        </a:defRPr>
      </a:lvl3pPr>
      <a:lvl4pPr marL="1600200" indent="-228600" algn="l" defTabSz="449263" rtl="0" eaLnBrk="0" fontAlgn="base" hangingPunct="0">
        <a:lnSpc>
          <a:spcPct val="93000"/>
        </a:lnSpc>
        <a:spcBef>
          <a:spcPct val="0"/>
        </a:spcBef>
        <a:spcAft>
          <a:spcPts val="575"/>
        </a:spcAft>
        <a:buClr>
          <a:srgbClr val="000000"/>
        </a:buClr>
        <a:buSzPct val="100000"/>
        <a:buFont typeface="Times New Roman" panose="02020603050405020304" pitchFamily="18" charset="0"/>
        <a:defRPr>
          <a:solidFill>
            <a:srgbClr val="000000"/>
          </a:solidFill>
          <a:latin typeface="+mn-lt"/>
          <a:ea typeface="+mn-ea"/>
        </a:defRPr>
      </a:lvl4pPr>
      <a:lvl5pPr marL="2057400" indent="-228600" algn="l" defTabSz="449263" rtl="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mn-lt"/>
          <a:ea typeface="+mn-ea"/>
        </a:defRPr>
      </a:lvl5pPr>
      <a:lvl6pPr marL="2514600" indent="-228600" algn="l" defTabSz="449263" rtl="0" fontAlgn="base" hangingPunct="0">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6pPr>
      <a:lvl7pPr marL="2971800" indent="-228600" algn="l" defTabSz="449263" rtl="0" fontAlgn="base" hangingPunct="0">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7pPr>
      <a:lvl8pPr marL="3429000" indent="-228600" algn="l" defTabSz="449263" rtl="0" fontAlgn="base" hangingPunct="0">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8pPr>
      <a:lvl9pPr marL="3886200" indent="-228600" algn="l" defTabSz="449263" rtl="0" fontAlgn="base" hangingPunct="0">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5.png"/><Relationship Id="rId5" Type="http://schemas.openxmlformats.org/officeDocument/2006/relationships/image" Target="../media/image2.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customXml" Target="../ink/ink6.xml"/><Relationship Id="rId5" Type="http://schemas.openxmlformats.org/officeDocument/2006/relationships/image" Target="../media/image7.png"/><Relationship Id="rId4" Type="http://schemas.openxmlformats.org/officeDocument/2006/relationships/customXml" Target="../ink/ink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customXml" Target="../ink/ink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customXml" Target="../ink/ink8.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customXml" Target="../ink/ink10.xml"/><Relationship Id="rId7" Type="http://schemas.openxmlformats.org/officeDocument/2006/relationships/customXml" Target="../ink/ink1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customXml" Target="../ink/ink11.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1.png"/><Relationship Id="rId7" Type="http://schemas.openxmlformats.org/officeDocument/2006/relationships/customXml" Target="../ink/ink15.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customXml" Target="../ink/ink14.xml"/><Relationship Id="rId5" Type="http://schemas.openxmlformats.org/officeDocument/2006/relationships/image" Target="../media/image7.png"/><Relationship Id="rId10" Type="http://schemas.openxmlformats.org/officeDocument/2006/relationships/image" Target="../media/image23.png"/><Relationship Id="rId4" Type="http://schemas.openxmlformats.org/officeDocument/2006/relationships/customXml" Target="../ink/ink13.xml"/><Relationship Id="rId9" Type="http://schemas.openxmlformats.org/officeDocument/2006/relationships/customXml" Target="../ink/ink16.xml"/></Relationships>
</file>

<file path=ppt/slides/_rels/slide16.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customXml" Target="../ink/ink21.xml"/><Relationship Id="rId18" Type="http://schemas.openxmlformats.org/officeDocument/2006/relationships/image" Target="../media/image30.png"/><Relationship Id="rId3" Type="http://schemas.openxmlformats.org/officeDocument/2006/relationships/image" Target="../media/image21.png"/><Relationship Id="rId7" Type="http://schemas.openxmlformats.org/officeDocument/2006/relationships/customXml" Target="../ink/ink18.xml"/><Relationship Id="rId12" Type="http://schemas.openxmlformats.org/officeDocument/2006/relationships/image" Target="../media/image7.png"/><Relationship Id="rId17" Type="http://schemas.openxmlformats.org/officeDocument/2006/relationships/customXml" Target="../ink/ink23.xml"/><Relationship Id="rId2" Type="http://schemas.openxmlformats.org/officeDocument/2006/relationships/notesSlide" Target="../notesSlides/notesSlide16.xml"/><Relationship Id="rId16"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customXml" Target="../ink/ink20.xml"/><Relationship Id="rId5" Type="http://schemas.openxmlformats.org/officeDocument/2006/relationships/customXml" Target="../ink/ink17.xml"/><Relationship Id="rId15" Type="http://schemas.openxmlformats.org/officeDocument/2006/relationships/customXml" Target="../ink/ink22.xml"/><Relationship Id="rId10" Type="http://schemas.openxmlformats.org/officeDocument/2006/relationships/image" Target="../media/image27.png"/><Relationship Id="rId4" Type="http://schemas.openxmlformats.org/officeDocument/2006/relationships/image" Target="../media/image24.png"/><Relationship Id="rId9" Type="http://schemas.openxmlformats.org/officeDocument/2006/relationships/customXml" Target="../ink/ink19.xml"/><Relationship Id="rId1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customXml" Target="../ink/ink24.xml"/><Relationship Id="rId5" Type="http://schemas.openxmlformats.org/officeDocument/2006/relationships/image" Target="../media/image31.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customXml" Target="../ink/ink30.xml"/><Relationship Id="rId18" Type="http://schemas.openxmlformats.org/officeDocument/2006/relationships/image" Target="../media/image38.png"/><Relationship Id="rId3" Type="http://schemas.openxmlformats.org/officeDocument/2006/relationships/image" Target="../media/image34.png"/><Relationship Id="rId7" Type="http://schemas.openxmlformats.org/officeDocument/2006/relationships/customXml" Target="../ink/ink27.xml"/><Relationship Id="rId12" Type="http://schemas.openxmlformats.org/officeDocument/2006/relationships/image" Target="../media/image35.png"/><Relationship Id="rId17" Type="http://schemas.openxmlformats.org/officeDocument/2006/relationships/customXml" Target="../ink/ink32.xml"/><Relationship Id="rId2" Type="http://schemas.openxmlformats.org/officeDocument/2006/relationships/notesSlide" Target="../notesSlides/notesSlide20.xml"/><Relationship Id="rId16"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customXml" Target="../ink/ink26.xml"/><Relationship Id="rId11" Type="http://schemas.openxmlformats.org/officeDocument/2006/relationships/customXml" Target="../ink/ink29.xml"/><Relationship Id="rId5" Type="http://schemas.openxmlformats.org/officeDocument/2006/relationships/image" Target="../media/image5.png"/><Relationship Id="rId15" Type="http://schemas.openxmlformats.org/officeDocument/2006/relationships/customXml" Target="../ink/ink31.xml"/><Relationship Id="rId10" Type="http://schemas.openxmlformats.org/officeDocument/2006/relationships/image" Target="../media/image9.png"/><Relationship Id="rId4" Type="http://schemas.openxmlformats.org/officeDocument/2006/relationships/customXml" Target="../ink/ink25.xml"/><Relationship Id="rId9" Type="http://schemas.openxmlformats.org/officeDocument/2006/relationships/customXml" Target="../ink/ink28.xml"/><Relationship Id="rId14" Type="http://schemas.openxmlformats.org/officeDocument/2006/relationships/image" Target="../media/image3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customXml" Target="../ink/ink34.xml"/><Relationship Id="rId5" Type="http://schemas.openxmlformats.org/officeDocument/2006/relationships/image" Target="../media/image7.png"/><Relationship Id="rId4" Type="http://schemas.openxmlformats.org/officeDocument/2006/relationships/customXml" Target="../ink/ink3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customXml" Target="../ink/ink39.xml"/><Relationship Id="rId3" Type="http://schemas.openxmlformats.org/officeDocument/2006/relationships/customXml" Target="../ink/ink35.xml"/><Relationship Id="rId7" Type="http://schemas.openxmlformats.org/officeDocument/2006/relationships/customXml" Target="../ink/ink38.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customXml" Target="../ink/ink37.xml"/><Relationship Id="rId5" Type="http://schemas.openxmlformats.org/officeDocument/2006/relationships/customXml" Target="../ink/ink36.xml"/><Relationship Id="rId4" Type="http://schemas.openxmlformats.org/officeDocument/2006/relationships/image" Target="../media/image5.png"/><Relationship Id="rId9" Type="http://schemas.openxmlformats.org/officeDocument/2006/relationships/image" Target="../media/image42.png"/></Relationships>
</file>

<file path=ppt/slides/_rels/slide26.xml.rels><?xml version="1.0" encoding="UTF-8" standalone="yes"?>
<Relationships xmlns="http://schemas.openxmlformats.org/package/2006/relationships"><Relationship Id="rId8" Type="http://schemas.openxmlformats.org/officeDocument/2006/relationships/customXml" Target="../ink/ink42.xml"/><Relationship Id="rId3" Type="http://schemas.openxmlformats.org/officeDocument/2006/relationships/image" Target="../media/image43.png"/><Relationship Id="rId7" Type="http://schemas.openxmlformats.org/officeDocument/2006/relationships/customXml" Target="../ink/ink41.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customXml" Target="../ink/ink40.xml"/><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customXml" Target="../ink/ink43.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customXml" Target="../ink/ink44.xm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customXml" Target="../ink/ink45.xml"/><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50.png"/><Relationship Id="rId7" Type="http://schemas.openxmlformats.org/officeDocument/2006/relationships/customXml" Target="../ink/ink47.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customXml" Target="../ink/ink46.xml"/><Relationship Id="rId10" Type="http://schemas.openxmlformats.org/officeDocument/2006/relationships/image" Target="../media/image52.png"/><Relationship Id="rId4" Type="http://schemas.openxmlformats.org/officeDocument/2006/relationships/image" Target="../media/image51.png"/><Relationship Id="rId9" Type="http://schemas.openxmlformats.org/officeDocument/2006/relationships/customXml" Target="../ink/ink48.xml"/></Relationships>
</file>

<file path=ppt/slides/_rels/slide31.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customXml" Target="../ink/ink50.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customXml" Target="../ink/ink49.xml"/><Relationship Id="rId4" Type="http://schemas.openxmlformats.org/officeDocument/2006/relationships/image" Target="../media/image53.png"/></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58.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customXml" Target="../ink/ink52.xml"/><Relationship Id="rId5" Type="http://schemas.openxmlformats.org/officeDocument/2006/relationships/image" Target="../media/image57.png"/><Relationship Id="rId4" Type="http://schemas.openxmlformats.org/officeDocument/2006/relationships/customXml" Target="../ink/ink5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customXml" Target="../ink/ink53.xml"/><Relationship Id="rId7" Type="http://schemas.openxmlformats.org/officeDocument/2006/relationships/customXml" Target="../ink/ink56.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customXml" Target="../ink/ink55.xml"/><Relationship Id="rId5" Type="http://schemas.openxmlformats.org/officeDocument/2006/relationships/customXml" Target="../ink/ink54.xml"/><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1">
            <a:extLst>
              <a:ext uri="{FF2B5EF4-FFF2-40B4-BE49-F238E27FC236}">
                <a16:creationId xmlns:a16="http://schemas.microsoft.com/office/drawing/2014/main" id="{B4489881-1ACA-A5AF-1D01-2F256894F121}"/>
              </a:ext>
            </a:extLst>
          </p:cNvPr>
          <p:cNvSpPr txBox="1">
            <a:spLocks noChangeArrowheads="1"/>
          </p:cNvSpPr>
          <p:nvPr/>
        </p:nvSpPr>
        <p:spPr bwMode="auto">
          <a:xfrm>
            <a:off x="792163" y="1008063"/>
            <a:ext cx="7843837" cy="5176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28224" rIns="0" bIns="0" anchor="ctr"/>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Arial" panose="020B0604020202020204" pitchFamily="34" charset="0"/>
                <a:ea typeface="MS PGothic" panose="020B0600070205080204" pitchFamily="34" charset="-128"/>
              </a:defRPr>
            </a:lvl9pPr>
          </a:lstStyle>
          <a:p>
            <a:pPr algn="ctr" eaLnBrk="1">
              <a:spcAft>
                <a:spcPct val="0"/>
              </a:spcAft>
            </a:pPr>
            <a:endParaRPr lang="it-IT" altLang="it-IT">
              <a:solidFill>
                <a:srgbClr val="FF3333"/>
              </a:solidFill>
              <a:ea typeface="Microsoft YaHei" panose="020B0503020204020204" pitchFamily="34" charset="-122"/>
            </a:endParaRPr>
          </a:p>
        </p:txBody>
      </p:sp>
      <p:sp>
        <p:nvSpPr>
          <p:cNvPr id="3075" name="Title 2">
            <a:extLst>
              <a:ext uri="{FF2B5EF4-FFF2-40B4-BE49-F238E27FC236}">
                <a16:creationId xmlns:a16="http://schemas.microsoft.com/office/drawing/2014/main" id="{439DA748-F4DD-61C4-D5F2-7B6BD5FC54FF}"/>
              </a:ext>
            </a:extLst>
          </p:cNvPr>
          <p:cNvSpPr>
            <a:spLocks noGrp="1" noChangeArrowheads="1"/>
          </p:cNvSpPr>
          <p:nvPr>
            <p:ph type="ctrTitle"/>
          </p:nvPr>
        </p:nvSpPr>
        <p:spPr>
          <a:xfrm>
            <a:off x="728663" y="2012950"/>
            <a:ext cx="8262937" cy="2019300"/>
          </a:xfrm>
        </p:spPr>
        <p:txBody>
          <a:bodyPr/>
          <a:lstStyle/>
          <a:p>
            <a:pPr algn="ctr" eaLnBrk="1"/>
            <a:r>
              <a:rPr lang="it-IT" altLang="it-IT" sz="5400">
                <a:solidFill>
                  <a:srgbClr val="FF3333"/>
                </a:solidFill>
              </a:rPr>
              <a:t>Macchine sequenziali notevoli: </a:t>
            </a:r>
            <a:br>
              <a:rPr lang="it-IT" altLang="it-IT" sz="5400">
                <a:solidFill>
                  <a:srgbClr val="FF3333"/>
                </a:solidFill>
              </a:rPr>
            </a:br>
            <a:r>
              <a:rPr lang="it-IT" altLang="it-IT" sz="5400">
                <a:solidFill>
                  <a:srgbClr val="FF3333"/>
                </a:solidFill>
              </a:rPr>
              <a:t>registri e contatori</a:t>
            </a:r>
            <a:endParaRPr lang="it-IT" altLang="it-IT"/>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1">
            <a:extLst>
              <a:ext uri="{FF2B5EF4-FFF2-40B4-BE49-F238E27FC236}">
                <a16:creationId xmlns:a16="http://schemas.microsoft.com/office/drawing/2014/main" id="{AF30A3CA-BF41-DD08-7E31-A00FEBF03633}"/>
              </a:ext>
            </a:extLst>
          </p:cNvPr>
          <p:cNvSpPr txBox="1">
            <a:spLocks noChangeArrowheads="1"/>
          </p:cNvSpPr>
          <p:nvPr/>
        </p:nvSpPr>
        <p:spPr bwMode="auto">
          <a:xfrm>
            <a:off x="7005638" y="6026150"/>
            <a:ext cx="23320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pPr>
            <a:fld id="{DE85D3D1-64BA-4CC6-B4EA-1A7D9AAE408B}" type="slidenum">
              <a:rPr lang="it-IT" altLang="it-IT" sz="1400">
                <a:solidFill>
                  <a:srgbClr val="003366"/>
                </a:solidFill>
              </a:rPr>
              <a:pPr eaLnBrk="1" hangingPunct="1">
                <a:lnSpc>
                  <a:spcPct val="100000"/>
                </a:lnSpc>
                <a:spcAft>
                  <a:spcPct val="0"/>
                </a:spcAft>
              </a:pPr>
              <a:t>2</a:t>
            </a:fld>
            <a:endParaRPr lang="it-IT" altLang="it-IT" sz="1400">
              <a:solidFill>
                <a:srgbClr val="003366"/>
              </a:solidFill>
            </a:endParaRPr>
          </a:p>
        </p:txBody>
      </p:sp>
      <p:sp>
        <p:nvSpPr>
          <p:cNvPr id="5123" name="Rectangle 2">
            <a:extLst>
              <a:ext uri="{FF2B5EF4-FFF2-40B4-BE49-F238E27FC236}">
                <a16:creationId xmlns:a16="http://schemas.microsoft.com/office/drawing/2014/main" id="{4C623CFF-8CAF-1E6B-C428-E402F218976D}"/>
              </a:ext>
            </a:extLst>
          </p:cNvPr>
          <p:cNvSpPr>
            <a:spLocks noGrp="1" noChangeArrowheads="1"/>
          </p:cNvSpPr>
          <p:nvPr>
            <p:ph type="title"/>
          </p:nvPr>
        </p:nvSpPr>
        <p:spPr>
          <a:xfrm>
            <a:off x="323850" y="215900"/>
            <a:ext cx="7843838"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Lst>
            </a:pPr>
            <a:r>
              <a:rPr lang="en-GB" altLang="it-IT" sz="4000">
                <a:solidFill>
                  <a:srgbClr val="FF0000"/>
                </a:solidFill>
              </a:rPr>
              <a:t>Registri</a:t>
            </a:r>
          </a:p>
        </p:txBody>
      </p:sp>
      <p:sp>
        <p:nvSpPr>
          <p:cNvPr id="5124" name="Text Box 3">
            <a:extLst>
              <a:ext uri="{FF2B5EF4-FFF2-40B4-BE49-F238E27FC236}">
                <a16:creationId xmlns:a16="http://schemas.microsoft.com/office/drawing/2014/main" id="{4D6486E5-7E9E-F545-543C-307779D73424}"/>
              </a:ext>
            </a:extLst>
          </p:cNvPr>
          <p:cNvSpPr txBox="1">
            <a:spLocks noChangeArrowheads="1"/>
          </p:cNvSpPr>
          <p:nvPr/>
        </p:nvSpPr>
        <p:spPr bwMode="auto">
          <a:xfrm>
            <a:off x="468313" y="1295400"/>
            <a:ext cx="8783637" cy="468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1313">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9pPr>
          </a:lstStyle>
          <a:p>
            <a:pPr algn="just" eaLnBrk="1" hangingPunct="1">
              <a:lnSpc>
                <a:spcPct val="90000"/>
              </a:lnSpc>
              <a:spcBef>
                <a:spcPts val="638"/>
              </a:spcBef>
              <a:spcAft>
                <a:spcPct val="0"/>
              </a:spcAft>
              <a:buClr>
                <a:srgbClr val="003366"/>
              </a:buClr>
              <a:buSzPct val="45000"/>
              <a:buFont typeface="Wingdings" panose="05000000000000000000" pitchFamily="2" charset="2"/>
              <a:buChar char="w"/>
            </a:pPr>
            <a:r>
              <a:rPr lang="en-GB" altLang="it-IT" sz="2800"/>
              <a:t>I registri sono circuiti sequenziali ampiamente utilizzati nei calcolatori per immagazzinare informazioni</a:t>
            </a:r>
          </a:p>
          <a:p>
            <a:pPr algn="just" eaLnBrk="1" hangingPunct="1">
              <a:lnSpc>
                <a:spcPct val="90000"/>
              </a:lnSpc>
              <a:spcBef>
                <a:spcPts val="638"/>
              </a:spcBef>
              <a:spcAft>
                <a:spcPct val="0"/>
              </a:spcAft>
              <a:buClr>
                <a:srgbClr val="003366"/>
              </a:buClr>
              <a:buSzPct val="45000"/>
              <a:buFont typeface="Wingdings" panose="05000000000000000000" pitchFamily="2" charset="2"/>
              <a:buChar char="w"/>
            </a:pPr>
            <a:r>
              <a:rPr lang="en-GB" altLang="it-IT" sz="2800"/>
              <a:t>Un registro è composto in generale da un insieme di flip-flop, che memorizzano i dati, e da un insieme di porte logiche che implementano opportune transizioni di stato (determinano il dato che deve essere trasferito nei flip-flop)</a:t>
            </a:r>
          </a:p>
          <a:p>
            <a:pPr algn="just" eaLnBrk="1" hangingPunct="1">
              <a:lnSpc>
                <a:spcPct val="90000"/>
              </a:lnSpc>
              <a:spcBef>
                <a:spcPts val="638"/>
              </a:spcBef>
              <a:spcAft>
                <a:spcPct val="0"/>
              </a:spcAft>
              <a:buClr>
                <a:srgbClr val="003366"/>
              </a:buClr>
              <a:buSzPct val="45000"/>
              <a:buFont typeface="Wingdings" panose="05000000000000000000" pitchFamily="2" charset="2"/>
              <a:buChar char="w"/>
            </a:pPr>
            <a:r>
              <a:rPr lang="en-GB" altLang="it-IT" sz="2800"/>
              <a:t>I registri possono essere classificati in base alla modalità con cui i dati sono scritti e letti: in entrambi i casi le modalità possibili sono</a:t>
            </a:r>
            <a:r>
              <a:rPr lang="en-GB" altLang="it-IT" sz="2800" i="1"/>
              <a:t> in parallelo</a:t>
            </a:r>
            <a:r>
              <a:rPr lang="en-GB" altLang="it-IT" sz="2800"/>
              <a:t> o </a:t>
            </a:r>
            <a:r>
              <a:rPr lang="en-GB" altLang="it-IT" sz="2800" i="1"/>
              <a:t>in serie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A317BA9E-CEFA-19E7-4DF8-978BDD62245D}"/>
              </a:ext>
            </a:extLst>
          </p:cNvPr>
          <p:cNvSpPr>
            <a:spLocks noGrp="1" noChangeArrowheads="1"/>
          </p:cNvSpPr>
          <p:nvPr>
            <p:ph type="title"/>
          </p:nvPr>
        </p:nvSpPr>
        <p:spPr>
          <a:xfrm>
            <a:off x="323850" y="215900"/>
            <a:ext cx="7843838"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Lst>
            </a:pPr>
            <a:r>
              <a:rPr lang="en-GB" altLang="it-IT" sz="4000">
                <a:solidFill>
                  <a:srgbClr val="FF0000"/>
                </a:solidFill>
              </a:rPr>
              <a:t>Registro parallelo-parallelo</a:t>
            </a:r>
          </a:p>
        </p:txBody>
      </p:sp>
      <p:sp>
        <p:nvSpPr>
          <p:cNvPr id="7171" name="Text Box 3">
            <a:extLst>
              <a:ext uri="{FF2B5EF4-FFF2-40B4-BE49-F238E27FC236}">
                <a16:creationId xmlns:a16="http://schemas.microsoft.com/office/drawing/2014/main" id="{961524D9-579A-B51F-1FB2-A83284AE5DD0}"/>
              </a:ext>
            </a:extLst>
          </p:cNvPr>
          <p:cNvSpPr txBox="1">
            <a:spLocks noChangeArrowheads="1"/>
          </p:cNvSpPr>
          <p:nvPr/>
        </p:nvSpPr>
        <p:spPr bwMode="auto">
          <a:xfrm>
            <a:off x="252413" y="1223963"/>
            <a:ext cx="9251950"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431800" indent="-323850">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Arial" panose="020B0604020202020204" pitchFamily="34" charset="0"/>
                <a:ea typeface="MS PGothic" panose="020B0600070205080204" pitchFamily="34" charset="-128"/>
              </a:defRPr>
            </a:lvl1pPr>
            <a:lvl2pPr marL="863600" indent="-323850">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9pPr>
          </a:lstStyle>
          <a:p>
            <a:pPr eaLnBrk="1">
              <a:lnSpc>
                <a:spcPct val="100000"/>
              </a:lnSpc>
              <a:buSzPct val="45000"/>
              <a:buFont typeface="Wingdings" panose="05000000000000000000" pitchFamily="2" charset="2"/>
              <a:buChar char=""/>
            </a:pPr>
            <a:r>
              <a:rPr lang="en-GB" altLang="it-IT" sz="2400"/>
              <a:t>Il registro parallelo-parallelo è composto solo da flip-flop </a:t>
            </a:r>
          </a:p>
          <a:p>
            <a:pPr eaLnBrk="1">
              <a:lnSpc>
                <a:spcPct val="100000"/>
              </a:lnSpc>
              <a:buSzPct val="45000"/>
              <a:buFont typeface="Wingdings" panose="05000000000000000000" pitchFamily="2" charset="2"/>
              <a:buChar char=""/>
            </a:pPr>
            <a:r>
              <a:rPr lang="en-GB" altLang="it-IT" sz="2400"/>
              <a:t>I flip-flop sono sincronizzati sul fronte di un clock (in modo che la lettura da tutti i flip-flop avvenga nello stesso istante) </a:t>
            </a:r>
          </a:p>
          <a:p>
            <a:pPr lvl="1" eaLnBrk="1">
              <a:lnSpc>
                <a:spcPct val="100000"/>
              </a:lnSpc>
              <a:buSzPct val="75000"/>
              <a:buFont typeface="Symbol" panose="05050102010706020507" pitchFamily="18" charset="2"/>
              <a:buChar char=""/>
            </a:pPr>
            <a:r>
              <a:rPr lang="en-GB" altLang="it-IT" sz="2000"/>
              <a:t>I valori binari presenti sugli ingressi sono memorizzati nei flip-flop</a:t>
            </a:r>
          </a:p>
          <a:p>
            <a:pPr lvl="1" eaLnBrk="1">
              <a:lnSpc>
                <a:spcPct val="100000"/>
              </a:lnSpc>
              <a:buSzPct val="75000"/>
              <a:buFont typeface="Symbol" panose="05050102010706020507" pitchFamily="18" charset="2"/>
              <a:buChar char=""/>
            </a:pPr>
            <a:r>
              <a:rPr lang="en-GB" altLang="it-IT" sz="2000"/>
              <a:t>Le uscite possono essere esaminate per leggere il contenuto del registro</a:t>
            </a:r>
            <a:endParaRPr lang="en-GB" altLang="it-IT"/>
          </a:p>
        </p:txBody>
      </p:sp>
      <p:pic>
        <p:nvPicPr>
          <p:cNvPr id="7172" name="Picture 4">
            <a:extLst>
              <a:ext uri="{FF2B5EF4-FFF2-40B4-BE49-F238E27FC236}">
                <a16:creationId xmlns:a16="http://schemas.microsoft.com/office/drawing/2014/main" id="{E22296D3-0317-2DB9-5888-916267E5F5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3754438"/>
            <a:ext cx="6281737" cy="220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mc:AlternateContent xmlns:mc="http://schemas.openxmlformats.org/markup-compatibility/2006" xmlns:p14="http://schemas.microsoft.com/office/powerpoint/2010/main">
        <mc:Choice Requires="p14">
          <p:contentPart p14:bwMode="auto" r:id="rId4">
            <p14:nvContentPartPr>
              <p14:cNvPr id="43" name="Input penna 42">
                <a:extLst>
                  <a:ext uri="{FF2B5EF4-FFF2-40B4-BE49-F238E27FC236}">
                    <a16:creationId xmlns:a16="http://schemas.microsoft.com/office/drawing/2014/main" id="{A1C740B8-5D20-6647-806A-83BA899BDEE0}"/>
                  </a:ext>
                </a:extLst>
              </p14:cNvPr>
              <p14:cNvContentPartPr/>
              <p14:nvPr/>
            </p14:nvContentPartPr>
            <p14:xfrm>
              <a:off x="6078540" y="3669825"/>
              <a:ext cx="15120" cy="6840"/>
            </p14:xfrm>
          </p:contentPart>
        </mc:Choice>
        <mc:Fallback xmlns="">
          <p:pic>
            <p:nvPicPr>
              <p:cNvPr id="43" name="Input penna 42">
                <a:extLst>
                  <a:ext uri="{FF2B5EF4-FFF2-40B4-BE49-F238E27FC236}">
                    <a16:creationId xmlns:a16="http://schemas.microsoft.com/office/drawing/2014/main" id="{A1C740B8-5D20-6647-806A-83BA899BDEE0}"/>
                  </a:ext>
                </a:extLst>
              </p:cNvPr>
              <p:cNvPicPr/>
              <p:nvPr/>
            </p:nvPicPr>
            <p:blipFill>
              <a:blip r:embed="rId5"/>
              <a:stretch>
                <a:fillRect/>
              </a:stretch>
            </p:blipFill>
            <p:spPr>
              <a:xfrm>
                <a:off x="6069540" y="3660825"/>
                <a:ext cx="3276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4" name="Input penna 43">
                <a:extLst>
                  <a:ext uri="{FF2B5EF4-FFF2-40B4-BE49-F238E27FC236}">
                    <a16:creationId xmlns:a16="http://schemas.microsoft.com/office/drawing/2014/main" id="{91B8BF10-8531-A51C-6E45-49A394C4F252}"/>
                  </a:ext>
                </a:extLst>
              </p14:cNvPr>
              <p14:cNvContentPartPr/>
              <p14:nvPr/>
            </p14:nvContentPartPr>
            <p14:xfrm>
              <a:off x="1991100" y="2412705"/>
              <a:ext cx="254160" cy="44640"/>
            </p14:xfrm>
          </p:contentPart>
        </mc:Choice>
        <mc:Fallback xmlns="">
          <p:pic>
            <p:nvPicPr>
              <p:cNvPr id="44" name="Input penna 43">
                <a:extLst>
                  <a:ext uri="{FF2B5EF4-FFF2-40B4-BE49-F238E27FC236}">
                    <a16:creationId xmlns:a16="http://schemas.microsoft.com/office/drawing/2014/main" id="{91B8BF10-8531-A51C-6E45-49A394C4F252}"/>
                  </a:ext>
                </a:extLst>
              </p:cNvPr>
              <p:cNvPicPr/>
              <p:nvPr/>
            </p:nvPicPr>
            <p:blipFill>
              <a:blip r:embed="rId7"/>
              <a:stretch>
                <a:fillRect/>
              </a:stretch>
            </p:blipFill>
            <p:spPr>
              <a:xfrm>
                <a:off x="1982100" y="2403705"/>
                <a:ext cx="27180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181" name="Input penna 7180">
                <a:extLst>
                  <a:ext uri="{FF2B5EF4-FFF2-40B4-BE49-F238E27FC236}">
                    <a16:creationId xmlns:a16="http://schemas.microsoft.com/office/drawing/2014/main" id="{907656AD-EACB-CF0D-AA2C-A5C2A42C968F}"/>
                  </a:ext>
                </a:extLst>
              </p14:cNvPr>
              <p14:cNvContentPartPr/>
              <p14:nvPr/>
            </p14:nvContentPartPr>
            <p14:xfrm>
              <a:off x="5215620" y="3724545"/>
              <a:ext cx="5040" cy="6120"/>
            </p14:xfrm>
          </p:contentPart>
        </mc:Choice>
        <mc:Fallback xmlns="">
          <p:pic>
            <p:nvPicPr>
              <p:cNvPr id="7181" name="Input penna 7180">
                <a:extLst>
                  <a:ext uri="{FF2B5EF4-FFF2-40B4-BE49-F238E27FC236}">
                    <a16:creationId xmlns:a16="http://schemas.microsoft.com/office/drawing/2014/main" id="{907656AD-EACB-CF0D-AA2C-A5C2A42C968F}"/>
                  </a:ext>
                </a:extLst>
              </p:cNvPr>
              <p:cNvPicPr/>
              <p:nvPr/>
            </p:nvPicPr>
            <p:blipFill>
              <a:blip r:embed="rId9"/>
              <a:stretch>
                <a:fillRect/>
              </a:stretch>
            </p:blipFill>
            <p:spPr>
              <a:xfrm>
                <a:off x="5206620" y="3715545"/>
                <a:ext cx="2268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271" name="Input penna 7270">
                <a:extLst>
                  <a:ext uri="{FF2B5EF4-FFF2-40B4-BE49-F238E27FC236}">
                    <a16:creationId xmlns:a16="http://schemas.microsoft.com/office/drawing/2014/main" id="{6CD4F230-B229-0A7D-529B-245F36F4B044}"/>
                  </a:ext>
                </a:extLst>
              </p14:cNvPr>
              <p14:cNvContentPartPr/>
              <p14:nvPr/>
            </p14:nvContentPartPr>
            <p14:xfrm>
              <a:off x="7257540" y="4868265"/>
              <a:ext cx="360" cy="360"/>
            </p14:xfrm>
          </p:contentPart>
        </mc:Choice>
        <mc:Fallback xmlns="">
          <p:pic>
            <p:nvPicPr>
              <p:cNvPr id="7271" name="Input penna 7270">
                <a:extLst>
                  <a:ext uri="{FF2B5EF4-FFF2-40B4-BE49-F238E27FC236}">
                    <a16:creationId xmlns:a16="http://schemas.microsoft.com/office/drawing/2014/main" id="{6CD4F230-B229-0A7D-529B-245F36F4B044}"/>
                  </a:ext>
                </a:extLst>
              </p:cNvPr>
              <p:cNvPicPr/>
              <p:nvPr/>
            </p:nvPicPr>
            <p:blipFill>
              <a:blip r:embed="rId11"/>
              <a:stretch>
                <a:fillRect/>
              </a:stretch>
            </p:blipFill>
            <p:spPr>
              <a:xfrm>
                <a:off x="7248540" y="4859265"/>
                <a:ext cx="18000" cy="18000"/>
              </a:xfrm>
              <a:prstGeom prst="rect">
                <a:avLst/>
              </a:prstGeom>
            </p:spPr>
          </p:pic>
        </mc:Fallback>
      </mc:AlternateContent>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1">
            <a:extLst>
              <a:ext uri="{FF2B5EF4-FFF2-40B4-BE49-F238E27FC236}">
                <a16:creationId xmlns:a16="http://schemas.microsoft.com/office/drawing/2014/main" id="{784677ED-727A-09B0-A634-896D5123EE2C}"/>
              </a:ext>
            </a:extLst>
          </p:cNvPr>
          <p:cNvSpPr txBox="1">
            <a:spLocks noChangeArrowheads="1"/>
          </p:cNvSpPr>
          <p:nvPr/>
        </p:nvSpPr>
        <p:spPr bwMode="auto">
          <a:xfrm>
            <a:off x="7005638" y="6026150"/>
            <a:ext cx="23320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pPr>
            <a:fld id="{9B69F873-F9A8-49ED-BF3C-24B91E9A534C}" type="slidenum">
              <a:rPr lang="it-IT" altLang="it-IT" sz="1400">
                <a:solidFill>
                  <a:srgbClr val="003366"/>
                </a:solidFill>
              </a:rPr>
              <a:pPr eaLnBrk="1" hangingPunct="1">
                <a:lnSpc>
                  <a:spcPct val="100000"/>
                </a:lnSpc>
                <a:spcAft>
                  <a:spcPct val="0"/>
                </a:spcAft>
              </a:pPr>
              <a:t>4</a:t>
            </a:fld>
            <a:endParaRPr lang="it-IT" altLang="it-IT" sz="1400">
              <a:solidFill>
                <a:srgbClr val="003366"/>
              </a:solidFill>
            </a:endParaRPr>
          </a:p>
        </p:txBody>
      </p:sp>
      <p:sp>
        <p:nvSpPr>
          <p:cNvPr id="9219" name="Rectangle 2">
            <a:extLst>
              <a:ext uri="{FF2B5EF4-FFF2-40B4-BE49-F238E27FC236}">
                <a16:creationId xmlns:a16="http://schemas.microsoft.com/office/drawing/2014/main" id="{E1A69879-A0C4-5A8E-366C-DAC30DC8D365}"/>
              </a:ext>
            </a:extLst>
          </p:cNvPr>
          <p:cNvSpPr>
            <a:spLocks noGrp="1" noChangeArrowheads="1"/>
          </p:cNvSpPr>
          <p:nvPr>
            <p:ph type="title"/>
          </p:nvPr>
        </p:nvSpPr>
        <p:spPr>
          <a:xfrm>
            <a:off x="215900" y="217488"/>
            <a:ext cx="9288463" cy="503237"/>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it-IT" sz="3200">
                <a:solidFill>
                  <a:srgbClr val="FF0000"/>
                </a:solidFill>
              </a:rPr>
              <a:t>Registro a scorrimento o shift register (serie-serie)</a:t>
            </a:r>
          </a:p>
        </p:txBody>
      </p:sp>
      <p:sp>
        <p:nvSpPr>
          <p:cNvPr id="9220" name="Text Box 3">
            <a:extLst>
              <a:ext uri="{FF2B5EF4-FFF2-40B4-BE49-F238E27FC236}">
                <a16:creationId xmlns:a16="http://schemas.microsoft.com/office/drawing/2014/main" id="{AD9C673B-BDA1-4FE1-57D8-5C9CEF45B274}"/>
              </a:ext>
            </a:extLst>
          </p:cNvPr>
          <p:cNvSpPr txBox="1">
            <a:spLocks noChangeArrowheads="1"/>
          </p:cNvSpPr>
          <p:nvPr/>
        </p:nvSpPr>
        <p:spPr bwMode="auto">
          <a:xfrm>
            <a:off x="215900" y="1223963"/>
            <a:ext cx="9215438"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431800" indent="-323850">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9pPr>
          </a:lstStyle>
          <a:p>
            <a:pPr eaLnBrk="1">
              <a:lnSpc>
                <a:spcPct val="100000"/>
              </a:lnSpc>
              <a:buSzPct val="45000"/>
              <a:buFont typeface="Wingdings" panose="05000000000000000000" pitchFamily="2" charset="2"/>
              <a:buChar char=""/>
            </a:pPr>
            <a:r>
              <a:rPr lang="en-GB" altLang="it-IT" sz="1800"/>
              <a:t>I bit immagazzinati attraverso l'ingresso seriale x vengono traslati di una posizione in sincronia con un impulso di clock, mentre in uscita viene presentato un bit alla volta ad ogni impulso </a:t>
            </a:r>
          </a:p>
          <a:p>
            <a:pPr eaLnBrk="1">
              <a:lnSpc>
                <a:spcPct val="100000"/>
              </a:lnSpc>
              <a:buSzPct val="45000"/>
              <a:buFont typeface="Wingdings" panose="05000000000000000000" pitchFamily="2" charset="2"/>
              <a:buNone/>
            </a:pPr>
            <a:r>
              <a:rPr lang="en-GB" altLang="it-IT" sz="1800"/>
              <a:t>	I registri a scorrimento sono formati logicamente da una catena di flip-flop connessi in cascata, in cui l’uscita di ogni flip-flop è connessa all’ingresso del flip-flop successivo</a:t>
            </a:r>
          </a:p>
          <a:p>
            <a:pPr eaLnBrk="1">
              <a:lnSpc>
                <a:spcPct val="100000"/>
              </a:lnSpc>
              <a:buClrTx/>
              <a:buSzTx/>
              <a:buFontTx/>
              <a:buNone/>
            </a:pPr>
            <a:endParaRPr lang="en-GB" altLang="it-IT" sz="1800"/>
          </a:p>
        </p:txBody>
      </p:sp>
      <p:pic>
        <p:nvPicPr>
          <p:cNvPr id="9221" name="Picture 5">
            <a:extLst>
              <a:ext uri="{FF2B5EF4-FFF2-40B4-BE49-F238E27FC236}">
                <a16:creationId xmlns:a16="http://schemas.microsoft.com/office/drawing/2014/main" id="{E0003455-DD7A-64C2-9322-867BACB1D1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 y="3768725"/>
            <a:ext cx="5457825"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9222" name="CasellaDiTesto 1">
            <a:extLst>
              <a:ext uri="{FF2B5EF4-FFF2-40B4-BE49-F238E27FC236}">
                <a16:creationId xmlns:a16="http://schemas.microsoft.com/office/drawing/2014/main" id="{0FFEE1EB-4AB5-5D05-7BF2-90BC3E51E4CE}"/>
              </a:ext>
            </a:extLst>
          </p:cNvPr>
          <p:cNvSpPr txBox="1">
            <a:spLocks noChangeArrowheads="1"/>
          </p:cNvSpPr>
          <p:nvPr/>
        </p:nvSpPr>
        <p:spPr bwMode="auto">
          <a:xfrm>
            <a:off x="5907088" y="3694113"/>
            <a:ext cx="3419475" cy="116998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r>
              <a:rPr lang="it-IT" altLang="it-IT" sz="1400" b="1"/>
              <a:t>Attenzione</a:t>
            </a:r>
            <a:r>
              <a:rPr lang="it-IT" altLang="it-IT" sz="1400"/>
              <a:t>: i bistabili non possono essere latch altrimenti ci sarebbe il rischio di far propagare un dato in più bistabili (a limite l’abilitazione dovrebbe essere molto stretta). </a:t>
            </a:r>
          </a:p>
        </p:txBody>
      </p:sp>
      <mc:AlternateContent xmlns:mc="http://schemas.openxmlformats.org/markup-compatibility/2006" xmlns:p14="http://schemas.microsoft.com/office/powerpoint/2010/main">
        <mc:Choice Requires="p14">
          <p:contentPart p14:bwMode="auto" r:id="rId4">
            <p14:nvContentPartPr>
              <p14:cNvPr id="46" name="Input penna 45">
                <a:extLst>
                  <a:ext uri="{FF2B5EF4-FFF2-40B4-BE49-F238E27FC236}">
                    <a16:creationId xmlns:a16="http://schemas.microsoft.com/office/drawing/2014/main" id="{2DF98A79-DB12-DC83-0A7F-396EDAD65E69}"/>
                  </a:ext>
                </a:extLst>
              </p14:cNvPr>
              <p14:cNvContentPartPr/>
              <p14:nvPr/>
            </p14:nvContentPartPr>
            <p14:xfrm>
              <a:off x="3629100" y="2979705"/>
              <a:ext cx="360" cy="360"/>
            </p14:xfrm>
          </p:contentPart>
        </mc:Choice>
        <mc:Fallback xmlns="">
          <p:pic>
            <p:nvPicPr>
              <p:cNvPr id="46" name="Input penna 45">
                <a:extLst>
                  <a:ext uri="{FF2B5EF4-FFF2-40B4-BE49-F238E27FC236}">
                    <a16:creationId xmlns:a16="http://schemas.microsoft.com/office/drawing/2014/main" id="{2DF98A79-DB12-DC83-0A7F-396EDAD65E69}"/>
                  </a:ext>
                </a:extLst>
              </p:cNvPr>
              <p:cNvPicPr/>
              <p:nvPr/>
            </p:nvPicPr>
            <p:blipFill>
              <a:blip r:embed="rId5"/>
              <a:stretch>
                <a:fillRect/>
              </a:stretch>
            </p:blipFill>
            <p:spPr>
              <a:xfrm>
                <a:off x="3620100" y="297070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361" name="Input penna 9360">
                <a:extLst>
                  <a:ext uri="{FF2B5EF4-FFF2-40B4-BE49-F238E27FC236}">
                    <a16:creationId xmlns:a16="http://schemas.microsoft.com/office/drawing/2014/main" id="{5F403A3E-5C99-7839-19F4-147AF5BF2E2C}"/>
                  </a:ext>
                </a:extLst>
              </p14:cNvPr>
              <p14:cNvContentPartPr/>
              <p14:nvPr/>
            </p14:nvContentPartPr>
            <p14:xfrm>
              <a:off x="1354260" y="4164825"/>
              <a:ext cx="360" cy="360"/>
            </p14:xfrm>
          </p:contentPart>
        </mc:Choice>
        <mc:Fallback xmlns="">
          <p:pic>
            <p:nvPicPr>
              <p:cNvPr id="9361" name="Input penna 9360">
                <a:extLst>
                  <a:ext uri="{FF2B5EF4-FFF2-40B4-BE49-F238E27FC236}">
                    <a16:creationId xmlns:a16="http://schemas.microsoft.com/office/drawing/2014/main" id="{5F403A3E-5C99-7839-19F4-147AF5BF2E2C}"/>
                  </a:ext>
                </a:extLst>
              </p:cNvPr>
              <p:cNvPicPr/>
              <p:nvPr/>
            </p:nvPicPr>
            <p:blipFill>
              <a:blip r:embed="rId5"/>
              <a:stretch>
                <a:fillRect/>
              </a:stretch>
            </p:blipFill>
            <p:spPr>
              <a:xfrm>
                <a:off x="1345260" y="4155825"/>
                <a:ext cx="18000" cy="18000"/>
              </a:xfrm>
              <a:prstGeom prst="rect">
                <a:avLst/>
              </a:prstGeom>
            </p:spPr>
          </p:pic>
        </mc:Fallback>
      </mc:AlternateContent>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1">
            <a:extLst>
              <a:ext uri="{FF2B5EF4-FFF2-40B4-BE49-F238E27FC236}">
                <a16:creationId xmlns:a16="http://schemas.microsoft.com/office/drawing/2014/main" id="{A1EF7032-D17D-F831-CDBB-2BE1E82C10F5}"/>
              </a:ext>
            </a:extLst>
          </p:cNvPr>
          <p:cNvSpPr txBox="1">
            <a:spLocks noChangeArrowheads="1"/>
          </p:cNvSpPr>
          <p:nvPr/>
        </p:nvSpPr>
        <p:spPr bwMode="auto">
          <a:xfrm>
            <a:off x="7005638" y="6026150"/>
            <a:ext cx="23320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pPr>
            <a:fld id="{E240443A-D33B-4437-AC2E-2BB00B2FC1BD}" type="slidenum">
              <a:rPr lang="it-IT" altLang="it-IT" sz="1400">
                <a:solidFill>
                  <a:srgbClr val="003366"/>
                </a:solidFill>
              </a:rPr>
              <a:pPr eaLnBrk="1" hangingPunct="1">
                <a:lnSpc>
                  <a:spcPct val="100000"/>
                </a:lnSpc>
                <a:spcAft>
                  <a:spcPct val="0"/>
                </a:spcAft>
              </a:pPr>
              <a:t>5</a:t>
            </a:fld>
            <a:endParaRPr lang="it-IT" altLang="it-IT" sz="1400">
              <a:solidFill>
                <a:srgbClr val="003366"/>
              </a:solidFill>
            </a:endParaRPr>
          </a:p>
        </p:txBody>
      </p:sp>
      <p:sp>
        <p:nvSpPr>
          <p:cNvPr id="11267" name="Rectangle 2">
            <a:extLst>
              <a:ext uri="{FF2B5EF4-FFF2-40B4-BE49-F238E27FC236}">
                <a16:creationId xmlns:a16="http://schemas.microsoft.com/office/drawing/2014/main" id="{F4C692FF-2048-DC97-6214-6407F5B69C1D}"/>
              </a:ext>
            </a:extLst>
          </p:cNvPr>
          <p:cNvSpPr>
            <a:spLocks noGrp="1" noChangeArrowheads="1"/>
          </p:cNvSpPr>
          <p:nvPr>
            <p:ph type="title"/>
          </p:nvPr>
        </p:nvSpPr>
        <p:spPr>
          <a:xfrm>
            <a:off x="215900" y="217488"/>
            <a:ext cx="9288463" cy="503237"/>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it-IT" sz="3200">
                <a:solidFill>
                  <a:srgbClr val="FF0000"/>
                </a:solidFill>
              </a:rPr>
              <a:t>Registro a scorrimento circolare</a:t>
            </a:r>
          </a:p>
        </p:txBody>
      </p:sp>
      <p:sp>
        <p:nvSpPr>
          <p:cNvPr id="11268" name="Text Box 3">
            <a:extLst>
              <a:ext uri="{FF2B5EF4-FFF2-40B4-BE49-F238E27FC236}">
                <a16:creationId xmlns:a16="http://schemas.microsoft.com/office/drawing/2014/main" id="{90719BA0-8044-CE93-EB38-37D06DB2E768}"/>
              </a:ext>
            </a:extLst>
          </p:cNvPr>
          <p:cNvSpPr txBox="1">
            <a:spLocks noChangeArrowheads="1"/>
          </p:cNvSpPr>
          <p:nvPr/>
        </p:nvSpPr>
        <p:spPr bwMode="auto">
          <a:xfrm>
            <a:off x="215900" y="1223963"/>
            <a:ext cx="9215438" cy="379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431800" indent="-323850">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9pPr>
          </a:lstStyle>
          <a:p>
            <a:pPr eaLnBrk="1">
              <a:buFont typeface="Arial" panose="020B0604020202020204" pitchFamily="34" charset="0"/>
              <a:buChar char="•"/>
            </a:pPr>
            <a:r>
              <a:rPr lang="it-IT" altLang="it-IT" sz="2000"/>
              <a:t>Un registro a scorrimento circolare pone in ingresso al primo flip-flop l’uscita dell’ultimo.</a:t>
            </a:r>
          </a:p>
          <a:p>
            <a:pPr eaLnBrk="1">
              <a:buFont typeface="Arial" panose="020B0604020202020204" pitchFamily="34" charset="0"/>
              <a:buChar char="•"/>
            </a:pPr>
            <a:r>
              <a:rPr lang="it-IT" altLang="it-IT" sz="2000"/>
              <a:t>Se volessimo progettare un registro che sa funzionare a scelta o come shift register classico o come shift register circolare, sarebbe possibile inserire un MUX all’ingresso del primo flip-flop, con un segnale di controllo s che permette di decidere se caricare un ingresso seriale x (s=1) oppure porre in ingresso il valore in uscita dall'ultimo bistabile</a:t>
            </a:r>
          </a:p>
          <a:p>
            <a:pPr lvl="1" algn="just" eaLnBrk="1">
              <a:buFont typeface="Arial" panose="020B0604020202020204" pitchFamily="34" charset="0"/>
              <a:buChar char="•"/>
            </a:pPr>
            <a:r>
              <a:rPr lang="it-IT" altLang="it-IT" sz="1800"/>
              <a:t>Si noti che, in un registro a scorrimento circolare, bisognerebbe comunque prevedere una modalità di inserimento dei dati nel registro, anche in parallelo volendo</a:t>
            </a:r>
          </a:p>
          <a:p>
            <a:pPr eaLnBrk="1">
              <a:lnSpc>
                <a:spcPct val="100000"/>
              </a:lnSpc>
              <a:buClrTx/>
              <a:buSzTx/>
              <a:buFontTx/>
              <a:buNone/>
            </a:pPr>
            <a:endParaRPr lang="en-GB" altLang="it-IT" sz="2000"/>
          </a:p>
        </p:txBody>
      </p:sp>
      <p:pic>
        <p:nvPicPr>
          <p:cNvPr id="11269" name="Picture 4">
            <a:extLst>
              <a:ext uri="{FF2B5EF4-FFF2-40B4-BE49-F238E27FC236}">
                <a16:creationId xmlns:a16="http://schemas.microsoft.com/office/drawing/2014/main" id="{8D4E9661-1AA4-7BD4-8D4B-2C9F9B5548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5019675"/>
            <a:ext cx="5688013" cy="122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mc:AlternateContent xmlns:mc="http://schemas.openxmlformats.org/markup-compatibility/2006" xmlns:p14="http://schemas.microsoft.com/office/powerpoint/2010/main">
        <mc:Choice Requires="p14">
          <p:contentPart p14:bwMode="auto" r:id="rId4">
            <p14:nvContentPartPr>
              <p14:cNvPr id="11281" name="Input penna 11280">
                <a:extLst>
                  <a:ext uri="{FF2B5EF4-FFF2-40B4-BE49-F238E27FC236}">
                    <a16:creationId xmlns:a16="http://schemas.microsoft.com/office/drawing/2014/main" id="{1C078468-F1B7-71D0-5D97-A3CEDE094DA0}"/>
                  </a:ext>
                </a:extLst>
              </p14:cNvPr>
              <p14:cNvContentPartPr/>
              <p14:nvPr/>
            </p14:nvContentPartPr>
            <p14:xfrm>
              <a:off x="1927728" y="5231592"/>
              <a:ext cx="11880" cy="360"/>
            </p14:xfrm>
          </p:contentPart>
        </mc:Choice>
        <mc:Fallback xmlns="">
          <p:pic>
            <p:nvPicPr>
              <p:cNvPr id="11281" name="Input penna 11280">
                <a:extLst>
                  <a:ext uri="{FF2B5EF4-FFF2-40B4-BE49-F238E27FC236}">
                    <a16:creationId xmlns:a16="http://schemas.microsoft.com/office/drawing/2014/main" id="{1C078468-F1B7-71D0-5D97-A3CEDE094DA0}"/>
                  </a:ext>
                </a:extLst>
              </p:cNvPr>
              <p:cNvPicPr/>
              <p:nvPr/>
            </p:nvPicPr>
            <p:blipFill>
              <a:blip r:embed="rId5"/>
              <a:stretch>
                <a:fillRect/>
              </a:stretch>
            </p:blipFill>
            <p:spPr>
              <a:xfrm>
                <a:off x="1918728" y="5222592"/>
                <a:ext cx="29520" cy="18000"/>
              </a:xfrm>
              <a:prstGeom prst="rect">
                <a:avLst/>
              </a:prstGeom>
            </p:spPr>
          </p:pic>
        </mc:Fallback>
      </mc:AlternateContent>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1">
            <a:extLst>
              <a:ext uri="{FF2B5EF4-FFF2-40B4-BE49-F238E27FC236}">
                <a16:creationId xmlns:a16="http://schemas.microsoft.com/office/drawing/2014/main" id="{8B462357-7E4A-425C-A3E1-BBF04FD37B29}"/>
              </a:ext>
            </a:extLst>
          </p:cNvPr>
          <p:cNvSpPr txBox="1">
            <a:spLocks noChangeArrowheads="1"/>
          </p:cNvSpPr>
          <p:nvPr/>
        </p:nvSpPr>
        <p:spPr bwMode="auto">
          <a:xfrm>
            <a:off x="7005638" y="6026150"/>
            <a:ext cx="23320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pPr>
            <a:fld id="{921FA4CB-3272-412E-A74C-24599EBBCF08}" type="slidenum">
              <a:rPr lang="it-IT" altLang="it-IT" sz="1400">
                <a:solidFill>
                  <a:srgbClr val="003366"/>
                </a:solidFill>
              </a:rPr>
              <a:pPr eaLnBrk="1" hangingPunct="1">
                <a:lnSpc>
                  <a:spcPct val="100000"/>
                </a:lnSpc>
                <a:spcAft>
                  <a:spcPct val="0"/>
                </a:spcAft>
              </a:pPr>
              <a:t>6</a:t>
            </a:fld>
            <a:endParaRPr lang="it-IT" altLang="it-IT" sz="1400">
              <a:solidFill>
                <a:srgbClr val="003366"/>
              </a:solidFill>
            </a:endParaRPr>
          </a:p>
        </p:txBody>
      </p:sp>
      <p:sp>
        <p:nvSpPr>
          <p:cNvPr id="13315" name="Rectangle 2">
            <a:extLst>
              <a:ext uri="{FF2B5EF4-FFF2-40B4-BE49-F238E27FC236}">
                <a16:creationId xmlns:a16="http://schemas.microsoft.com/office/drawing/2014/main" id="{623E0AA3-7F3F-AD67-A290-3EDFD7648C18}"/>
              </a:ext>
            </a:extLst>
          </p:cNvPr>
          <p:cNvSpPr>
            <a:spLocks noGrp="1" noChangeArrowheads="1"/>
          </p:cNvSpPr>
          <p:nvPr>
            <p:ph type="title"/>
          </p:nvPr>
        </p:nvSpPr>
        <p:spPr>
          <a:xfrm>
            <a:off x="215900" y="217488"/>
            <a:ext cx="9288463" cy="503237"/>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it-IT" sz="3200">
                <a:solidFill>
                  <a:srgbClr val="FF0000"/>
                </a:solidFill>
              </a:rPr>
              <a:t>Registro a scorrimento sinistra/destra</a:t>
            </a:r>
          </a:p>
        </p:txBody>
      </p:sp>
      <p:sp>
        <p:nvSpPr>
          <p:cNvPr id="13316" name="Text Box 3">
            <a:extLst>
              <a:ext uri="{FF2B5EF4-FFF2-40B4-BE49-F238E27FC236}">
                <a16:creationId xmlns:a16="http://schemas.microsoft.com/office/drawing/2014/main" id="{F8984579-1BA2-62DE-4AFB-5532DE1C40C7}"/>
              </a:ext>
            </a:extLst>
          </p:cNvPr>
          <p:cNvSpPr txBox="1">
            <a:spLocks noChangeArrowheads="1"/>
          </p:cNvSpPr>
          <p:nvPr/>
        </p:nvSpPr>
        <p:spPr bwMode="auto">
          <a:xfrm>
            <a:off x="215900" y="1223963"/>
            <a:ext cx="9215438"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431800" indent="-323850">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9pPr>
          </a:lstStyle>
          <a:p>
            <a:pPr eaLnBrk="1">
              <a:buFont typeface="Arial" panose="020B0604020202020204" pitchFamily="34" charset="0"/>
              <a:buChar char="•"/>
            </a:pPr>
            <a:r>
              <a:rPr lang="it-IT" altLang="it-IT" sz="1800"/>
              <a:t>Se volessimo realizzare un registro a scorrimento in grado di fare shift a destra o a sinistra a comando, basterebbe inserire </a:t>
            </a:r>
            <a:r>
              <a:rPr lang="it-IT" altLang="it-IT" sz="1800" b="1"/>
              <a:t>un MUX in ingresso ad ogni flip-flop</a:t>
            </a:r>
            <a:r>
              <a:rPr lang="it-IT" altLang="it-IT" sz="1800"/>
              <a:t>: ogni MUX ha un ingresso di selezione s, tale che quando s=0, si shifta a sinistra, e quando s=1 si shifta a destra</a:t>
            </a:r>
          </a:p>
          <a:p>
            <a:pPr eaLnBrk="1">
              <a:buFont typeface="Arial" panose="020B0604020202020204" pitchFamily="34" charset="0"/>
              <a:buChar char="•"/>
            </a:pPr>
            <a:r>
              <a:rPr lang="it-IT" altLang="it-IT" sz="1800"/>
              <a:t>Gli ingressi di ogni MUX devono essere presi quindi (per s=0) dall’uscita del flip-flop a destra di quello considerato, oppure (per s=1) dall’uscita del flip-flop a sinistra.</a:t>
            </a:r>
          </a:p>
          <a:p>
            <a:pPr eaLnBrk="1">
              <a:lnSpc>
                <a:spcPct val="100000"/>
              </a:lnSpc>
              <a:buClrTx/>
              <a:buSzTx/>
              <a:buFontTx/>
              <a:buNone/>
            </a:pPr>
            <a:endParaRPr lang="en-GB" altLang="it-IT" sz="1800"/>
          </a:p>
        </p:txBody>
      </p:sp>
      <p:pic>
        <p:nvPicPr>
          <p:cNvPr id="13317" name="Immagine 1">
            <a:extLst>
              <a:ext uri="{FF2B5EF4-FFF2-40B4-BE49-F238E27FC236}">
                <a16:creationId xmlns:a16="http://schemas.microsoft.com/office/drawing/2014/main" id="{0E48820F-3A33-EC03-26BD-587C2C2497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3257550"/>
            <a:ext cx="6591300" cy="253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CasellaDiTesto 2">
            <a:extLst>
              <a:ext uri="{FF2B5EF4-FFF2-40B4-BE49-F238E27FC236}">
                <a16:creationId xmlns:a16="http://schemas.microsoft.com/office/drawing/2014/main" id="{51F35322-BE1D-CC4A-75C9-C8B1B70C3A11}"/>
              </a:ext>
            </a:extLst>
          </p:cNvPr>
          <p:cNvSpPr txBox="1">
            <a:spLocks noChangeArrowheads="1"/>
          </p:cNvSpPr>
          <p:nvPr/>
        </p:nvSpPr>
        <p:spPr bwMode="auto">
          <a:xfrm>
            <a:off x="7524750" y="3722688"/>
            <a:ext cx="18716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it-IT" altLang="it-IT"/>
              <a:t>Ei è un ingresso seriale esterno, Eo è un’uscita seriale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1">
            <a:extLst>
              <a:ext uri="{FF2B5EF4-FFF2-40B4-BE49-F238E27FC236}">
                <a16:creationId xmlns:a16="http://schemas.microsoft.com/office/drawing/2014/main" id="{AB861E33-62C7-E2F3-143A-EF7B84397B36}"/>
              </a:ext>
            </a:extLst>
          </p:cNvPr>
          <p:cNvSpPr txBox="1">
            <a:spLocks noChangeArrowheads="1"/>
          </p:cNvSpPr>
          <p:nvPr/>
        </p:nvSpPr>
        <p:spPr bwMode="auto">
          <a:xfrm>
            <a:off x="7005638" y="6026150"/>
            <a:ext cx="23320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pPr>
            <a:fld id="{36CFD347-020B-4029-8686-B8CD30D6344E}" type="slidenum">
              <a:rPr lang="it-IT" altLang="it-IT" sz="1400">
                <a:solidFill>
                  <a:srgbClr val="003366"/>
                </a:solidFill>
              </a:rPr>
              <a:pPr eaLnBrk="1" hangingPunct="1">
                <a:lnSpc>
                  <a:spcPct val="100000"/>
                </a:lnSpc>
                <a:spcAft>
                  <a:spcPct val="0"/>
                </a:spcAft>
              </a:pPr>
              <a:t>7</a:t>
            </a:fld>
            <a:endParaRPr lang="it-IT" altLang="it-IT" sz="1400">
              <a:solidFill>
                <a:srgbClr val="003366"/>
              </a:solidFill>
            </a:endParaRPr>
          </a:p>
        </p:txBody>
      </p:sp>
      <p:sp>
        <p:nvSpPr>
          <p:cNvPr id="15363" name="Rectangle 2">
            <a:extLst>
              <a:ext uri="{FF2B5EF4-FFF2-40B4-BE49-F238E27FC236}">
                <a16:creationId xmlns:a16="http://schemas.microsoft.com/office/drawing/2014/main" id="{3556F69B-EB0B-2DA4-1A51-16ED90E08EB8}"/>
              </a:ext>
            </a:extLst>
          </p:cNvPr>
          <p:cNvSpPr>
            <a:spLocks noGrp="1" noChangeArrowheads="1"/>
          </p:cNvSpPr>
          <p:nvPr>
            <p:ph type="title"/>
          </p:nvPr>
        </p:nvSpPr>
        <p:spPr>
          <a:xfrm>
            <a:off x="323850" y="215900"/>
            <a:ext cx="7843838"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Lst>
            </a:pPr>
            <a:r>
              <a:rPr lang="en-GB" altLang="it-IT" sz="4000">
                <a:solidFill>
                  <a:srgbClr val="FF0000"/>
                </a:solidFill>
              </a:rPr>
              <a:t>Registro serie-parallelo</a:t>
            </a:r>
          </a:p>
        </p:txBody>
      </p:sp>
      <p:sp>
        <p:nvSpPr>
          <p:cNvPr id="15364" name="Text Box 3">
            <a:extLst>
              <a:ext uri="{FF2B5EF4-FFF2-40B4-BE49-F238E27FC236}">
                <a16:creationId xmlns:a16="http://schemas.microsoft.com/office/drawing/2014/main" id="{66F0AF8C-5125-6FD1-09B0-CA4CCEE2AC76}"/>
              </a:ext>
            </a:extLst>
          </p:cNvPr>
          <p:cNvSpPr txBox="1">
            <a:spLocks noChangeArrowheads="1"/>
          </p:cNvSpPr>
          <p:nvPr/>
        </p:nvSpPr>
        <p:spPr bwMode="auto">
          <a:xfrm>
            <a:off x="431800" y="1223963"/>
            <a:ext cx="8783638"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431800" indent="-323850">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Arial" panose="020B0604020202020204" pitchFamily="34" charset="0"/>
                <a:ea typeface="MS PGothic" panose="020B0600070205080204" pitchFamily="34" charset="-128"/>
              </a:defRPr>
            </a:lvl1pPr>
            <a:lvl2pPr marL="863600" indent="-323850">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9pPr>
          </a:lstStyle>
          <a:p>
            <a:pPr eaLnBrk="1">
              <a:lnSpc>
                <a:spcPct val="100000"/>
              </a:lnSpc>
              <a:buSzPct val="45000"/>
              <a:buFont typeface="Wingdings" panose="05000000000000000000" pitchFamily="2" charset="2"/>
              <a:buChar char=""/>
            </a:pPr>
            <a:r>
              <a:rPr lang="en-GB" altLang="it-IT" sz="2200"/>
              <a:t>In questi registri la parola di input viene caricata un bit alla volta grazie ad un solo ingresso x, mentre la lettura del valore memorizzato avviene in parallelo (</a:t>
            </a:r>
            <a:r>
              <a:rPr lang="it-IT" altLang="it-IT" sz="2200"/>
              <a:t>utile nei sistemi di telecomunicazioni dove bisogna convertire bit ricevuti in serie in byte – </a:t>
            </a:r>
            <a:r>
              <a:rPr lang="it-IT" altLang="it-IT" sz="2200" i="1"/>
              <a:t>conversione serie-parallelo</a:t>
            </a:r>
            <a:r>
              <a:rPr lang="it-IT" altLang="it-IT" sz="2200"/>
              <a:t>)</a:t>
            </a:r>
            <a:endParaRPr lang="en-GB" altLang="it-IT" sz="2200"/>
          </a:p>
          <a:p>
            <a:pPr lvl="1" eaLnBrk="1">
              <a:lnSpc>
                <a:spcPct val="100000"/>
              </a:lnSpc>
              <a:buSzPct val="75000"/>
              <a:buFont typeface="Symbol" panose="05050102010706020507" pitchFamily="18" charset="2"/>
              <a:buChar char=""/>
            </a:pPr>
            <a:r>
              <a:rPr lang="en-GB" altLang="it-IT" sz="1800"/>
              <a:t>L'architettura deve far scorrere i bit man mano che arrivano per evitare la sovrascrittura, quindi questo registro è costruito a partire da un registro a scorrimento</a:t>
            </a:r>
          </a:p>
        </p:txBody>
      </p:sp>
      <p:pic>
        <p:nvPicPr>
          <p:cNvPr id="15365" name="Picture 4">
            <a:extLst>
              <a:ext uri="{FF2B5EF4-FFF2-40B4-BE49-F238E27FC236}">
                <a16:creationId xmlns:a16="http://schemas.microsoft.com/office/drawing/2014/main" id="{C85AB2C8-6E83-0415-3D9F-E97021961A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4176713"/>
            <a:ext cx="5810250"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5366" name="Text Box 5">
            <a:extLst>
              <a:ext uri="{FF2B5EF4-FFF2-40B4-BE49-F238E27FC236}">
                <a16:creationId xmlns:a16="http://schemas.microsoft.com/office/drawing/2014/main" id="{24EC589E-C1B2-2DD2-848D-96001CC852EC}"/>
              </a:ext>
            </a:extLst>
          </p:cNvPr>
          <p:cNvSpPr txBox="1">
            <a:spLocks noChangeArrowheads="1"/>
          </p:cNvSpPr>
          <p:nvPr/>
        </p:nvSpPr>
        <p:spPr bwMode="auto">
          <a:xfrm>
            <a:off x="6119813" y="4176713"/>
            <a:ext cx="3384550"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60876" rIns="90000" bIns="45000"/>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Arial" panose="020B0604020202020204" pitchFamily="34" charset="0"/>
                <a:ea typeface="MS PGothic" panose="020B0600070205080204" pitchFamily="34" charset="-128"/>
              </a:defRPr>
            </a:lvl9pPr>
          </a:lstStyle>
          <a:p>
            <a:pPr eaLnBrk="1">
              <a:spcAft>
                <a:spcPct val="0"/>
              </a:spcAft>
            </a:pPr>
            <a:r>
              <a:rPr lang="it-IT" altLang="it-IT" sz="1600">
                <a:ea typeface="Microsoft YaHei" panose="020B0503020204020204" pitchFamily="34" charset="-122"/>
              </a:rPr>
              <a:t>L'uscita di un bistabile va in ingresso al successivo: ad ogni fronte del clock ogni bistabile campiona il segnale in ingresso e lo mantiene fino al prossimo fronte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1">
            <a:extLst>
              <a:ext uri="{FF2B5EF4-FFF2-40B4-BE49-F238E27FC236}">
                <a16:creationId xmlns:a16="http://schemas.microsoft.com/office/drawing/2014/main" id="{818180CF-221A-C864-3434-2649EC1B64CD}"/>
              </a:ext>
            </a:extLst>
          </p:cNvPr>
          <p:cNvSpPr txBox="1">
            <a:spLocks noChangeArrowheads="1"/>
          </p:cNvSpPr>
          <p:nvPr/>
        </p:nvSpPr>
        <p:spPr bwMode="auto">
          <a:xfrm>
            <a:off x="7005638" y="6026150"/>
            <a:ext cx="23320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pPr>
            <a:fld id="{CCA5B227-96E0-4CA4-AD60-2273F2CD50B0}" type="slidenum">
              <a:rPr lang="it-IT" altLang="it-IT" sz="1400">
                <a:solidFill>
                  <a:srgbClr val="003366"/>
                </a:solidFill>
              </a:rPr>
              <a:pPr eaLnBrk="1" hangingPunct="1">
                <a:lnSpc>
                  <a:spcPct val="100000"/>
                </a:lnSpc>
                <a:spcAft>
                  <a:spcPct val="0"/>
                </a:spcAft>
              </a:pPr>
              <a:t>8</a:t>
            </a:fld>
            <a:endParaRPr lang="it-IT" altLang="it-IT" sz="1400">
              <a:solidFill>
                <a:srgbClr val="003366"/>
              </a:solidFill>
            </a:endParaRPr>
          </a:p>
        </p:txBody>
      </p:sp>
      <p:sp>
        <p:nvSpPr>
          <p:cNvPr id="17411" name="Rectangle 2">
            <a:extLst>
              <a:ext uri="{FF2B5EF4-FFF2-40B4-BE49-F238E27FC236}">
                <a16:creationId xmlns:a16="http://schemas.microsoft.com/office/drawing/2014/main" id="{724D328E-602E-F62F-A42C-9888BA5047C5}"/>
              </a:ext>
            </a:extLst>
          </p:cNvPr>
          <p:cNvSpPr>
            <a:spLocks noGrp="1" noChangeArrowheads="1"/>
          </p:cNvSpPr>
          <p:nvPr>
            <p:ph type="title"/>
          </p:nvPr>
        </p:nvSpPr>
        <p:spPr>
          <a:xfrm>
            <a:off x="215900" y="71438"/>
            <a:ext cx="9288463" cy="503237"/>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it-IT" sz="3200">
                <a:solidFill>
                  <a:srgbClr val="FF0000"/>
                </a:solidFill>
              </a:rPr>
              <a:t>Registri parallelo-serie (a scorrimento con caricamento parallelo)</a:t>
            </a:r>
          </a:p>
        </p:txBody>
      </p:sp>
      <p:sp>
        <p:nvSpPr>
          <p:cNvPr id="17412" name="Text Box 3">
            <a:extLst>
              <a:ext uri="{FF2B5EF4-FFF2-40B4-BE49-F238E27FC236}">
                <a16:creationId xmlns:a16="http://schemas.microsoft.com/office/drawing/2014/main" id="{39CDACE5-E8DA-1C58-CD0D-CE0E8C9217B8}"/>
              </a:ext>
            </a:extLst>
          </p:cNvPr>
          <p:cNvSpPr txBox="1">
            <a:spLocks noChangeArrowheads="1"/>
          </p:cNvSpPr>
          <p:nvPr/>
        </p:nvSpPr>
        <p:spPr bwMode="auto">
          <a:xfrm>
            <a:off x="287338" y="1368425"/>
            <a:ext cx="9215437" cy="302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431800" indent="-323850">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MS PGothic" panose="020B0600070205080204" pitchFamily="34" charset="-128"/>
              </a:defRPr>
            </a:lvl2pPr>
            <a:lvl3pPr marL="1200150" indent="-285750">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9pPr>
          </a:lstStyle>
          <a:p>
            <a:pPr eaLnBrk="1">
              <a:lnSpc>
                <a:spcPct val="100000"/>
              </a:lnSpc>
              <a:buSzPct val="45000"/>
              <a:buFont typeface="Wingdings" panose="05000000000000000000" pitchFamily="2" charset="2"/>
              <a:buChar char=""/>
            </a:pPr>
            <a:r>
              <a:rPr lang="en-GB" altLang="it-IT" sz="1800"/>
              <a:t>Questi registri presentano un ingresso parallelo su k bit e una uscita seriale su un bit: ancora una volta è possible costruirli partendo da un registro a scorrimento</a:t>
            </a:r>
          </a:p>
          <a:p>
            <a:pPr eaLnBrk="1">
              <a:lnSpc>
                <a:spcPct val="100000"/>
              </a:lnSpc>
              <a:buSzPct val="45000"/>
              <a:buFont typeface="Wingdings" panose="05000000000000000000" pitchFamily="2" charset="2"/>
              <a:buChar char=""/>
            </a:pPr>
            <a:r>
              <a:rPr lang="en-GB" altLang="it-IT" sz="1800"/>
              <a:t>Per poter utilizzare la stessa architettura come registro a scorrimento a caricamento seriale o parallelo a scelta, è possible usare dei </a:t>
            </a:r>
            <a:r>
              <a:rPr lang="en-GB" altLang="it-IT" sz="1800" i="1"/>
              <a:t>multiplexer</a:t>
            </a:r>
            <a:r>
              <a:rPr lang="en-GB" altLang="it-IT" sz="1800"/>
              <a:t> in ingresso a ciascun bistabile per selezionare l'ingresso dato parallelo oppure il segnale che viene dal bistabile precedente (serie)</a:t>
            </a:r>
          </a:p>
          <a:p>
            <a:pPr lvl="1" eaLnBrk="1">
              <a:lnSpc>
                <a:spcPct val="100000"/>
              </a:lnSpc>
              <a:buSzPct val="45000"/>
              <a:buFont typeface="Wingdings" panose="05000000000000000000" pitchFamily="2" charset="2"/>
              <a:buChar char="§"/>
            </a:pPr>
            <a:r>
              <a:rPr lang="en-GB" altLang="it-IT" sz="1600"/>
              <a:t>I multiplexer sono comandati da un segnale di selezione s (</a:t>
            </a:r>
            <a:r>
              <a:rPr lang="en-GB" altLang="it-IT" sz="1600" b="1"/>
              <a:t>shift</a:t>
            </a:r>
            <a:r>
              <a:rPr lang="en-GB" altLang="it-IT" sz="1600"/>
              <a:t>): </a:t>
            </a:r>
          </a:p>
          <a:p>
            <a:pPr lvl="2" eaLnBrk="1">
              <a:lnSpc>
                <a:spcPct val="100000"/>
              </a:lnSpc>
              <a:spcAft>
                <a:spcPts val="1425"/>
              </a:spcAft>
              <a:buSzPct val="45000"/>
              <a:buFont typeface="Wingdings" panose="05000000000000000000" pitchFamily="2" charset="2"/>
              <a:buChar char="§"/>
            </a:pPr>
            <a:r>
              <a:rPr lang="en-GB" altLang="it-IT" sz="1400"/>
              <a:t>quando s=0 i bistabili caricano gli ingressi paralleli, quando s=1 il registro si comporta da shift register semplice</a:t>
            </a:r>
          </a:p>
        </p:txBody>
      </p:sp>
      <p:pic>
        <p:nvPicPr>
          <p:cNvPr id="17413" name="Picture 4">
            <a:extLst>
              <a:ext uri="{FF2B5EF4-FFF2-40B4-BE49-F238E27FC236}">
                <a16:creationId xmlns:a16="http://schemas.microsoft.com/office/drawing/2014/main" id="{F9B07B5A-75D6-0B3B-6635-C919FE0EE4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4221163"/>
            <a:ext cx="6105525" cy="178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mc:AlternateContent xmlns:mc="http://schemas.openxmlformats.org/markup-compatibility/2006" xmlns:p14="http://schemas.microsoft.com/office/powerpoint/2010/main">
        <mc:Choice Requires="p14">
          <p:contentPart p14:bwMode="auto" r:id="rId4">
            <p14:nvContentPartPr>
              <p14:cNvPr id="3" name="Input penna 2">
                <a:extLst>
                  <a:ext uri="{FF2B5EF4-FFF2-40B4-BE49-F238E27FC236}">
                    <a16:creationId xmlns:a16="http://schemas.microsoft.com/office/drawing/2014/main" id="{8ACC82E1-E48B-3176-1728-FFCF4DCFCCD0}"/>
                  </a:ext>
                </a:extLst>
              </p14:cNvPr>
              <p14:cNvContentPartPr/>
              <p14:nvPr/>
            </p14:nvContentPartPr>
            <p14:xfrm>
              <a:off x="2302488" y="4447872"/>
              <a:ext cx="2160" cy="129960"/>
            </p14:xfrm>
          </p:contentPart>
        </mc:Choice>
        <mc:Fallback xmlns="">
          <p:pic>
            <p:nvPicPr>
              <p:cNvPr id="3" name="Input penna 2">
                <a:extLst>
                  <a:ext uri="{FF2B5EF4-FFF2-40B4-BE49-F238E27FC236}">
                    <a16:creationId xmlns:a16="http://schemas.microsoft.com/office/drawing/2014/main" id="{8ACC82E1-E48B-3176-1728-FFCF4DCFCCD0}"/>
                  </a:ext>
                </a:extLst>
              </p:cNvPr>
              <p:cNvPicPr/>
              <p:nvPr/>
            </p:nvPicPr>
            <p:blipFill>
              <a:blip r:embed="rId5"/>
              <a:stretch>
                <a:fillRect/>
              </a:stretch>
            </p:blipFill>
            <p:spPr>
              <a:xfrm>
                <a:off x="2293488" y="4438872"/>
                <a:ext cx="19800" cy="147600"/>
              </a:xfrm>
              <a:prstGeom prst="rect">
                <a:avLst/>
              </a:prstGeom>
            </p:spPr>
          </p:pic>
        </mc:Fallback>
      </mc:AlternateContent>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1">
            <a:extLst>
              <a:ext uri="{FF2B5EF4-FFF2-40B4-BE49-F238E27FC236}">
                <a16:creationId xmlns:a16="http://schemas.microsoft.com/office/drawing/2014/main" id="{805322F5-6291-477A-58B4-A18404FA056D}"/>
              </a:ext>
            </a:extLst>
          </p:cNvPr>
          <p:cNvSpPr txBox="1">
            <a:spLocks noChangeArrowheads="1"/>
          </p:cNvSpPr>
          <p:nvPr/>
        </p:nvSpPr>
        <p:spPr bwMode="auto">
          <a:xfrm>
            <a:off x="7005638" y="6026150"/>
            <a:ext cx="23320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pPr>
            <a:fld id="{20306DDF-8DAA-4196-B816-6B86DB7B6432}" type="slidenum">
              <a:rPr lang="it-IT" altLang="it-IT" sz="1400">
                <a:solidFill>
                  <a:srgbClr val="003366"/>
                </a:solidFill>
              </a:rPr>
              <a:pPr eaLnBrk="1" hangingPunct="1">
                <a:lnSpc>
                  <a:spcPct val="100000"/>
                </a:lnSpc>
                <a:spcAft>
                  <a:spcPct val="0"/>
                </a:spcAft>
              </a:pPr>
              <a:t>9</a:t>
            </a:fld>
            <a:endParaRPr lang="it-IT" altLang="it-IT" sz="1400">
              <a:solidFill>
                <a:srgbClr val="003366"/>
              </a:solidFill>
            </a:endParaRPr>
          </a:p>
        </p:txBody>
      </p:sp>
      <p:sp>
        <p:nvSpPr>
          <p:cNvPr id="19459" name="Rectangle 2">
            <a:extLst>
              <a:ext uri="{FF2B5EF4-FFF2-40B4-BE49-F238E27FC236}">
                <a16:creationId xmlns:a16="http://schemas.microsoft.com/office/drawing/2014/main" id="{B8B2A9B4-1979-60DD-1983-1B664BBD91D4}"/>
              </a:ext>
            </a:extLst>
          </p:cNvPr>
          <p:cNvSpPr>
            <a:spLocks noGrp="1" noChangeArrowheads="1"/>
          </p:cNvSpPr>
          <p:nvPr>
            <p:ph type="title"/>
          </p:nvPr>
        </p:nvSpPr>
        <p:spPr>
          <a:xfrm>
            <a:off x="215900" y="0"/>
            <a:ext cx="9288463"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it-IT" sz="3200">
                <a:solidFill>
                  <a:srgbClr val="FF0000"/>
                </a:solidFill>
              </a:rPr>
              <a:t>Registri a scorrimento per la generazione di sequenze</a:t>
            </a:r>
          </a:p>
        </p:txBody>
      </p:sp>
      <p:sp>
        <p:nvSpPr>
          <p:cNvPr id="19460" name="Text Box 3">
            <a:extLst>
              <a:ext uri="{FF2B5EF4-FFF2-40B4-BE49-F238E27FC236}">
                <a16:creationId xmlns:a16="http://schemas.microsoft.com/office/drawing/2014/main" id="{46847E4D-D54F-3145-6D42-DA662A0FA258}"/>
              </a:ext>
            </a:extLst>
          </p:cNvPr>
          <p:cNvSpPr txBox="1">
            <a:spLocks noChangeArrowheads="1"/>
          </p:cNvSpPr>
          <p:nvPr/>
        </p:nvSpPr>
        <p:spPr bwMode="auto">
          <a:xfrm>
            <a:off x="287338" y="1368425"/>
            <a:ext cx="9215437"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431800" indent="-323850">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9pPr>
          </a:lstStyle>
          <a:p>
            <a:pPr eaLnBrk="1">
              <a:lnSpc>
                <a:spcPct val="100000"/>
              </a:lnSpc>
              <a:buSzPct val="45000"/>
              <a:buFont typeface="Wingdings" panose="05000000000000000000" pitchFamily="2" charset="2"/>
              <a:buChar char=""/>
            </a:pPr>
            <a:r>
              <a:rPr lang="it-IT" altLang="it-IT" sz="1800"/>
              <a:t>Il registro a scorrimento con caricamento parallelo è impiegabile nella generazione di sequenze: scrivendo una sequenza in paralleo nel registro ed usando il clock è possibile ritornare in uscita ogni singolo elemento della sequenza, uno alla volta.</a:t>
            </a:r>
          </a:p>
          <a:p>
            <a:pPr eaLnBrk="1">
              <a:lnSpc>
                <a:spcPct val="100000"/>
              </a:lnSpc>
              <a:buSzPct val="45000"/>
              <a:buFont typeface="Wingdings" panose="05000000000000000000" pitchFamily="2" charset="2"/>
              <a:buChar char=""/>
            </a:pPr>
            <a:endParaRPr lang="it-IT" altLang="it-IT" sz="1800"/>
          </a:p>
        </p:txBody>
      </p:sp>
      <p:pic>
        <p:nvPicPr>
          <p:cNvPr id="19461" name="Immagine 5">
            <a:extLst>
              <a:ext uri="{FF2B5EF4-FFF2-40B4-BE49-F238E27FC236}">
                <a16:creationId xmlns:a16="http://schemas.microsoft.com/office/drawing/2014/main" id="{DF76D9EB-2C6E-2D35-5C9B-39D7774CB8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550" y="2519363"/>
            <a:ext cx="4872038" cy="324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2" name="CasellaDiTesto 1">
            <a:extLst>
              <a:ext uri="{FF2B5EF4-FFF2-40B4-BE49-F238E27FC236}">
                <a16:creationId xmlns:a16="http://schemas.microsoft.com/office/drawing/2014/main" id="{B9F9F786-9270-EEAD-401F-ABB2003D3110}"/>
              </a:ext>
            </a:extLst>
          </p:cNvPr>
          <p:cNvSpPr txBox="1">
            <a:spLocks noChangeArrowheads="1"/>
          </p:cNvSpPr>
          <p:nvPr/>
        </p:nvSpPr>
        <p:spPr bwMode="auto">
          <a:xfrm>
            <a:off x="5497513" y="3190875"/>
            <a:ext cx="32988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it-IT" altLang="it-IT"/>
              <a:t>Collegando l’uscita con l’ingresso in modalità circolare è possibile generare sequenze periodiche</a:t>
            </a:r>
          </a:p>
        </p:txBody>
      </p:sp>
      <p:sp>
        <p:nvSpPr>
          <p:cNvPr id="3" name="CasellaDiTesto 2">
            <a:extLst>
              <a:ext uri="{FF2B5EF4-FFF2-40B4-BE49-F238E27FC236}">
                <a16:creationId xmlns:a16="http://schemas.microsoft.com/office/drawing/2014/main" id="{D0D0D585-56BA-839A-57B5-E57E4DBC485E}"/>
              </a:ext>
            </a:extLst>
          </p:cNvPr>
          <p:cNvSpPr txBox="1"/>
          <p:nvPr/>
        </p:nvSpPr>
        <p:spPr>
          <a:xfrm>
            <a:off x="323850" y="2519363"/>
            <a:ext cx="3527425" cy="576262"/>
          </a:xfrm>
          <a:prstGeom prst="rect">
            <a:avLst/>
          </a:prstGeom>
          <a:solidFill>
            <a:schemeClr val="accent3"/>
          </a:solidFill>
        </p:spPr>
        <p:txBody>
          <a:bodyPr>
            <a:spAutoFit/>
          </a:bodyPr>
          <a:lstStyle/>
          <a:p>
            <a:pPr>
              <a:defRPr/>
            </a:pPr>
            <a:endParaRPr lang="it-IT" dirty="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1">
            <a:extLst>
              <a:ext uri="{FF2B5EF4-FFF2-40B4-BE49-F238E27FC236}">
                <a16:creationId xmlns:a16="http://schemas.microsoft.com/office/drawing/2014/main" id="{09A0B957-3303-EBF5-D45E-116C6E438A96}"/>
              </a:ext>
            </a:extLst>
          </p:cNvPr>
          <p:cNvSpPr txBox="1">
            <a:spLocks noChangeArrowheads="1"/>
          </p:cNvSpPr>
          <p:nvPr/>
        </p:nvSpPr>
        <p:spPr bwMode="auto">
          <a:xfrm>
            <a:off x="7005638" y="6026150"/>
            <a:ext cx="23320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pPr>
            <a:fld id="{54B43157-6415-42E4-AEC1-BF3BC047E2D2}" type="slidenum">
              <a:rPr lang="it-IT" altLang="it-IT" sz="1400">
                <a:solidFill>
                  <a:srgbClr val="003366"/>
                </a:solidFill>
              </a:rPr>
              <a:pPr eaLnBrk="1" hangingPunct="1">
                <a:lnSpc>
                  <a:spcPct val="100000"/>
                </a:lnSpc>
                <a:spcAft>
                  <a:spcPct val="0"/>
                </a:spcAft>
              </a:pPr>
              <a:t>10</a:t>
            </a:fld>
            <a:endParaRPr lang="it-IT" altLang="it-IT" sz="1400">
              <a:solidFill>
                <a:srgbClr val="003366"/>
              </a:solidFill>
            </a:endParaRPr>
          </a:p>
        </p:txBody>
      </p:sp>
      <p:sp>
        <p:nvSpPr>
          <p:cNvPr id="21507" name="Rectangle 2">
            <a:extLst>
              <a:ext uri="{FF2B5EF4-FFF2-40B4-BE49-F238E27FC236}">
                <a16:creationId xmlns:a16="http://schemas.microsoft.com/office/drawing/2014/main" id="{F3A86978-65A3-B556-4FB5-0180DE161B17}"/>
              </a:ext>
            </a:extLst>
          </p:cNvPr>
          <p:cNvSpPr>
            <a:spLocks noGrp="1" noChangeArrowheads="1"/>
          </p:cNvSpPr>
          <p:nvPr>
            <p:ph type="title"/>
          </p:nvPr>
        </p:nvSpPr>
        <p:spPr>
          <a:xfrm>
            <a:off x="215900" y="0"/>
            <a:ext cx="9288463"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it-IT" sz="3200">
                <a:solidFill>
                  <a:srgbClr val="FF0000"/>
                </a:solidFill>
              </a:rPr>
              <a:t>Registri a scorrimento per effettuare moltiplicazioni e divisioni per potenze di 2</a:t>
            </a:r>
          </a:p>
        </p:txBody>
      </p:sp>
      <p:sp>
        <p:nvSpPr>
          <p:cNvPr id="13316" name="Text Box 3">
            <a:extLst>
              <a:ext uri="{FF2B5EF4-FFF2-40B4-BE49-F238E27FC236}">
                <a16:creationId xmlns:a16="http://schemas.microsoft.com/office/drawing/2014/main" id="{9CF4F907-B8A1-BC00-F472-6FD3D6D18A9C}"/>
              </a:ext>
            </a:extLst>
          </p:cNvPr>
          <p:cNvSpPr txBox="1">
            <a:spLocks noChangeArrowheads="1"/>
          </p:cNvSpPr>
          <p:nvPr/>
        </p:nvSpPr>
        <p:spPr bwMode="auto">
          <a:xfrm>
            <a:off x="287338" y="1368425"/>
            <a:ext cx="9215437" cy="2376488"/>
          </a:xfrm>
          <a:prstGeom prst="rect">
            <a:avLst/>
          </a:prstGeom>
          <a:noFill/>
          <a:ln>
            <a:noFill/>
          </a:ln>
        </p:spPr>
        <p:txBody>
          <a:bodyPr lIns="90000" tIns="45000" rIns="90000" bIns="45000"/>
          <a:lstStyle>
            <a:lvl1pPr marL="431800" indent="-323850">
              <a:lnSpc>
                <a:spcPct val="93000"/>
              </a:lnSpc>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panose="020B0604020202020204" pitchFamily="34" charset="0"/>
                <a:ea typeface="Microsoft YaHei" panose="020B0503020204020204" pitchFamily="34" charset="-122"/>
              </a:defRPr>
            </a:lvl9pPr>
          </a:lstStyle>
          <a:p>
            <a:pPr marL="285750" indent="-285750">
              <a:buFont typeface="Arial" panose="020B0604020202020204" pitchFamily="34" charset="0"/>
              <a:buChar char="•"/>
              <a:defRPr/>
            </a:pPr>
            <a:r>
              <a:rPr lang="it-IT" sz="2000" dirty="0"/>
              <a:t>Le divisioni o moltiplicazioni per due si possono realizzare mediante operazioni di scorrimento verso destra o sinistra rispettivamente dell’operando memorizzato in un registro di questo tipo.</a:t>
            </a:r>
          </a:p>
          <a:p>
            <a:pPr marL="285750" indent="-285750">
              <a:buFont typeface="Arial" panose="020B0604020202020204" pitchFamily="34" charset="0"/>
              <a:buChar char="•"/>
              <a:defRPr/>
            </a:pPr>
            <a:endParaRPr lang="it-IT" sz="2000" dirty="0"/>
          </a:p>
          <a:p>
            <a:pPr marL="285750" indent="-285750">
              <a:buFont typeface="Arial" panose="020B0604020202020204" pitchFamily="34" charset="0"/>
              <a:buChar char="•"/>
              <a:defRPr/>
            </a:pPr>
            <a:r>
              <a:rPr lang="it-IT" sz="2000" dirty="0"/>
              <a:t>Più in generale, uno shift a sinistra di i posizioni (i&gt;0) equivale alla moltiplicazione per 2</a:t>
            </a:r>
            <a:r>
              <a:rPr lang="it-IT" sz="2000" baseline="30000" dirty="0"/>
              <a:t>i</a:t>
            </a:r>
            <a:r>
              <a:rPr lang="it-IT" sz="2000" dirty="0"/>
              <a:t>, mentre uno shift a destra equivale alla divisione per 2</a:t>
            </a:r>
            <a:r>
              <a:rPr lang="it-IT" sz="2000" baseline="30000" dirty="0"/>
              <a:t>i</a:t>
            </a:r>
            <a:r>
              <a:rPr lang="it-IT" sz="2000" dirty="0"/>
              <a:t> </a:t>
            </a:r>
          </a:p>
          <a:p>
            <a:pPr marL="285750" indent="-285750">
              <a:buFont typeface="Arial" panose="020B0604020202020204" pitchFamily="34" charset="0"/>
              <a:buChar char="•"/>
              <a:defRPr/>
            </a:pPr>
            <a:endParaRPr lang="it-IT" sz="2000" baseline="30000" dirty="0"/>
          </a:p>
          <a:p>
            <a:pPr eaLnBrk="1">
              <a:lnSpc>
                <a:spcPct val="100000"/>
              </a:lnSpc>
              <a:spcAft>
                <a:spcPts val="1425"/>
              </a:spcAft>
              <a:buSzPct val="45000"/>
              <a:buFont typeface="Wingdings" panose="05000000000000000000" pitchFamily="2" charset="2"/>
              <a:buChar char=""/>
              <a:defRPr/>
            </a:pPr>
            <a:endParaRPr lang="it-IT" altLang="it-IT" sz="2000" dirty="0">
              <a:solidFill>
                <a:srgbClr val="000000"/>
              </a:solidFill>
              <a:ea typeface="MS PGothic" panose="020B0600070205080204" pitchFamily="34" charset="-128"/>
            </a:endParaRPr>
          </a:p>
        </p:txBody>
      </p:sp>
      <mc:AlternateContent xmlns:mc="http://schemas.openxmlformats.org/markup-compatibility/2006" xmlns:p14="http://schemas.microsoft.com/office/powerpoint/2010/main">
        <mc:Choice Requires="p14">
          <p:contentPart p14:bwMode="auto" r:id="rId3">
            <p14:nvContentPartPr>
              <p14:cNvPr id="25" name="Input penna 24">
                <a:extLst>
                  <a:ext uri="{FF2B5EF4-FFF2-40B4-BE49-F238E27FC236}">
                    <a16:creationId xmlns:a16="http://schemas.microsoft.com/office/drawing/2014/main" id="{44341D9B-DD00-EF35-F7AB-226043CBD201}"/>
                  </a:ext>
                </a:extLst>
              </p14:cNvPr>
              <p14:cNvContentPartPr/>
              <p14:nvPr/>
            </p14:nvContentPartPr>
            <p14:xfrm>
              <a:off x="5757408" y="4176792"/>
              <a:ext cx="37800" cy="40680"/>
            </p14:xfrm>
          </p:contentPart>
        </mc:Choice>
        <mc:Fallback xmlns="">
          <p:pic>
            <p:nvPicPr>
              <p:cNvPr id="25" name="Input penna 24">
                <a:extLst>
                  <a:ext uri="{FF2B5EF4-FFF2-40B4-BE49-F238E27FC236}">
                    <a16:creationId xmlns:a16="http://schemas.microsoft.com/office/drawing/2014/main" id="{44341D9B-DD00-EF35-F7AB-226043CBD201}"/>
                  </a:ext>
                </a:extLst>
              </p:cNvPr>
              <p:cNvPicPr/>
              <p:nvPr/>
            </p:nvPicPr>
            <p:blipFill>
              <a:blip r:embed="rId4"/>
              <a:stretch>
                <a:fillRect/>
              </a:stretch>
            </p:blipFill>
            <p:spPr>
              <a:xfrm>
                <a:off x="5748408" y="4167792"/>
                <a:ext cx="55440" cy="58320"/>
              </a:xfrm>
              <a:prstGeom prst="rect">
                <a:avLst/>
              </a:prstGeom>
            </p:spPr>
          </p:pic>
        </mc:Fallback>
      </mc:AlternateContent>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1">
            <a:extLst>
              <a:ext uri="{FF2B5EF4-FFF2-40B4-BE49-F238E27FC236}">
                <a16:creationId xmlns:a16="http://schemas.microsoft.com/office/drawing/2014/main" id="{8A30BE5F-D51D-84C3-A1C2-23B5BEEA7196}"/>
              </a:ext>
            </a:extLst>
          </p:cNvPr>
          <p:cNvSpPr txBox="1">
            <a:spLocks noChangeArrowheads="1"/>
          </p:cNvSpPr>
          <p:nvPr/>
        </p:nvSpPr>
        <p:spPr bwMode="auto">
          <a:xfrm>
            <a:off x="7005638" y="6026150"/>
            <a:ext cx="23320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pPr>
            <a:fld id="{D664C60B-76BE-4162-AE87-49EAA7CDADBE}" type="slidenum">
              <a:rPr lang="it-IT" altLang="it-IT" sz="1400">
                <a:solidFill>
                  <a:srgbClr val="003366"/>
                </a:solidFill>
              </a:rPr>
              <a:pPr eaLnBrk="1" hangingPunct="1">
                <a:lnSpc>
                  <a:spcPct val="100000"/>
                </a:lnSpc>
                <a:spcAft>
                  <a:spcPct val="0"/>
                </a:spcAft>
              </a:pPr>
              <a:t>11</a:t>
            </a:fld>
            <a:endParaRPr lang="it-IT" altLang="it-IT" sz="1400">
              <a:solidFill>
                <a:srgbClr val="003366"/>
              </a:solidFill>
            </a:endParaRPr>
          </a:p>
        </p:txBody>
      </p:sp>
      <p:sp>
        <p:nvSpPr>
          <p:cNvPr id="23555" name="Rectangle 2">
            <a:extLst>
              <a:ext uri="{FF2B5EF4-FFF2-40B4-BE49-F238E27FC236}">
                <a16:creationId xmlns:a16="http://schemas.microsoft.com/office/drawing/2014/main" id="{45B49D42-9D26-BF73-50CA-5AFB99A59022}"/>
              </a:ext>
            </a:extLst>
          </p:cNvPr>
          <p:cNvSpPr>
            <a:spLocks noGrp="1" noChangeArrowheads="1"/>
          </p:cNvSpPr>
          <p:nvPr>
            <p:ph type="title"/>
          </p:nvPr>
        </p:nvSpPr>
        <p:spPr>
          <a:xfrm>
            <a:off x="215900" y="0"/>
            <a:ext cx="9288463"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it-IT" sz="3200">
                <a:solidFill>
                  <a:srgbClr val="FF0000"/>
                </a:solidFill>
              </a:rPr>
              <a:t>Registri a scorrimento per realizzare contatori</a:t>
            </a:r>
          </a:p>
        </p:txBody>
      </p:sp>
      <p:sp>
        <p:nvSpPr>
          <p:cNvPr id="13316" name="Text Box 3">
            <a:extLst>
              <a:ext uri="{FF2B5EF4-FFF2-40B4-BE49-F238E27FC236}">
                <a16:creationId xmlns:a16="http://schemas.microsoft.com/office/drawing/2014/main" id="{B2194C13-9F97-2A24-0559-B713C56CE610}"/>
              </a:ext>
            </a:extLst>
          </p:cNvPr>
          <p:cNvSpPr txBox="1">
            <a:spLocks noChangeArrowheads="1"/>
          </p:cNvSpPr>
          <p:nvPr/>
        </p:nvSpPr>
        <p:spPr bwMode="auto">
          <a:xfrm>
            <a:off x="287338" y="1368425"/>
            <a:ext cx="9215437" cy="2376488"/>
          </a:xfrm>
          <a:prstGeom prst="rect">
            <a:avLst/>
          </a:prstGeom>
          <a:noFill/>
          <a:ln>
            <a:noFill/>
          </a:ln>
        </p:spPr>
        <p:txBody>
          <a:bodyPr lIns="90000" tIns="45000" rIns="90000" bIns="45000"/>
          <a:lstStyle>
            <a:lvl1pPr marL="431800" indent="-323850">
              <a:lnSpc>
                <a:spcPct val="93000"/>
              </a:lnSpc>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panose="020B0604020202020204" pitchFamily="34" charset="0"/>
                <a:ea typeface="Microsoft YaHei" panose="020B0503020204020204" pitchFamily="34" charset="-122"/>
              </a:defRPr>
            </a:lvl1pPr>
            <a:lvl2pPr>
              <a:lnSpc>
                <a:spcPct val="93000"/>
              </a:lnSpc>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panose="020B0604020202020204" pitchFamily="34" charset="0"/>
                <a:ea typeface="Microsoft YaHei" panose="020B0503020204020204" pitchFamily="34" charset="-122"/>
              </a:defRPr>
            </a:lvl2pPr>
            <a:lvl3pPr>
              <a:lnSpc>
                <a:spcPct val="93000"/>
              </a:lnSpc>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panose="020B0604020202020204" pitchFamily="34" charset="0"/>
                <a:ea typeface="Microsoft YaHei" panose="020B0503020204020204" pitchFamily="34" charset="-122"/>
              </a:defRPr>
            </a:lvl3pPr>
            <a:lvl4pPr>
              <a:lnSpc>
                <a:spcPct val="93000"/>
              </a:lnSpc>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panose="020B0604020202020204" pitchFamily="34" charset="0"/>
                <a:ea typeface="Microsoft YaHei" panose="020B0503020204020204" pitchFamily="34" charset="-122"/>
              </a:defRPr>
            </a:lvl4pPr>
            <a:lvl5pPr>
              <a:lnSpc>
                <a:spcPct val="93000"/>
              </a:lnSpc>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chemeClr val="tx1"/>
                </a:solidFill>
                <a:latin typeface="Arial" panose="020B0604020202020204" pitchFamily="34" charset="0"/>
                <a:ea typeface="Microsoft YaHei" panose="020B0503020204020204" pitchFamily="34" charset="-122"/>
              </a:defRPr>
            </a:lvl9pPr>
          </a:lstStyle>
          <a:p>
            <a:pPr marL="285750" indent="-285750">
              <a:buFont typeface="Arial" panose="020B0604020202020204" pitchFamily="34" charset="0"/>
              <a:buChar char="•"/>
              <a:defRPr/>
            </a:pPr>
            <a:r>
              <a:rPr lang="it-IT" sz="2000" dirty="0"/>
              <a:t>Un registro a scorrimento di n bit può essere utilizzato facilmente come contatore </a:t>
            </a:r>
            <a:r>
              <a:rPr lang="it-IT" sz="2000" dirty="0" err="1"/>
              <a:t>mod</a:t>
            </a:r>
            <a:r>
              <a:rPr lang="it-IT" sz="2000" dirty="0"/>
              <a:t>-n</a:t>
            </a:r>
            <a:endParaRPr lang="it-IT" sz="2000" baseline="30000" dirty="0"/>
          </a:p>
          <a:p>
            <a:pPr eaLnBrk="1">
              <a:lnSpc>
                <a:spcPct val="100000"/>
              </a:lnSpc>
              <a:spcAft>
                <a:spcPts val="1425"/>
              </a:spcAft>
              <a:buSzPct val="45000"/>
              <a:buFont typeface="Wingdings" panose="05000000000000000000" pitchFamily="2" charset="2"/>
              <a:buChar char=""/>
              <a:defRPr/>
            </a:pPr>
            <a:endParaRPr lang="it-IT" altLang="it-IT" sz="2000" dirty="0">
              <a:solidFill>
                <a:srgbClr val="000000"/>
              </a:solidFill>
              <a:ea typeface="MS PGothic" panose="020B0600070205080204" pitchFamily="34" charset="-128"/>
            </a:endParaRPr>
          </a:p>
        </p:txBody>
      </p:sp>
      <p:sp>
        <p:nvSpPr>
          <p:cNvPr id="2" name="Rettangolo 1">
            <a:extLst>
              <a:ext uri="{FF2B5EF4-FFF2-40B4-BE49-F238E27FC236}">
                <a16:creationId xmlns:a16="http://schemas.microsoft.com/office/drawing/2014/main" id="{352AEAF7-2C16-3A4C-9E0B-0CC569BD57D1}"/>
              </a:ext>
            </a:extLst>
          </p:cNvPr>
          <p:cNvSpPr/>
          <p:nvPr/>
        </p:nvSpPr>
        <p:spPr bwMode="auto">
          <a:xfrm>
            <a:off x="755650" y="2663825"/>
            <a:ext cx="792163" cy="576263"/>
          </a:xfrm>
          <a:prstGeom prst="rect">
            <a:avLst/>
          </a:prstGeom>
          <a:solidFill>
            <a:schemeClr val="accent3"/>
          </a:solidFill>
          <a:ln w="9525" cap="flat" cmpd="sng" algn="ctr">
            <a:solidFill>
              <a:schemeClr val="tx1"/>
            </a:solidFill>
            <a:prstDash val="solid"/>
            <a:round/>
            <a:headEnd type="none" w="med" len="med"/>
            <a:tailEnd type="none" w="med" len="med"/>
          </a:ln>
          <a:effectLst/>
        </p:spPr>
        <p:txBody>
          <a:bodyPr anchor="ctr"/>
          <a:lstStyle/>
          <a:p>
            <a:pPr algn="ctr" eaLnBrk="1">
              <a:lnSpc>
                <a:spcPct val="93000"/>
              </a:lnSpc>
              <a:buClr>
                <a:srgbClr val="000000"/>
              </a:buClr>
              <a:buSzPct val="100000"/>
              <a:buFont typeface="Times New Roman" pitchFamily="16" charset="0"/>
              <a:buNone/>
              <a:defRPr/>
            </a:pPr>
            <a:r>
              <a:rPr lang="it-IT" dirty="0">
                <a:latin typeface="Arial" charset="0"/>
                <a:ea typeface="Microsoft YaHei" charset="-122"/>
              </a:rPr>
              <a:t>1</a:t>
            </a:r>
          </a:p>
        </p:txBody>
      </p:sp>
      <p:sp>
        <p:nvSpPr>
          <p:cNvPr id="6" name="Rettangolo 5">
            <a:extLst>
              <a:ext uri="{FF2B5EF4-FFF2-40B4-BE49-F238E27FC236}">
                <a16:creationId xmlns:a16="http://schemas.microsoft.com/office/drawing/2014/main" id="{8556ABE0-C715-2721-6BCB-93A9E5D5FACC}"/>
              </a:ext>
            </a:extLst>
          </p:cNvPr>
          <p:cNvSpPr/>
          <p:nvPr/>
        </p:nvSpPr>
        <p:spPr bwMode="auto">
          <a:xfrm>
            <a:off x="1547813" y="2663825"/>
            <a:ext cx="792162" cy="576263"/>
          </a:xfrm>
          <a:prstGeom prst="rect">
            <a:avLst/>
          </a:prstGeom>
          <a:solidFill>
            <a:schemeClr val="accent3"/>
          </a:solidFill>
          <a:ln w="9525" cap="flat" cmpd="sng" algn="ctr">
            <a:solidFill>
              <a:schemeClr val="tx1"/>
            </a:solidFill>
            <a:prstDash val="solid"/>
            <a:round/>
            <a:headEnd type="none" w="med" len="med"/>
            <a:tailEnd type="none" w="med" len="med"/>
          </a:ln>
          <a:effectLst/>
        </p:spPr>
        <p:txBody>
          <a:bodyPr anchor="ctr"/>
          <a:lstStyle/>
          <a:p>
            <a:pPr algn="ctr" eaLnBrk="1">
              <a:lnSpc>
                <a:spcPct val="93000"/>
              </a:lnSpc>
              <a:buClr>
                <a:srgbClr val="000000"/>
              </a:buClr>
              <a:buSzPct val="100000"/>
              <a:defRPr/>
            </a:pPr>
            <a:r>
              <a:rPr lang="it-IT" dirty="0">
                <a:latin typeface="Arial" charset="0"/>
                <a:ea typeface="Microsoft YaHei" charset="-122"/>
              </a:rPr>
              <a:t>0</a:t>
            </a:r>
          </a:p>
        </p:txBody>
      </p:sp>
      <p:sp>
        <p:nvSpPr>
          <p:cNvPr id="7" name="Rettangolo 6">
            <a:extLst>
              <a:ext uri="{FF2B5EF4-FFF2-40B4-BE49-F238E27FC236}">
                <a16:creationId xmlns:a16="http://schemas.microsoft.com/office/drawing/2014/main" id="{A8DB17D3-E93C-462F-3D03-A4A380AC1388}"/>
              </a:ext>
            </a:extLst>
          </p:cNvPr>
          <p:cNvSpPr/>
          <p:nvPr/>
        </p:nvSpPr>
        <p:spPr bwMode="auto">
          <a:xfrm>
            <a:off x="2339975" y="2663825"/>
            <a:ext cx="792163" cy="576263"/>
          </a:xfrm>
          <a:prstGeom prst="rect">
            <a:avLst/>
          </a:prstGeom>
          <a:solidFill>
            <a:schemeClr val="accent3"/>
          </a:solidFill>
          <a:ln w="9525" cap="flat" cmpd="sng" algn="ctr">
            <a:solidFill>
              <a:schemeClr val="tx1"/>
            </a:solidFill>
            <a:prstDash val="solid"/>
            <a:round/>
            <a:headEnd type="none" w="med" len="med"/>
            <a:tailEnd type="none" w="med" len="med"/>
          </a:ln>
          <a:effectLst/>
        </p:spPr>
        <p:txBody>
          <a:bodyPr anchor="ctr"/>
          <a:lstStyle/>
          <a:p>
            <a:pPr algn="ctr" eaLnBrk="1">
              <a:lnSpc>
                <a:spcPct val="93000"/>
              </a:lnSpc>
              <a:buClr>
                <a:srgbClr val="000000"/>
              </a:buClr>
              <a:buSzPct val="100000"/>
              <a:buFont typeface="Times New Roman" pitchFamily="16" charset="0"/>
              <a:buNone/>
              <a:defRPr/>
            </a:pPr>
            <a:r>
              <a:rPr lang="it-IT" dirty="0">
                <a:latin typeface="Arial" charset="0"/>
                <a:ea typeface="Microsoft YaHei" charset="-122"/>
              </a:rPr>
              <a:t>0</a:t>
            </a:r>
          </a:p>
        </p:txBody>
      </p:sp>
      <p:sp>
        <p:nvSpPr>
          <p:cNvPr id="8" name="Rettangolo 7">
            <a:extLst>
              <a:ext uri="{FF2B5EF4-FFF2-40B4-BE49-F238E27FC236}">
                <a16:creationId xmlns:a16="http://schemas.microsoft.com/office/drawing/2014/main" id="{6194567C-1FE1-5CA3-7F63-CEF605B5ECA4}"/>
              </a:ext>
            </a:extLst>
          </p:cNvPr>
          <p:cNvSpPr/>
          <p:nvPr/>
        </p:nvSpPr>
        <p:spPr bwMode="auto">
          <a:xfrm>
            <a:off x="3132138" y="2663825"/>
            <a:ext cx="792162" cy="576263"/>
          </a:xfrm>
          <a:prstGeom prst="rect">
            <a:avLst/>
          </a:prstGeom>
          <a:solidFill>
            <a:schemeClr val="accent3"/>
          </a:solidFill>
          <a:ln w="9525" cap="flat" cmpd="sng" algn="ctr">
            <a:solidFill>
              <a:schemeClr val="tx1"/>
            </a:solidFill>
            <a:prstDash val="solid"/>
            <a:round/>
            <a:headEnd type="none" w="med" len="med"/>
            <a:tailEnd type="none" w="med" len="med"/>
          </a:ln>
          <a:effectLst/>
        </p:spPr>
        <p:txBody>
          <a:bodyPr anchor="ctr"/>
          <a:lstStyle/>
          <a:p>
            <a:pPr algn="ctr" eaLnBrk="1">
              <a:lnSpc>
                <a:spcPct val="93000"/>
              </a:lnSpc>
              <a:buClr>
                <a:srgbClr val="000000"/>
              </a:buClr>
              <a:buSzPct val="100000"/>
              <a:buFont typeface="Times New Roman" pitchFamily="16" charset="0"/>
              <a:buNone/>
              <a:defRPr/>
            </a:pPr>
            <a:r>
              <a:rPr lang="it-IT" dirty="0">
                <a:latin typeface="Arial" charset="0"/>
                <a:ea typeface="Microsoft YaHei" charset="-122"/>
              </a:rPr>
              <a:t>0</a:t>
            </a:r>
          </a:p>
        </p:txBody>
      </p:sp>
      <p:cxnSp>
        <p:nvCxnSpPr>
          <p:cNvPr id="23561" name="Connettore a gomito 3">
            <a:extLst>
              <a:ext uri="{FF2B5EF4-FFF2-40B4-BE49-F238E27FC236}">
                <a16:creationId xmlns:a16="http://schemas.microsoft.com/office/drawing/2014/main" id="{EF375E6E-D192-A608-9CEA-584142485C6F}"/>
              </a:ext>
            </a:extLst>
          </p:cNvPr>
          <p:cNvCxnSpPr>
            <a:cxnSpLocks noChangeShapeType="1"/>
            <a:endCxn id="2" idx="1"/>
          </p:cNvCxnSpPr>
          <p:nvPr/>
        </p:nvCxnSpPr>
        <p:spPr bwMode="auto">
          <a:xfrm rot="10800000">
            <a:off x="755650" y="2952750"/>
            <a:ext cx="3168650" cy="12700"/>
          </a:xfrm>
          <a:prstGeom prst="bentConnector5">
            <a:avLst>
              <a:gd name="adj1" fmla="val -7296"/>
              <a:gd name="adj2" fmla="val 4067968"/>
              <a:gd name="adj3" fmla="val 107213"/>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3562" name="CasellaDiTesto 8">
            <a:extLst>
              <a:ext uri="{FF2B5EF4-FFF2-40B4-BE49-F238E27FC236}">
                <a16:creationId xmlns:a16="http://schemas.microsoft.com/office/drawing/2014/main" id="{1200F738-EF94-BDFF-2039-0DA674A4398D}"/>
              </a:ext>
            </a:extLst>
          </p:cNvPr>
          <p:cNvSpPr txBox="1">
            <a:spLocks noChangeArrowheads="1"/>
          </p:cNvSpPr>
          <p:nvPr/>
        </p:nvSpPr>
        <p:spPr bwMode="auto">
          <a:xfrm>
            <a:off x="827088" y="3455988"/>
            <a:ext cx="208915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it-IT" altLang="it-IT"/>
              <a:t>1000</a:t>
            </a:r>
          </a:p>
          <a:p>
            <a:r>
              <a:rPr lang="it-IT" altLang="it-IT"/>
              <a:t>0100</a:t>
            </a:r>
          </a:p>
          <a:p>
            <a:r>
              <a:rPr lang="it-IT" altLang="it-IT"/>
              <a:t>0010</a:t>
            </a:r>
          </a:p>
          <a:p>
            <a:r>
              <a:rPr lang="it-IT" altLang="it-IT"/>
              <a:t>0001</a:t>
            </a:r>
          </a:p>
          <a:p>
            <a:r>
              <a:rPr lang="it-IT" altLang="it-IT"/>
              <a:t>1000</a:t>
            </a:r>
          </a:p>
          <a:p>
            <a:r>
              <a:rPr lang="it-IT" altLang="it-IT"/>
              <a:t>….</a:t>
            </a:r>
          </a:p>
        </p:txBody>
      </p:sp>
      <p:sp>
        <p:nvSpPr>
          <p:cNvPr id="23563" name="CasellaDiTesto 9">
            <a:extLst>
              <a:ext uri="{FF2B5EF4-FFF2-40B4-BE49-F238E27FC236}">
                <a16:creationId xmlns:a16="http://schemas.microsoft.com/office/drawing/2014/main" id="{BAEAD17C-5FBB-B070-153B-AA38E829430D}"/>
              </a:ext>
            </a:extLst>
          </p:cNvPr>
          <p:cNvSpPr txBox="1">
            <a:spLocks noChangeArrowheads="1"/>
          </p:cNvSpPr>
          <p:nvPr/>
        </p:nvSpPr>
        <p:spPr bwMode="auto">
          <a:xfrm>
            <a:off x="4859338" y="2125663"/>
            <a:ext cx="4321175" cy="92233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r>
              <a:rPr lang="it-IT" altLang="it-IT"/>
              <a:t>Questa architettura è più dispendiosa del progetto classico poiché usa 4 flip-flop laddove invece ne basterebbero 2</a:t>
            </a:r>
          </a:p>
        </p:txBody>
      </p:sp>
      <p:sp>
        <p:nvSpPr>
          <p:cNvPr id="23564" name="CasellaDiTesto 10">
            <a:extLst>
              <a:ext uri="{FF2B5EF4-FFF2-40B4-BE49-F238E27FC236}">
                <a16:creationId xmlns:a16="http://schemas.microsoft.com/office/drawing/2014/main" id="{D3A1396D-540D-72AB-8178-2A7254E4AC1C}"/>
              </a:ext>
            </a:extLst>
          </p:cNvPr>
          <p:cNvSpPr txBox="1">
            <a:spLocks noChangeArrowheads="1"/>
          </p:cNvSpPr>
          <p:nvPr/>
        </p:nvSpPr>
        <p:spPr bwMode="auto">
          <a:xfrm>
            <a:off x="1835150" y="3459163"/>
            <a:ext cx="2376488"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it-IT" altLang="it-IT"/>
              <a:t>Il conteggio massimo viene raggiunto ad esempio quando l’1 arriva nell’ultima posizione</a:t>
            </a:r>
          </a:p>
        </p:txBody>
      </p:sp>
      <mc:AlternateContent xmlns:mc="http://schemas.openxmlformats.org/markup-compatibility/2006" xmlns:p14="http://schemas.microsoft.com/office/powerpoint/2010/main">
        <mc:Choice Requires="p14">
          <p:contentPart p14:bwMode="auto" r:id="rId3">
            <p14:nvContentPartPr>
              <p14:cNvPr id="9" name="Input penna 8">
                <a:extLst>
                  <a:ext uri="{FF2B5EF4-FFF2-40B4-BE49-F238E27FC236}">
                    <a16:creationId xmlns:a16="http://schemas.microsoft.com/office/drawing/2014/main" id="{CA43CB64-4C8B-D387-05F4-3345B8989AA0}"/>
                  </a:ext>
                </a:extLst>
              </p14:cNvPr>
              <p14:cNvContentPartPr/>
              <p14:nvPr/>
            </p14:nvContentPartPr>
            <p14:xfrm>
              <a:off x="1351368" y="2950632"/>
              <a:ext cx="5400" cy="2160"/>
            </p14:xfrm>
          </p:contentPart>
        </mc:Choice>
        <mc:Fallback xmlns="">
          <p:pic>
            <p:nvPicPr>
              <p:cNvPr id="9" name="Input penna 8">
                <a:extLst>
                  <a:ext uri="{FF2B5EF4-FFF2-40B4-BE49-F238E27FC236}">
                    <a16:creationId xmlns:a16="http://schemas.microsoft.com/office/drawing/2014/main" id="{CA43CB64-4C8B-D387-05F4-3345B8989AA0}"/>
                  </a:ext>
                </a:extLst>
              </p:cNvPr>
              <p:cNvPicPr/>
              <p:nvPr/>
            </p:nvPicPr>
            <p:blipFill>
              <a:blip r:embed="rId4"/>
              <a:stretch>
                <a:fillRect/>
              </a:stretch>
            </p:blipFill>
            <p:spPr>
              <a:xfrm>
                <a:off x="1342368" y="2941632"/>
                <a:ext cx="2304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put penna 9">
                <a:extLst>
                  <a:ext uri="{FF2B5EF4-FFF2-40B4-BE49-F238E27FC236}">
                    <a16:creationId xmlns:a16="http://schemas.microsoft.com/office/drawing/2014/main" id="{49A7F93A-B0C0-79C7-DC03-74D1402474E9}"/>
                  </a:ext>
                </a:extLst>
              </p14:cNvPr>
              <p14:cNvContentPartPr/>
              <p14:nvPr/>
            </p14:nvContentPartPr>
            <p14:xfrm>
              <a:off x="1755648" y="2971512"/>
              <a:ext cx="22320" cy="3240"/>
            </p14:xfrm>
          </p:contentPart>
        </mc:Choice>
        <mc:Fallback xmlns="">
          <p:pic>
            <p:nvPicPr>
              <p:cNvPr id="10" name="Input penna 9">
                <a:extLst>
                  <a:ext uri="{FF2B5EF4-FFF2-40B4-BE49-F238E27FC236}">
                    <a16:creationId xmlns:a16="http://schemas.microsoft.com/office/drawing/2014/main" id="{49A7F93A-B0C0-79C7-DC03-74D1402474E9}"/>
                  </a:ext>
                </a:extLst>
              </p:cNvPr>
              <p:cNvPicPr/>
              <p:nvPr/>
            </p:nvPicPr>
            <p:blipFill>
              <a:blip r:embed="rId6"/>
              <a:stretch>
                <a:fillRect/>
              </a:stretch>
            </p:blipFill>
            <p:spPr>
              <a:xfrm>
                <a:off x="1746648" y="2962512"/>
                <a:ext cx="3996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put penna 11">
                <a:extLst>
                  <a:ext uri="{FF2B5EF4-FFF2-40B4-BE49-F238E27FC236}">
                    <a16:creationId xmlns:a16="http://schemas.microsoft.com/office/drawing/2014/main" id="{9A1FCA8A-0584-1D82-5C83-232141368A73}"/>
                  </a:ext>
                </a:extLst>
              </p14:cNvPr>
              <p14:cNvContentPartPr/>
              <p14:nvPr/>
            </p14:nvContentPartPr>
            <p14:xfrm>
              <a:off x="3428928" y="2849112"/>
              <a:ext cx="5040" cy="23760"/>
            </p14:xfrm>
          </p:contentPart>
        </mc:Choice>
        <mc:Fallback xmlns="">
          <p:pic>
            <p:nvPicPr>
              <p:cNvPr id="12" name="Input penna 11">
                <a:extLst>
                  <a:ext uri="{FF2B5EF4-FFF2-40B4-BE49-F238E27FC236}">
                    <a16:creationId xmlns:a16="http://schemas.microsoft.com/office/drawing/2014/main" id="{9A1FCA8A-0584-1D82-5C83-232141368A73}"/>
                  </a:ext>
                </a:extLst>
              </p:cNvPr>
              <p:cNvPicPr/>
              <p:nvPr/>
            </p:nvPicPr>
            <p:blipFill>
              <a:blip r:embed="rId8"/>
              <a:stretch>
                <a:fillRect/>
              </a:stretch>
            </p:blipFill>
            <p:spPr>
              <a:xfrm>
                <a:off x="3419928" y="2840112"/>
                <a:ext cx="22680" cy="41400"/>
              </a:xfrm>
              <a:prstGeom prst="rect">
                <a:avLst/>
              </a:prstGeom>
            </p:spPr>
          </p:pic>
        </mc:Fallback>
      </mc:AlternateContent>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1">
            <a:extLst>
              <a:ext uri="{FF2B5EF4-FFF2-40B4-BE49-F238E27FC236}">
                <a16:creationId xmlns:a16="http://schemas.microsoft.com/office/drawing/2014/main" id="{5C45C9E7-DFA1-C2FB-972C-9C295F31F021}"/>
              </a:ext>
            </a:extLst>
          </p:cNvPr>
          <p:cNvSpPr txBox="1">
            <a:spLocks noChangeArrowheads="1"/>
          </p:cNvSpPr>
          <p:nvPr/>
        </p:nvSpPr>
        <p:spPr bwMode="auto">
          <a:xfrm>
            <a:off x="1008063" y="576263"/>
            <a:ext cx="7843837" cy="5176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28224" rIns="0" bIns="0" anchor="ctr"/>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sz="2000">
                <a:solidFill>
                  <a:srgbClr val="000000"/>
                </a:solidFill>
                <a:latin typeface="Arial" panose="020B0604020202020204" pitchFamily="34" charset="0"/>
                <a:ea typeface="MS PGothic" panose="020B0600070205080204" pitchFamily="34" charset="-128"/>
              </a:defRPr>
            </a:lvl9pPr>
          </a:lstStyle>
          <a:p>
            <a:pPr algn="ctr" eaLnBrk="1">
              <a:spcAft>
                <a:spcPct val="0"/>
              </a:spcAft>
            </a:pPr>
            <a:r>
              <a:rPr lang="it-IT" altLang="it-IT" sz="4400">
                <a:solidFill>
                  <a:srgbClr val="FF3333"/>
                </a:solidFill>
                <a:ea typeface="Microsoft YaHei" panose="020B0503020204020204" pitchFamily="34" charset="-122"/>
              </a:rPr>
              <a:t>Contatori</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4">
            <a:extLst>
              <a:ext uri="{FF2B5EF4-FFF2-40B4-BE49-F238E27FC236}">
                <a16:creationId xmlns:a16="http://schemas.microsoft.com/office/drawing/2014/main" id="{9D97B846-5C6F-CF86-2516-E9E30D3595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75" y="3684588"/>
            <a:ext cx="2314575"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27651" name="Text Box 1">
            <a:extLst>
              <a:ext uri="{FF2B5EF4-FFF2-40B4-BE49-F238E27FC236}">
                <a16:creationId xmlns:a16="http://schemas.microsoft.com/office/drawing/2014/main" id="{E97C7915-B94E-D11C-8B22-81461C1DB09B}"/>
              </a:ext>
            </a:extLst>
          </p:cNvPr>
          <p:cNvSpPr txBox="1">
            <a:spLocks noChangeArrowheads="1"/>
          </p:cNvSpPr>
          <p:nvPr/>
        </p:nvSpPr>
        <p:spPr bwMode="auto">
          <a:xfrm>
            <a:off x="7005638" y="6026150"/>
            <a:ext cx="23320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pPr>
            <a:fld id="{4F4BEE92-841A-4E93-ACCB-1CB7C7D1665D}" type="slidenum">
              <a:rPr lang="it-IT" altLang="it-IT" sz="1400">
                <a:solidFill>
                  <a:srgbClr val="003366"/>
                </a:solidFill>
              </a:rPr>
              <a:pPr eaLnBrk="1" hangingPunct="1">
                <a:lnSpc>
                  <a:spcPct val="100000"/>
                </a:lnSpc>
                <a:spcAft>
                  <a:spcPct val="0"/>
                </a:spcAft>
              </a:pPr>
              <a:t>13</a:t>
            </a:fld>
            <a:endParaRPr lang="it-IT" altLang="it-IT" sz="1400">
              <a:solidFill>
                <a:srgbClr val="003366"/>
              </a:solidFill>
            </a:endParaRPr>
          </a:p>
        </p:txBody>
      </p:sp>
      <p:sp>
        <p:nvSpPr>
          <p:cNvPr id="27652" name="Rectangle 2">
            <a:extLst>
              <a:ext uri="{FF2B5EF4-FFF2-40B4-BE49-F238E27FC236}">
                <a16:creationId xmlns:a16="http://schemas.microsoft.com/office/drawing/2014/main" id="{135CA171-F299-F31C-50C1-B372AE93AB83}"/>
              </a:ext>
            </a:extLst>
          </p:cNvPr>
          <p:cNvSpPr>
            <a:spLocks noGrp="1" noChangeArrowheads="1"/>
          </p:cNvSpPr>
          <p:nvPr>
            <p:ph type="title"/>
          </p:nvPr>
        </p:nvSpPr>
        <p:spPr>
          <a:xfrm>
            <a:off x="323850" y="215900"/>
            <a:ext cx="7843838"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Lst>
            </a:pPr>
            <a:r>
              <a:rPr lang="en-GB" altLang="it-IT" sz="4400">
                <a:solidFill>
                  <a:srgbClr val="FF0000"/>
                </a:solidFill>
              </a:rPr>
              <a:t>Contatori </a:t>
            </a:r>
          </a:p>
        </p:txBody>
      </p:sp>
      <p:sp>
        <p:nvSpPr>
          <p:cNvPr id="27653" name="Text Box 3">
            <a:extLst>
              <a:ext uri="{FF2B5EF4-FFF2-40B4-BE49-F238E27FC236}">
                <a16:creationId xmlns:a16="http://schemas.microsoft.com/office/drawing/2014/main" id="{E51EDD3A-308E-6279-8F70-B333E7511F36}"/>
              </a:ext>
            </a:extLst>
          </p:cNvPr>
          <p:cNvSpPr txBox="1">
            <a:spLocks noChangeArrowheads="1"/>
          </p:cNvSpPr>
          <p:nvPr/>
        </p:nvSpPr>
        <p:spPr bwMode="auto">
          <a:xfrm>
            <a:off x="130175" y="1179513"/>
            <a:ext cx="9013825"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2900">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Arial" panose="020B0604020202020204" pitchFamily="34" charset="0"/>
                <a:ea typeface="MS PGothic" panose="020B0600070205080204" pitchFamily="34" charset="-128"/>
              </a:defRPr>
            </a:lvl1pPr>
            <a:lvl2pPr indent="-342900">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9pPr>
          </a:lstStyle>
          <a:p>
            <a:pPr algn="just" eaLnBrk="1" hangingPunct="1">
              <a:lnSpc>
                <a:spcPct val="100000"/>
              </a:lnSpc>
              <a:spcBef>
                <a:spcPts val="638"/>
              </a:spcBef>
              <a:spcAft>
                <a:spcPct val="0"/>
              </a:spcAft>
              <a:buClr>
                <a:srgbClr val="003366"/>
              </a:buClr>
              <a:buFont typeface="Arial" panose="020B0604020202020204" pitchFamily="34" charset="0"/>
              <a:buChar char="•"/>
            </a:pPr>
            <a:r>
              <a:rPr lang="it-IT" altLang="it-IT" sz="2000"/>
              <a:t>Nella sua forma più semplice un contatore è una macchina di Moore priva di ingressi dato, che evolve attraverso una sequenza predefinita di stati di conteggio in corrispondenza di un impulso di conteggio (quando l’impulso non è presente il contatore non evolve)</a:t>
            </a:r>
          </a:p>
          <a:p>
            <a:pPr lvl="1" algn="just" eaLnBrk="1" hangingPunct="1">
              <a:lnSpc>
                <a:spcPct val="100000"/>
              </a:lnSpc>
              <a:spcBef>
                <a:spcPts val="638"/>
              </a:spcBef>
              <a:spcAft>
                <a:spcPct val="0"/>
              </a:spcAft>
              <a:buClr>
                <a:srgbClr val="003366"/>
              </a:buClr>
              <a:buFont typeface="Wingdings" panose="05000000000000000000" pitchFamily="2" charset="2"/>
              <a:buChar char="§"/>
            </a:pPr>
            <a:r>
              <a:rPr lang="it-IT" altLang="it-IT" sz="1800"/>
              <a:t>per i problemi di tempificazione trattati nelle lezioni precedenti, l’impulso di conteggio deve avere una durata molto piccola per non consentire un’evoluzione fra più di due stati consecutivi, oppure se ne deve considerare la variazione da 0 a 1 (fronte di salita) o da 1 a 0 (fronte di discesa) per cambiare stato</a:t>
            </a:r>
          </a:p>
        </p:txBody>
      </p:sp>
      <p:pic>
        <p:nvPicPr>
          <p:cNvPr id="27654" name="Picture 5">
            <a:extLst>
              <a:ext uri="{FF2B5EF4-FFF2-40B4-BE49-F238E27FC236}">
                <a16:creationId xmlns:a16="http://schemas.microsoft.com/office/drawing/2014/main" id="{04218F19-70F8-E1A6-F0AF-F0ACEBA2EC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9038" y="5070475"/>
            <a:ext cx="25336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27655" name="Text Box 6">
            <a:extLst>
              <a:ext uri="{FF2B5EF4-FFF2-40B4-BE49-F238E27FC236}">
                <a16:creationId xmlns:a16="http://schemas.microsoft.com/office/drawing/2014/main" id="{E82B10F8-0A97-645E-1AED-69E875E616B0}"/>
              </a:ext>
            </a:extLst>
          </p:cNvPr>
          <p:cNvSpPr txBox="1">
            <a:spLocks noChangeArrowheads="1"/>
          </p:cNvSpPr>
          <p:nvPr/>
        </p:nvSpPr>
        <p:spPr bwMode="auto">
          <a:xfrm>
            <a:off x="5032375" y="4392613"/>
            <a:ext cx="4089400" cy="1511300"/>
          </a:xfrm>
          <a:prstGeom prst="rect">
            <a:avLst/>
          </a:prstGeom>
          <a:noFill/>
          <a:ln w="9525">
            <a:solidFill>
              <a:srgbClr val="FFC000"/>
            </a:solidFill>
            <a:round/>
            <a:headEnd/>
            <a:tailEnd/>
          </a:ln>
          <a:extLst>
            <a:ext uri="{909E8E84-426E-40DD-AFC4-6F175D3DCCD1}">
              <a14:hiddenFill xmlns:a14="http://schemas.microsoft.com/office/drawing/2010/main">
                <a:solidFill>
                  <a:srgbClr val="FFFFFF"/>
                </a:solidFill>
              </a14:hiddenFill>
            </a:ext>
          </a:extLst>
        </p:spPr>
        <p:txBody>
          <a:bodyPr lIns="90000" tIns="60876" rIns="90000" bIns="45000"/>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Arial" panose="020B0604020202020204" pitchFamily="34" charset="0"/>
                <a:ea typeface="MS PGothic" panose="020B0600070205080204" pitchFamily="34" charset="-128"/>
              </a:defRPr>
            </a:lvl9pPr>
          </a:lstStyle>
          <a:p>
            <a:pPr eaLnBrk="1">
              <a:spcAft>
                <a:spcPct val="0"/>
              </a:spcAft>
              <a:buSzPct val="45000"/>
            </a:pPr>
            <a:r>
              <a:rPr lang="it-IT" altLang="it-IT" sz="1600">
                <a:ea typeface="Microsoft YaHei" panose="020B0503020204020204" pitchFamily="34" charset="-122"/>
              </a:rPr>
              <a:t>Un contatore parte tipicamente da uno stato di </a:t>
            </a:r>
            <a:r>
              <a:rPr lang="it-IT" altLang="it-IT" sz="1600" i="1">
                <a:ea typeface="Microsoft YaHei" panose="020B0503020204020204" pitchFamily="34" charset="-122"/>
              </a:rPr>
              <a:t>reset</a:t>
            </a:r>
            <a:r>
              <a:rPr lang="it-IT" altLang="it-IT" sz="1600">
                <a:ea typeface="Microsoft YaHei" panose="020B0503020204020204" pitchFamily="34" charset="-122"/>
              </a:rPr>
              <a:t>, in cui si riporta ogni volta che in ingresso viene posto un </a:t>
            </a:r>
            <a:r>
              <a:rPr lang="it-IT" altLang="it-IT" sz="1600" b="1">
                <a:ea typeface="Microsoft YaHei" panose="020B0503020204020204" pitchFamily="34" charset="-122"/>
              </a:rPr>
              <a:t>segnale di reset</a:t>
            </a:r>
            <a:endParaRPr lang="it-IT" altLang="it-IT" sz="1600">
              <a:ea typeface="Microsoft YaHei" panose="020B0503020204020204" pitchFamily="34" charset="-122"/>
            </a:endParaRPr>
          </a:p>
          <a:p>
            <a:pPr eaLnBrk="1">
              <a:spcAft>
                <a:spcPct val="0"/>
              </a:spcAft>
              <a:buSzPct val="45000"/>
            </a:pPr>
            <a:r>
              <a:rPr lang="it-IT" altLang="it-IT" sz="1600">
                <a:ea typeface="Microsoft YaHei" panose="020B0503020204020204" pitchFamily="34" charset="-122"/>
              </a:rPr>
              <a:t>L'uscita di un contatore Z è il </a:t>
            </a:r>
            <a:r>
              <a:rPr lang="it-IT" altLang="it-IT" sz="1600" b="1">
                <a:ea typeface="Microsoft YaHei" panose="020B0503020204020204" pitchFamily="34" charset="-122"/>
              </a:rPr>
              <a:t>valore di conteggio</a:t>
            </a:r>
            <a:r>
              <a:rPr lang="it-IT" altLang="it-IT" sz="1600">
                <a:ea typeface="Microsoft YaHei" panose="020B0503020204020204" pitchFamily="34" charset="-122"/>
              </a:rPr>
              <a:t> corrente del contatore</a:t>
            </a:r>
          </a:p>
        </p:txBody>
      </p:sp>
      <p:sp>
        <p:nvSpPr>
          <p:cNvPr id="27656" name="Rettangolo 1">
            <a:extLst>
              <a:ext uri="{FF2B5EF4-FFF2-40B4-BE49-F238E27FC236}">
                <a16:creationId xmlns:a16="http://schemas.microsoft.com/office/drawing/2014/main" id="{A46ED1D3-091E-FC5E-ED09-07770D9BDFD8}"/>
              </a:ext>
            </a:extLst>
          </p:cNvPr>
          <p:cNvSpPr>
            <a:spLocks noChangeArrowheads="1"/>
          </p:cNvSpPr>
          <p:nvPr/>
        </p:nvSpPr>
        <p:spPr bwMode="auto">
          <a:xfrm>
            <a:off x="3924300" y="3735388"/>
            <a:ext cx="5197475" cy="58420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algn="just" eaLnBrk="1" hangingPunct="1">
              <a:spcBef>
                <a:spcPts val="638"/>
              </a:spcBef>
              <a:buClr>
                <a:srgbClr val="003366"/>
              </a:buClr>
              <a:buSzPct val="100000"/>
              <a:buFont typeface="Times New Roman" panose="02020603050405020304" pitchFamily="18" charset="0"/>
              <a:buNone/>
            </a:pPr>
            <a:r>
              <a:rPr lang="it-IT" altLang="it-IT" sz="1600">
                <a:solidFill>
                  <a:srgbClr val="000000"/>
                </a:solidFill>
                <a:ea typeface="MS PGothic" panose="020B0600070205080204" pitchFamily="34" charset="-128"/>
              </a:rPr>
              <a:t>La lunghezza n della sequenza di stati attraversati da un contatore si dice </a:t>
            </a:r>
            <a:r>
              <a:rPr lang="it-IT" altLang="it-IT" sz="1600" i="1">
                <a:solidFill>
                  <a:srgbClr val="000000"/>
                </a:solidFill>
                <a:ea typeface="MS PGothic" panose="020B0600070205080204" pitchFamily="34" charset="-128"/>
              </a:rPr>
              <a:t>modulo</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1">
            <a:extLst>
              <a:ext uri="{FF2B5EF4-FFF2-40B4-BE49-F238E27FC236}">
                <a16:creationId xmlns:a16="http://schemas.microsoft.com/office/drawing/2014/main" id="{FB198F51-D80F-DBFF-34AB-1A6045BB1B5A}"/>
              </a:ext>
            </a:extLst>
          </p:cNvPr>
          <p:cNvSpPr txBox="1">
            <a:spLocks noChangeArrowheads="1"/>
          </p:cNvSpPr>
          <p:nvPr/>
        </p:nvSpPr>
        <p:spPr bwMode="auto">
          <a:xfrm>
            <a:off x="7005638" y="6026150"/>
            <a:ext cx="23320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pPr>
            <a:fld id="{BE217BDB-6BD8-44CC-8BCD-AEBD44942121}" type="slidenum">
              <a:rPr lang="it-IT" altLang="it-IT" sz="1400">
                <a:solidFill>
                  <a:srgbClr val="003366"/>
                </a:solidFill>
              </a:rPr>
              <a:pPr eaLnBrk="1" hangingPunct="1">
                <a:lnSpc>
                  <a:spcPct val="100000"/>
                </a:lnSpc>
                <a:spcAft>
                  <a:spcPct val="0"/>
                </a:spcAft>
              </a:pPr>
              <a:t>14</a:t>
            </a:fld>
            <a:endParaRPr lang="it-IT" altLang="it-IT" sz="1400">
              <a:solidFill>
                <a:srgbClr val="003366"/>
              </a:solidFill>
            </a:endParaRPr>
          </a:p>
        </p:txBody>
      </p:sp>
      <p:sp>
        <p:nvSpPr>
          <p:cNvPr id="29699" name="Rectangle 2">
            <a:extLst>
              <a:ext uri="{FF2B5EF4-FFF2-40B4-BE49-F238E27FC236}">
                <a16:creationId xmlns:a16="http://schemas.microsoft.com/office/drawing/2014/main" id="{D78F52C4-DE86-2019-31B4-A4BCABE02503}"/>
              </a:ext>
            </a:extLst>
          </p:cNvPr>
          <p:cNvSpPr>
            <a:spLocks noGrp="1" noChangeArrowheads="1"/>
          </p:cNvSpPr>
          <p:nvPr>
            <p:ph type="title"/>
          </p:nvPr>
        </p:nvSpPr>
        <p:spPr>
          <a:xfrm>
            <a:off x="180975" y="288925"/>
            <a:ext cx="9720263" cy="9350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Lst>
            </a:pPr>
            <a:r>
              <a:rPr lang="en-GB" altLang="it-IT" sz="3600">
                <a:solidFill>
                  <a:srgbClr val="FF0000"/>
                </a:solidFill>
              </a:rPr>
              <a:t>Progetto di contatori come macchine sincrone</a:t>
            </a:r>
          </a:p>
        </p:txBody>
      </p:sp>
      <p:sp>
        <p:nvSpPr>
          <p:cNvPr id="29700" name="Text Box 3">
            <a:extLst>
              <a:ext uri="{FF2B5EF4-FFF2-40B4-BE49-F238E27FC236}">
                <a16:creationId xmlns:a16="http://schemas.microsoft.com/office/drawing/2014/main" id="{CBB2AFF2-8F52-1292-6742-E84AA37C0384}"/>
              </a:ext>
            </a:extLst>
          </p:cNvPr>
          <p:cNvSpPr txBox="1">
            <a:spLocks noChangeArrowheads="1"/>
          </p:cNvSpPr>
          <p:nvPr/>
        </p:nvSpPr>
        <p:spPr bwMode="auto">
          <a:xfrm>
            <a:off x="252413" y="1368425"/>
            <a:ext cx="9085262" cy="475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2900">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Arial" panose="020B0604020202020204" pitchFamily="34" charset="0"/>
                <a:ea typeface="MS PGothic" panose="020B0600070205080204" pitchFamily="34" charset="-128"/>
              </a:defRPr>
            </a:lvl1pPr>
            <a:lvl2pPr indent="-342900">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9pPr>
          </a:lstStyle>
          <a:p>
            <a:pPr algn="just" eaLnBrk="1" hangingPunct="1">
              <a:lnSpc>
                <a:spcPct val="100000"/>
              </a:lnSpc>
              <a:spcBef>
                <a:spcPts val="638"/>
              </a:spcBef>
              <a:spcAft>
                <a:spcPct val="0"/>
              </a:spcAft>
              <a:buClr>
                <a:srgbClr val="003366"/>
              </a:buClr>
              <a:buFont typeface="Arial" panose="020B0604020202020204" pitchFamily="34" charset="0"/>
              <a:buChar char="•"/>
            </a:pPr>
            <a:r>
              <a:rPr lang="it-IT" altLang="it-IT" sz="2000"/>
              <a:t>I contatori possono essere progettati come macchine sincrone seguendo la procedura vista per le macchine sincrone in generale: si parte dall’automa, si scelgono i flip-flop e si procede con la sintesi, identificando la rete combinatoria minima che consente di determinare lo stato prossimo.</a:t>
            </a:r>
          </a:p>
          <a:p>
            <a:pPr lvl="1" algn="just" eaLnBrk="1" hangingPunct="1">
              <a:lnSpc>
                <a:spcPct val="100000"/>
              </a:lnSpc>
              <a:spcBef>
                <a:spcPts val="638"/>
              </a:spcBef>
              <a:spcAft>
                <a:spcPct val="0"/>
              </a:spcAft>
              <a:buClr>
                <a:srgbClr val="003366"/>
              </a:buClr>
              <a:buFont typeface="Wingdings" panose="05000000000000000000" pitchFamily="2" charset="2"/>
              <a:buChar char="§"/>
            </a:pPr>
            <a:r>
              <a:rPr lang="it-IT" altLang="it-IT" sz="1800"/>
              <a:t>Nella loro forma più semplice i contatori hanno solo il segnale di tempificazione (impulso di conteggio o clock) in ingresso, ma </a:t>
            </a:r>
            <a:r>
              <a:rPr lang="it-IT" altLang="it-IT" sz="1800" u="sng"/>
              <a:t>potrebbero esserci ingressi aggiuntivi, come il </a:t>
            </a:r>
            <a:r>
              <a:rPr lang="it-IT" altLang="it-IT" sz="1800" i="1" u="sng"/>
              <a:t>segnale di abilitazione </a:t>
            </a:r>
            <a:r>
              <a:rPr lang="it-IT" altLang="it-IT" sz="1800" u="sng"/>
              <a:t>(EN), il </a:t>
            </a:r>
            <a:r>
              <a:rPr lang="it-IT" altLang="it-IT" sz="1800" i="1" u="sng"/>
              <a:t>segnale di RESET </a:t>
            </a:r>
            <a:r>
              <a:rPr lang="it-IT" altLang="it-IT" sz="1800" u="sng"/>
              <a:t>e il </a:t>
            </a:r>
            <a:r>
              <a:rPr lang="it-IT" altLang="it-IT" sz="1800" i="1" u="sng"/>
              <a:t>segnale di LOAD </a:t>
            </a:r>
          </a:p>
          <a:p>
            <a:pPr lvl="1" algn="just" eaLnBrk="1" hangingPunct="1">
              <a:lnSpc>
                <a:spcPct val="100000"/>
              </a:lnSpc>
              <a:spcBef>
                <a:spcPts val="638"/>
              </a:spcBef>
              <a:spcAft>
                <a:spcPct val="0"/>
              </a:spcAft>
              <a:buClr>
                <a:srgbClr val="003366"/>
              </a:buClr>
              <a:buFont typeface="Wingdings" panose="05000000000000000000" pitchFamily="2" charset="2"/>
              <a:buChar char="§"/>
            </a:pPr>
            <a:r>
              <a:rPr lang="it-IT" altLang="it-IT" sz="1800"/>
              <a:t>L’uscita del contatore in genere coincide con lo stato prossimo ed è rappresentata semplicemente dalle uscite ordinate dei flip-flop che lo compongono</a:t>
            </a:r>
          </a:p>
          <a:p>
            <a:pPr lvl="1" algn="just" eaLnBrk="1" hangingPunct="1">
              <a:lnSpc>
                <a:spcPct val="100000"/>
              </a:lnSpc>
              <a:spcBef>
                <a:spcPts val="638"/>
              </a:spcBef>
              <a:spcAft>
                <a:spcPct val="0"/>
              </a:spcAft>
              <a:buClr>
                <a:srgbClr val="003366"/>
              </a:buClr>
              <a:buFont typeface="Wingdings" panose="05000000000000000000" pitchFamily="2" charset="2"/>
              <a:buChar char="§"/>
            </a:pPr>
            <a:r>
              <a:rPr lang="it-IT" altLang="it-IT" sz="1800"/>
              <a:t>Spesso i contatori hanno un’uscita detta </a:t>
            </a:r>
            <a:r>
              <a:rPr lang="it-IT" altLang="it-IT" sz="1800" i="1"/>
              <a:t>divisore</a:t>
            </a:r>
            <a:r>
              <a:rPr lang="it-IT" altLang="it-IT" sz="1800"/>
              <a:t> o riporto CO, alta quando si raggiunge il valore massimo di conteggio (per un contatore mod-n, l’uscita divisore è alta quando si raggiunge il valore n-1)</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1">
            <a:extLst>
              <a:ext uri="{FF2B5EF4-FFF2-40B4-BE49-F238E27FC236}">
                <a16:creationId xmlns:a16="http://schemas.microsoft.com/office/drawing/2014/main" id="{F22DF880-A60B-A14E-FFE3-462A5025CFA2}"/>
              </a:ext>
            </a:extLst>
          </p:cNvPr>
          <p:cNvSpPr txBox="1">
            <a:spLocks noChangeArrowheads="1"/>
          </p:cNvSpPr>
          <p:nvPr/>
        </p:nvSpPr>
        <p:spPr bwMode="auto">
          <a:xfrm>
            <a:off x="7005638" y="6026150"/>
            <a:ext cx="23320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pPr>
            <a:fld id="{12E3042C-8977-4653-9C63-320A86E663A4}" type="slidenum">
              <a:rPr lang="it-IT" altLang="it-IT" sz="1400">
                <a:solidFill>
                  <a:srgbClr val="003366"/>
                </a:solidFill>
              </a:rPr>
              <a:pPr eaLnBrk="1" hangingPunct="1">
                <a:lnSpc>
                  <a:spcPct val="100000"/>
                </a:lnSpc>
                <a:spcAft>
                  <a:spcPct val="0"/>
                </a:spcAft>
              </a:pPr>
              <a:t>15</a:t>
            </a:fld>
            <a:endParaRPr lang="it-IT" altLang="it-IT" sz="1400">
              <a:solidFill>
                <a:srgbClr val="003366"/>
              </a:solidFill>
            </a:endParaRPr>
          </a:p>
        </p:txBody>
      </p:sp>
      <p:sp>
        <p:nvSpPr>
          <p:cNvPr id="31747" name="Rectangle 2">
            <a:extLst>
              <a:ext uri="{FF2B5EF4-FFF2-40B4-BE49-F238E27FC236}">
                <a16:creationId xmlns:a16="http://schemas.microsoft.com/office/drawing/2014/main" id="{8B843086-6878-C4FF-E5FF-8FABA0AFE60D}"/>
              </a:ext>
            </a:extLst>
          </p:cNvPr>
          <p:cNvSpPr>
            <a:spLocks noGrp="1" noChangeArrowheads="1"/>
          </p:cNvSpPr>
          <p:nvPr>
            <p:ph type="title"/>
          </p:nvPr>
        </p:nvSpPr>
        <p:spPr>
          <a:xfrm>
            <a:off x="107950" y="209550"/>
            <a:ext cx="9396413"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it-IT" sz="3600">
                <a:solidFill>
                  <a:srgbClr val="FF0000"/>
                </a:solidFill>
              </a:rPr>
              <a:t>Progetto di contatori sincroni – esempio (1/7)</a:t>
            </a:r>
          </a:p>
        </p:txBody>
      </p:sp>
      <p:pic>
        <p:nvPicPr>
          <p:cNvPr id="31748" name="Picture 3">
            <a:extLst>
              <a:ext uri="{FF2B5EF4-FFF2-40B4-BE49-F238E27FC236}">
                <a16:creationId xmlns:a16="http://schemas.microsoft.com/office/drawing/2014/main" id="{F809CDBE-7BE1-D11C-32B3-DCF06A5893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52249"/>
          <a:stretch>
            <a:fillRect/>
          </a:stretch>
        </p:blipFill>
        <p:spPr bwMode="auto">
          <a:xfrm>
            <a:off x="5580063" y="1008063"/>
            <a:ext cx="3311525"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31749" name="Text Box 4">
            <a:extLst>
              <a:ext uri="{FF2B5EF4-FFF2-40B4-BE49-F238E27FC236}">
                <a16:creationId xmlns:a16="http://schemas.microsoft.com/office/drawing/2014/main" id="{4DD5BBAE-6B93-CA05-3C43-5C4E56361656}"/>
              </a:ext>
            </a:extLst>
          </p:cNvPr>
          <p:cNvSpPr txBox="1">
            <a:spLocks noChangeArrowheads="1"/>
          </p:cNvSpPr>
          <p:nvPr/>
        </p:nvSpPr>
        <p:spPr bwMode="auto">
          <a:xfrm>
            <a:off x="141288" y="1295400"/>
            <a:ext cx="5256212"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2900">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Arial" panose="020B0604020202020204" pitchFamily="34" charset="0"/>
                <a:ea typeface="MS PGothic" panose="020B0600070205080204" pitchFamily="34" charset="-128"/>
              </a:defRPr>
            </a:lvl1pPr>
            <a:lvl2pPr indent="-342900">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9pPr>
          </a:lstStyle>
          <a:p>
            <a:pPr algn="just" eaLnBrk="1" hangingPunct="1">
              <a:lnSpc>
                <a:spcPct val="100000"/>
              </a:lnSpc>
              <a:spcBef>
                <a:spcPts val="638"/>
              </a:spcBef>
              <a:spcAft>
                <a:spcPct val="0"/>
              </a:spcAft>
              <a:buClr>
                <a:srgbClr val="003366"/>
              </a:buClr>
              <a:buFont typeface="Arial" panose="020B0604020202020204" pitchFamily="34" charset="0"/>
              <a:buChar char="•"/>
            </a:pPr>
            <a:r>
              <a:rPr lang="en-GB" altLang="it-IT" sz="2000"/>
              <a:t>Si vuole progettare un contatore sincrono </a:t>
            </a:r>
            <a:r>
              <a:rPr lang="en-GB" altLang="it-IT" sz="2000" b="1"/>
              <a:t>modulo 16 </a:t>
            </a:r>
            <a:r>
              <a:rPr lang="en-GB" altLang="it-IT" sz="2000"/>
              <a:t>dotato del solo ingresso di conteggio</a:t>
            </a:r>
            <a:endParaRPr lang="en-GB" altLang="it-IT" sz="2000" b="1"/>
          </a:p>
          <a:p>
            <a:pPr lvl="1" algn="just" eaLnBrk="1" hangingPunct="1">
              <a:lnSpc>
                <a:spcPct val="100000"/>
              </a:lnSpc>
              <a:spcBef>
                <a:spcPts val="638"/>
              </a:spcBef>
              <a:spcAft>
                <a:spcPct val="0"/>
              </a:spcAft>
              <a:buClr>
                <a:srgbClr val="003366"/>
              </a:buClr>
              <a:buFont typeface="Wingdings" panose="05000000000000000000" pitchFamily="2" charset="2"/>
              <a:buChar char="§"/>
            </a:pPr>
            <a:r>
              <a:rPr lang="en-GB" altLang="it-IT" sz="1800"/>
              <a:t>La macchina ha 16 stati codificati su 4 bit Q3,Q2,Q1,Q0, e non ha ingressi nè uscite aggiuntivi</a:t>
            </a:r>
          </a:p>
          <a:p>
            <a:pPr algn="just" eaLnBrk="1" hangingPunct="1">
              <a:lnSpc>
                <a:spcPct val="100000"/>
              </a:lnSpc>
              <a:spcBef>
                <a:spcPts val="638"/>
              </a:spcBef>
              <a:spcAft>
                <a:spcPct val="0"/>
              </a:spcAft>
              <a:buClr>
                <a:srgbClr val="003366"/>
              </a:buClr>
              <a:buFont typeface="Arial" panose="020B0604020202020204" pitchFamily="34" charset="0"/>
              <a:buChar char="•"/>
            </a:pPr>
            <a:endParaRPr lang="en-GB" altLang="it-IT" sz="2000"/>
          </a:p>
        </p:txBody>
      </p:sp>
      <p:sp>
        <p:nvSpPr>
          <p:cNvPr id="31750" name="Rettangolo 1">
            <a:extLst>
              <a:ext uri="{FF2B5EF4-FFF2-40B4-BE49-F238E27FC236}">
                <a16:creationId xmlns:a16="http://schemas.microsoft.com/office/drawing/2014/main" id="{2D1B9D73-2A2B-6CD0-24FB-03F149A8C31B}"/>
              </a:ext>
            </a:extLst>
          </p:cNvPr>
          <p:cNvSpPr>
            <a:spLocks noChangeArrowheads="1"/>
          </p:cNvSpPr>
          <p:nvPr/>
        </p:nvSpPr>
        <p:spPr bwMode="auto">
          <a:xfrm>
            <a:off x="382588" y="5097463"/>
            <a:ext cx="4857750" cy="692150"/>
          </a:xfrm>
          <a:prstGeom prst="rect">
            <a:avLst/>
          </a:prstGeom>
          <a:noFill/>
          <a:ln w="9525">
            <a:solidFill>
              <a:srgbClr val="00B0F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eaLnBrk="1">
              <a:lnSpc>
                <a:spcPct val="93000"/>
              </a:lnSpc>
              <a:buClr>
                <a:srgbClr val="000000"/>
              </a:buClr>
              <a:buSzPct val="100000"/>
              <a:buFont typeface="Times New Roman" panose="02020603050405020304" pitchFamily="18" charset="0"/>
              <a:buNone/>
            </a:pPr>
            <a:r>
              <a:rPr lang="en-GB" altLang="it-IT" sz="1400"/>
              <a:t>Nota: quando il circuito raggiunge lo stato 1111, passerà, nella successiva transizione, allo stato 0000, iniziando un nuovo ciclo di conteggio</a:t>
            </a:r>
          </a:p>
        </p:txBody>
      </p:sp>
      <p:cxnSp>
        <p:nvCxnSpPr>
          <p:cNvPr id="31751" name="Connettore 2 3">
            <a:extLst>
              <a:ext uri="{FF2B5EF4-FFF2-40B4-BE49-F238E27FC236}">
                <a16:creationId xmlns:a16="http://schemas.microsoft.com/office/drawing/2014/main" id="{485F9CB6-2570-3029-148B-408D69E43C03}"/>
              </a:ext>
            </a:extLst>
          </p:cNvPr>
          <p:cNvCxnSpPr>
            <a:cxnSpLocks noChangeShapeType="1"/>
            <a:stCxn id="31750" idx="3"/>
          </p:cNvCxnSpPr>
          <p:nvPr/>
        </p:nvCxnSpPr>
        <p:spPr bwMode="auto">
          <a:xfrm>
            <a:off x="5240338" y="5443538"/>
            <a:ext cx="484187" cy="388937"/>
          </a:xfrm>
          <a:prstGeom prst="straightConnector1">
            <a:avLst/>
          </a:prstGeom>
          <a:noFill/>
          <a:ln w="9525" algn="ctr">
            <a:solidFill>
              <a:srgbClr val="00B0F0"/>
            </a:solidFill>
            <a:round/>
            <a:headEnd/>
            <a:tailEnd type="triangle" w="med" len="med"/>
          </a:ln>
          <a:extLst>
            <a:ext uri="{909E8E84-426E-40DD-AFC4-6F175D3DCCD1}">
              <a14:hiddenFill xmlns:a14="http://schemas.microsoft.com/office/drawing/2010/main">
                <a:noFill/>
              </a14:hiddenFill>
            </a:ext>
          </a:extLst>
        </p:spPr>
      </p:cxnSp>
      <mc:AlternateContent xmlns:mc="http://schemas.openxmlformats.org/markup-compatibility/2006" xmlns:p14="http://schemas.microsoft.com/office/powerpoint/2010/main">
        <mc:Choice Requires="p14">
          <p:contentPart p14:bwMode="auto" r:id="rId4">
            <p14:nvContentPartPr>
              <p14:cNvPr id="6" name="Input penna 5">
                <a:extLst>
                  <a:ext uri="{FF2B5EF4-FFF2-40B4-BE49-F238E27FC236}">
                    <a16:creationId xmlns:a16="http://schemas.microsoft.com/office/drawing/2014/main" id="{A1A9ABFB-CD59-2BC3-367D-A285686D0FD0}"/>
                  </a:ext>
                </a:extLst>
              </p14:cNvPr>
              <p14:cNvContentPartPr/>
              <p14:nvPr/>
            </p14:nvContentPartPr>
            <p14:xfrm>
              <a:off x="1504921" y="2985524"/>
              <a:ext cx="360" cy="360"/>
            </p14:xfrm>
          </p:contentPart>
        </mc:Choice>
        <mc:Fallback xmlns="">
          <p:pic>
            <p:nvPicPr>
              <p:cNvPr id="6" name="Input penna 5">
                <a:extLst>
                  <a:ext uri="{FF2B5EF4-FFF2-40B4-BE49-F238E27FC236}">
                    <a16:creationId xmlns:a16="http://schemas.microsoft.com/office/drawing/2014/main" id="{A1A9ABFB-CD59-2BC3-367D-A285686D0FD0}"/>
                  </a:ext>
                </a:extLst>
              </p:cNvPr>
              <p:cNvPicPr/>
              <p:nvPr/>
            </p:nvPicPr>
            <p:blipFill>
              <a:blip r:embed="rId5"/>
              <a:stretch>
                <a:fillRect/>
              </a:stretch>
            </p:blipFill>
            <p:spPr>
              <a:xfrm>
                <a:off x="1495921" y="297652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9" name="Input penna 58">
                <a:extLst>
                  <a:ext uri="{FF2B5EF4-FFF2-40B4-BE49-F238E27FC236}">
                    <a16:creationId xmlns:a16="http://schemas.microsoft.com/office/drawing/2014/main" id="{854C6A20-A8BA-4B34-7700-1291363EF9DC}"/>
                  </a:ext>
                </a:extLst>
              </p14:cNvPr>
              <p14:cNvContentPartPr/>
              <p14:nvPr/>
            </p14:nvContentPartPr>
            <p14:xfrm>
              <a:off x="3414001" y="4537124"/>
              <a:ext cx="360" cy="360"/>
            </p14:xfrm>
          </p:contentPart>
        </mc:Choice>
        <mc:Fallback xmlns="">
          <p:pic>
            <p:nvPicPr>
              <p:cNvPr id="59" name="Input penna 58">
                <a:extLst>
                  <a:ext uri="{FF2B5EF4-FFF2-40B4-BE49-F238E27FC236}">
                    <a16:creationId xmlns:a16="http://schemas.microsoft.com/office/drawing/2014/main" id="{854C6A20-A8BA-4B34-7700-1291363EF9DC}"/>
                  </a:ext>
                </a:extLst>
              </p:cNvPr>
              <p:cNvPicPr/>
              <p:nvPr/>
            </p:nvPicPr>
            <p:blipFill>
              <a:blip r:embed="rId5"/>
              <a:stretch>
                <a:fillRect/>
              </a:stretch>
            </p:blipFill>
            <p:spPr>
              <a:xfrm>
                <a:off x="3405001" y="452812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5637" name="Input penna 25636">
                <a:extLst>
                  <a:ext uri="{FF2B5EF4-FFF2-40B4-BE49-F238E27FC236}">
                    <a16:creationId xmlns:a16="http://schemas.microsoft.com/office/drawing/2014/main" id="{EDF01D21-F64E-DAEB-4451-3C5A556747A5}"/>
                  </a:ext>
                </a:extLst>
              </p14:cNvPr>
              <p14:cNvContentPartPr/>
              <p14:nvPr/>
            </p14:nvContentPartPr>
            <p14:xfrm>
              <a:off x="6832201" y="2567204"/>
              <a:ext cx="360" cy="14040"/>
            </p14:xfrm>
          </p:contentPart>
        </mc:Choice>
        <mc:Fallback xmlns="">
          <p:pic>
            <p:nvPicPr>
              <p:cNvPr id="25637" name="Input penna 25636">
                <a:extLst>
                  <a:ext uri="{FF2B5EF4-FFF2-40B4-BE49-F238E27FC236}">
                    <a16:creationId xmlns:a16="http://schemas.microsoft.com/office/drawing/2014/main" id="{EDF01D21-F64E-DAEB-4451-3C5A556747A5}"/>
                  </a:ext>
                </a:extLst>
              </p:cNvPr>
              <p:cNvPicPr/>
              <p:nvPr/>
            </p:nvPicPr>
            <p:blipFill>
              <a:blip r:embed="rId8"/>
              <a:stretch>
                <a:fillRect/>
              </a:stretch>
            </p:blipFill>
            <p:spPr>
              <a:xfrm>
                <a:off x="6823201" y="2558204"/>
                <a:ext cx="1800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5638" name="Input penna 25637">
                <a:extLst>
                  <a:ext uri="{FF2B5EF4-FFF2-40B4-BE49-F238E27FC236}">
                    <a16:creationId xmlns:a16="http://schemas.microsoft.com/office/drawing/2014/main" id="{7750268A-2B31-E522-19F3-E2F5D9C209AD}"/>
                  </a:ext>
                </a:extLst>
              </p14:cNvPr>
              <p14:cNvContentPartPr/>
              <p14:nvPr/>
            </p14:nvContentPartPr>
            <p14:xfrm>
              <a:off x="8555881" y="2551364"/>
              <a:ext cx="48240" cy="4680"/>
            </p14:xfrm>
          </p:contentPart>
        </mc:Choice>
        <mc:Fallback xmlns="">
          <p:pic>
            <p:nvPicPr>
              <p:cNvPr id="25638" name="Input penna 25637">
                <a:extLst>
                  <a:ext uri="{FF2B5EF4-FFF2-40B4-BE49-F238E27FC236}">
                    <a16:creationId xmlns:a16="http://schemas.microsoft.com/office/drawing/2014/main" id="{7750268A-2B31-E522-19F3-E2F5D9C209AD}"/>
                  </a:ext>
                </a:extLst>
              </p:cNvPr>
              <p:cNvPicPr/>
              <p:nvPr/>
            </p:nvPicPr>
            <p:blipFill>
              <a:blip r:embed="rId10"/>
              <a:stretch>
                <a:fillRect/>
              </a:stretch>
            </p:blipFill>
            <p:spPr>
              <a:xfrm>
                <a:off x="8546881" y="2542364"/>
                <a:ext cx="65880" cy="22320"/>
              </a:xfrm>
              <a:prstGeom prst="rect">
                <a:avLst/>
              </a:prstGeom>
            </p:spPr>
          </p:pic>
        </mc:Fallback>
      </mc:AlternateContent>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1">
            <a:extLst>
              <a:ext uri="{FF2B5EF4-FFF2-40B4-BE49-F238E27FC236}">
                <a16:creationId xmlns:a16="http://schemas.microsoft.com/office/drawing/2014/main" id="{676A78A5-28BA-F33B-A87B-BC35A21FB0DC}"/>
              </a:ext>
            </a:extLst>
          </p:cNvPr>
          <p:cNvSpPr txBox="1">
            <a:spLocks noChangeArrowheads="1"/>
          </p:cNvSpPr>
          <p:nvPr/>
        </p:nvSpPr>
        <p:spPr bwMode="auto">
          <a:xfrm>
            <a:off x="7005638" y="6026150"/>
            <a:ext cx="23320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pPr>
            <a:fld id="{7D6150BC-EC72-418D-B54B-E1A726CE8ED1}" type="slidenum">
              <a:rPr lang="it-IT" altLang="it-IT" sz="1400">
                <a:solidFill>
                  <a:srgbClr val="003366"/>
                </a:solidFill>
              </a:rPr>
              <a:pPr eaLnBrk="1" hangingPunct="1">
                <a:lnSpc>
                  <a:spcPct val="100000"/>
                </a:lnSpc>
                <a:spcAft>
                  <a:spcPct val="0"/>
                </a:spcAft>
              </a:pPr>
              <a:t>16</a:t>
            </a:fld>
            <a:endParaRPr lang="it-IT" altLang="it-IT" sz="1400">
              <a:solidFill>
                <a:srgbClr val="003366"/>
              </a:solidFill>
            </a:endParaRPr>
          </a:p>
        </p:txBody>
      </p:sp>
      <p:pic>
        <p:nvPicPr>
          <p:cNvPr id="33795" name="Picture 2">
            <a:extLst>
              <a:ext uri="{FF2B5EF4-FFF2-40B4-BE49-F238E27FC236}">
                <a16:creationId xmlns:a16="http://schemas.microsoft.com/office/drawing/2014/main" id="{D85016CE-EF6A-6348-DC46-DCD157CDC6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463" y="1971675"/>
            <a:ext cx="5832475" cy="448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33796" name="Picture 3">
            <a:extLst>
              <a:ext uri="{FF2B5EF4-FFF2-40B4-BE49-F238E27FC236}">
                <a16:creationId xmlns:a16="http://schemas.microsoft.com/office/drawing/2014/main" id="{B4C262CB-504A-F9DE-A63F-1D4813530C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88125" y="1368425"/>
            <a:ext cx="2362200" cy="1752600"/>
          </a:xfrm>
          <a:prstGeom prst="rect">
            <a:avLst/>
          </a:prstGeom>
          <a:noFill/>
          <a:ln w="9525">
            <a:solidFill>
              <a:srgbClr val="CCCC99"/>
            </a:solidFill>
            <a:round/>
            <a:headEnd/>
            <a:tailEnd/>
          </a:ln>
          <a:extLst>
            <a:ext uri="{909E8E84-426E-40DD-AFC4-6F175D3DCCD1}">
              <a14:hiddenFill xmlns:a14="http://schemas.microsoft.com/office/drawing/2010/main">
                <a:solidFill>
                  <a:srgbClr val="FFFFFF"/>
                </a:solidFill>
              </a14:hiddenFill>
            </a:ext>
          </a:extLst>
        </p:spPr>
      </p:pic>
      <p:sp>
        <p:nvSpPr>
          <p:cNvPr id="33797" name="Rectangle 4">
            <a:extLst>
              <a:ext uri="{FF2B5EF4-FFF2-40B4-BE49-F238E27FC236}">
                <a16:creationId xmlns:a16="http://schemas.microsoft.com/office/drawing/2014/main" id="{E179160F-B80E-E135-F90F-C675542D911E}"/>
              </a:ext>
            </a:extLst>
          </p:cNvPr>
          <p:cNvSpPr>
            <a:spLocks noGrp="1" noChangeArrowheads="1"/>
          </p:cNvSpPr>
          <p:nvPr>
            <p:ph type="title"/>
          </p:nvPr>
        </p:nvSpPr>
        <p:spPr>
          <a:xfrm>
            <a:off x="107950" y="209550"/>
            <a:ext cx="9396413"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it-IT" sz="3600">
                <a:solidFill>
                  <a:srgbClr val="FF0000"/>
                </a:solidFill>
              </a:rPr>
              <a:t>Progetto di contatori sincroni – esempio (2/7)</a:t>
            </a:r>
          </a:p>
        </p:txBody>
      </p:sp>
      <p:sp>
        <p:nvSpPr>
          <p:cNvPr id="33798" name="Rectangle 5">
            <a:extLst>
              <a:ext uri="{FF2B5EF4-FFF2-40B4-BE49-F238E27FC236}">
                <a16:creationId xmlns:a16="http://schemas.microsoft.com/office/drawing/2014/main" id="{E257DE9B-7DF5-41ED-2F01-DE73B52420BA}"/>
              </a:ext>
            </a:extLst>
          </p:cNvPr>
          <p:cNvSpPr>
            <a:spLocks noChangeArrowheads="1"/>
          </p:cNvSpPr>
          <p:nvPr/>
        </p:nvSpPr>
        <p:spPr bwMode="auto">
          <a:xfrm>
            <a:off x="179388" y="1295400"/>
            <a:ext cx="6121400"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marL="457200" indent="-455613">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SzPct val="45000"/>
            </a:pPr>
            <a:r>
              <a:rPr lang="it-IT" altLang="it-IT" sz="1800">
                <a:solidFill>
                  <a:srgbClr val="003366"/>
                </a:solidFill>
              </a:rPr>
              <a:t>Posizionamento dei flip-flop:</a:t>
            </a:r>
          </a:p>
          <a:p>
            <a:pPr eaLnBrk="1" hangingPunct="1">
              <a:lnSpc>
                <a:spcPct val="100000"/>
              </a:lnSpc>
              <a:spcAft>
                <a:spcPct val="0"/>
              </a:spcAft>
              <a:buSzPct val="45000"/>
            </a:pPr>
            <a:r>
              <a:rPr lang="it-IT" altLang="it-IT" sz="1600">
                <a:solidFill>
                  <a:srgbClr val="003366"/>
                </a:solidFill>
              </a:rPr>
              <a:t>Esempio con flip-flop di tipo JK edge-triggered</a:t>
            </a:r>
          </a:p>
        </p:txBody>
      </p:sp>
      <mc:AlternateContent xmlns:mc="http://schemas.openxmlformats.org/markup-compatibility/2006" xmlns:p14="http://schemas.microsoft.com/office/powerpoint/2010/main">
        <mc:Choice Requires="p14">
          <p:contentPart p14:bwMode="auto" r:id="rId5">
            <p14:nvContentPartPr>
              <p14:cNvPr id="12" name="Input penna 11">
                <a:extLst>
                  <a:ext uri="{FF2B5EF4-FFF2-40B4-BE49-F238E27FC236}">
                    <a16:creationId xmlns:a16="http://schemas.microsoft.com/office/drawing/2014/main" id="{EC6EE54C-C223-445E-E082-03A77520FBE5}"/>
                  </a:ext>
                </a:extLst>
              </p14:cNvPr>
              <p14:cNvContentPartPr/>
              <p14:nvPr/>
            </p14:nvContentPartPr>
            <p14:xfrm>
              <a:off x="930001" y="2891564"/>
              <a:ext cx="6480" cy="360"/>
            </p14:xfrm>
          </p:contentPart>
        </mc:Choice>
        <mc:Fallback xmlns="">
          <p:pic>
            <p:nvPicPr>
              <p:cNvPr id="12" name="Input penna 11">
                <a:extLst>
                  <a:ext uri="{FF2B5EF4-FFF2-40B4-BE49-F238E27FC236}">
                    <a16:creationId xmlns:a16="http://schemas.microsoft.com/office/drawing/2014/main" id="{EC6EE54C-C223-445E-E082-03A77520FBE5}"/>
                  </a:ext>
                </a:extLst>
              </p:cNvPr>
              <p:cNvPicPr/>
              <p:nvPr/>
            </p:nvPicPr>
            <p:blipFill>
              <a:blip r:embed="rId6"/>
              <a:stretch>
                <a:fillRect/>
              </a:stretch>
            </p:blipFill>
            <p:spPr>
              <a:xfrm>
                <a:off x="921001" y="2882564"/>
                <a:ext cx="241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7705" name="Input penna 27704">
                <a:extLst>
                  <a:ext uri="{FF2B5EF4-FFF2-40B4-BE49-F238E27FC236}">
                    <a16:creationId xmlns:a16="http://schemas.microsoft.com/office/drawing/2014/main" id="{A87B248D-DE5E-6658-E6CD-D1FE0F43670B}"/>
                  </a:ext>
                </a:extLst>
              </p14:cNvPr>
              <p14:cNvContentPartPr/>
              <p14:nvPr/>
            </p14:nvContentPartPr>
            <p14:xfrm>
              <a:off x="8201281" y="2522204"/>
              <a:ext cx="40680" cy="3240"/>
            </p14:xfrm>
          </p:contentPart>
        </mc:Choice>
        <mc:Fallback xmlns="">
          <p:pic>
            <p:nvPicPr>
              <p:cNvPr id="27705" name="Input penna 27704">
                <a:extLst>
                  <a:ext uri="{FF2B5EF4-FFF2-40B4-BE49-F238E27FC236}">
                    <a16:creationId xmlns:a16="http://schemas.microsoft.com/office/drawing/2014/main" id="{A87B248D-DE5E-6658-E6CD-D1FE0F43670B}"/>
                  </a:ext>
                </a:extLst>
              </p:cNvPr>
              <p:cNvPicPr/>
              <p:nvPr/>
            </p:nvPicPr>
            <p:blipFill>
              <a:blip r:embed="rId8"/>
              <a:stretch>
                <a:fillRect/>
              </a:stretch>
            </p:blipFill>
            <p:spPr>
              <a:xfrm>
                <a:off x="8192281" y="2513204"/>
                <a:ext cx="5832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7727" name="Input penna 27726">
                <a:extLst>
                  <a:ext uri="{FF2B5EF4-FFF2-40B4-BE49-F238E27FC236}">
                    <a16:creationId xmlns:a16="http://schemas.microsoft.com/office/drawing/2014/main" id="{7BCCA3C4-32C8-0AB4-E7B5-B40FBBD18BBD}"/>
                  </a:ext>
                </a:extLst>
              </p14:cNvPr>
              <p14:cNvContentPartPr/>
              <p14:nvPr/>
            </p14:nvContentPartPr>
            <p14:xfrm>
              <a:off x="5462041" y="4646204"/>
              <a:ext cx="54360" cy="56880"/>
            </p14:xfrm>
          </p:contentPart>
        </mc:Choice>
        <mc:Fallback xmlns="">
          <p:pic>
            <p:nvPicPr>
              <p:cNvPr id="27727" name="Input penna 27726">
                <a:extLst>
                  <a:ext uri="{FF2B5EF4-FFF2-40B4-BE49-F238E27FC236}">
                    <a16:creationId xmlns:a16="http://schemas.microsoft.com/office/drawing/2014/main" id="{7BCCA3C4-32C8-0AB4-E7B5-B40FBBD18BBD}"/>
                  </a:ext>
                </a:extLst>
              </p:cNvPr>
              <p:cNvPicPr/>
              <p:nvPr/>
            </p:nvPicPr>
            <p:blipFill>
              <a:blip r:embed="rId10"/>
              <a:stretch>
                <a:fillRect/>
              </a:stretch>
            </p:blipFill>
            <p:spPr>
              <a:xfrm>
                <a:off x="5453041" y="4637204"/>
                <a:ext cx="7200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7832" name="Input penna 27831">
                <a:extLst>
                  <a:ext uri="{FF2B5EF4-FFF2-40B4-BE49-F238E27FC236}">
                    <a16:creationId xmlns:a16="http://schemas.microsoft.com/office/drawing/2014/main" id="{74A16950-489E-699C-C2DE-2D0D43568E6D}"/>
                  </a:ext>
                </a:extLst>
              </p14:cNvPr>
              <p14:cNvContentPartPr/>
              <p14:nvPr/>
            </p14:nvContentPartPr>
            <p14:xfrm>
              <a:off x="5464201" y="3215204"/>
              <a:ext cx="360" cy="360"/>
            </p14:xfrm>
          </p:contentPart>
        </mc:Choice>
        <mc:Fallback xmlns="">
          <p:pic>
            <p:nvPicPr>
              <p:cNvPr id="27832" name="Input penna 27831">
                <a:extLst>
                  <a:ext uri="{FF2B5EF4-FFF2-40B4-BE49-F238E27FC236}">
                    <a16:creationId xmlns:a16="http://schemas.microsoft.com/office/drawing/2014/main" id="{74A16950-489E-699C-C2DE-2D0D43568E6D}"/>
                  </a:ext>
                </a:extLst>
              </p:cNvPr>
              <p:cNvPicPr/>
              <p:nvPr/>
            </p:nvPicPr>
            <p:blipFill>
              <a:blip r:embed="rId12"/>
              <a:stretch>
                <a:fillRect/>
              </a:stretch>
            </p:blipFill>
            <p:spPr>
              <a:xfrm>
                <a:off x="5455201" y="320620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7839" name="Input penna 27838">
                <a:extLst>
                  <a:ext uri="{FF2B5EF4-FFF2-40B4-BE49-F238E27FC236}">
                    <a16:creationId xmlns:a16="http://schemas.microsoft.com/office/drawing/2014/main" id="{D367180D-8C54-4D8C-56A2-FF37F0C61B3B}"/>
                  </a:ext>
                </a:extLst>
              </p14:cNvPr>
              <p14:cNvContentPartPr/>
              <p14:nvPr/>
            </p14:nvContentPartPr>
            <p14:xfrm>
              <a:off x="-2648399" y="-124378"/>
              <a:ext cx="1754640" cy="97560"/>
            </p14:xfrm>
          </p:contentPart>
        </mc:Choice>
        <mc:Fallback xmlns="">
          <p:pic>
            <p:nvPicPr>
              <p:cNvPr id="27839" name="Input penna 27838">
                <a:extLst>
                  <a:ext uri="{FF2B5EF4-FFF2-40B4-BE49-F238E27FC236}">
                    <a16:creationId xmlns:a16="http://schemas.microsoft.com/office/drawing/2014/main" id="{D367180D-8C54-4D8C-56A2-FF37F0C61B3B}"/>
                  </a:ext>
                </a:extLst>
              </p:cNvPr>
              <p:cNvPicPr/>
              <p:nvPr/>
            </p:nvPicPr>
            <p:blipFill>
              <a:blip r:embed="rId14"/>
              <a:stretch>
                <a:fillRect/>
              </a:stretch>
            </p:blipFill>
            <p:spPr>
              <a:xfrm>
                <a:off x="-2657399" y="-133378"/>
                <a:ext cx="177228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7841" name="Input penna 27840">
                <a:extLst>
                  <a:ext uri="{FF2B5EF4-FFF2-40B4-BE49-F238E27FC236}">
                    <a16:creationId xmlns:a16="http://schemas.microsoft.com/office/drawing/2014/main" id="{EB31ADCD-BCE8-6698-975F-E236D438BB8A}"/>
                  </a:ext>
                </a:extLst>
              </p14:cNvPr>
              <p14:cNvContentPartPr/>
              <p14:nvPr/>
            </p14:nvContentPartPr>
            <p14:xfrm>
              <a:off x="-3076079" y="-312298"/>
              <a:ext cx="307440" cy="208440"/>
            </p14:xfrm>
          </p:contentPart>
        </mc:Choice>
        <mc:Fallback xmlns="">
          <p:pic>
            <p:nvPicPr>
              <p:cNvPr id="27841" name="Input penna 27840">
                <a:extLst>
                  <a:ext uri="{FF2B5EF4-FFF2-40B4-BE49-F238E27FC236}">
                    <a16:creationId xmlns:a16="http://schemas.microsoft.com/office/drawing/2014/main" id="{EB31ADCD-BCE8-6698-975F-E236D438BB8A}"/>
                  </a:ext>
                </a:extLst>
              </p:cNvPr>
              <p:cNvPicPr/>
              <p:nvPr/>
            </p:nvPicPr>
            <p:blipFill>
              <a:blip r:embed="rId16"/>
              <a:stretch>
                <a:fillRect/>
              </a:stretch>
            </p:blipFill>
            <p:spPr>
              <a:xfrm>
                <a:off x="-3085079" y="-321298"/>
                <a:ext cx="32508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7876" name="Input penna 27875">
                <a:extLst>
                  <a:ext uri="{FF2B5EF4-FFF2-40B4-BE49-F238E27FC236}">
                    <a16:creationId xmlns:a16="http://schemas.microsoft.com/office/drawing/2014/main" id="{B9BA7C94-47A6-06F9-566D-769878D475EE}"/>
                  </a:ext>
                </a:extLst>
              </p14:cNvPr>
              <p14:cNvContentPartPr/>
              <p14:nvPr/>
            </p14:nvContentPartPr>
            <p14:xfrm>
              <a:off x="7767121" y="4032404"/>
              <a:ext cx="461520" cy="1455840"/>
            </p14:xfrm>
          </p:contentPart>
        </mc:Choice>
        <mc:Fallback xmlns="">
          <p:pic>
            <p:nvPicPr>
              <p:cNvPr id="27876" name="Input penna 27875">
                <a:extLst>
                  <a:ext uri="{FF2B5EF4-FFF2-40B4-BE49-F238E27FC236}">
                    <a16:creationId xmlns:a16="http://schemas.microsoft.com/office/drawing/2014/main" id="{B9BA7C94-47A6-06F9-566D-769878D475EE}"/>
                  </a:ext>
                </a:extLst>
              </p:cNvPr>
              <p:cNvPicPr/>
              <p:nvPr/>
            </p:nvPicPr>
            <p:blipFill>
              <a:blip r:embed="rId18"/>
              <a:stretch>
                <a:fillRect/>
              </a:stretch>
            </p:blipFill>
            <p:spPr>
              <a:xfrm>
                <a:off x="7758121" y="4023404"/>
                <a:ext cx="479160" cy="1473480"/>
              </a:xfrm>
              <a:prstGeom prst="rect">
                <a:avLst/>
              </a:prstGeom>
            </p:spPr>
          </p:pic>
        </mc:Fallback>
      </mc:AlternateContent>
      <p:sp>
        <p:nvSpPr>
          <p:cNvPr id="33806" name="Rettangolo 27876">
            <a:extLst>
              <a:ext uri="{FF2B5EF4-FFF2-40B4-BE49-F238E27FC236}">
                <a16:creationId xmlns:a16="http://schemas.microsoft.com/office/drawing/2014/main" id="{9E80ACB4-A6EA-8B3E-2853-9601BA9265E3}"/>
              </a:ext>
            </a:extLst>
          </p:cNvPr>
          <p:cNvSpPr>
            <a:spLocks noChangeArrowheads="1"/>
          </p:cNvSpPr>
          <p:nvPr/>
        </p:nvSpPr>
        <p:spPr bwMode="auto">
          <a:xfrm>
            <a:off x="5292725" y="3095625"/>
            <a:ext cx="647700" cy="3071813"/>
          </a:xfrm>
          <a:prstGeom prst="rect">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eaLnBrk="1">
              <a:lnSpc>
                <a:spcPct val="93000"/>
              </a:lnSpc>
              <a:buClr>
                <a:srgbClr val="000000"/>
              </a:buClr>
              <a:buSzPct val="100000"/>
              <a:buFont typeface="Times New Roman" panose="02020603050405020304" pitchFamily="18" charset="0"/>
              <a:buNone/>
            </a:pPr>
            <a:endParaRPr lang="it-IT" altLang="it-IT"/>
          </a:p>
        </p:txBody>
      </p:sp>
      <p:sp>
        <p:nvSpPr>
          <p:cNvPr id="33807" name="CasellaDiTesto 27877">
            <a:extLst>
              <a:ext uri="{FF2B5EF4-FFF2-40B4-BE49-F238E27FC236}">
                <a16:creationId xmlns:a16="http://schemas.microsoft.com/office/drawing/2014/main" id="{BEEF63E9-20C4-E57F-924C-533911D57AF9}"/>
              </a:ext>
            </a:extLst>
          </p:cNvPr>
          <p:cNvSpPr txBox="1">
            <a:spLocks noChangeArrowheads="1"/>
          </p:cNvSpPr>
          <p:nvPr/>
        </p:nvSpPr>
        <p:spPr bwMode="auto">
          <a:xfrm>
            <a:off x="6588125" y="4032250"/>
            <a:ext cx="22320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it-IT" altLang="it-IT" sz="1600"/>
              <a:t>Si vede facilmente che:</a:t>
            </a:r>
          </a:p>
          <a:p>
            <a:r>
              <a:rPr lang="it-IT" altLang="it-IT" sz="1600"/>
              <a:t>J</a:t>
            </a:r>
            <a:r>
              <a:rPr lang="it-IT" altLang="it-IT" sz="1600" baseline="-25000"/>
              <a:t>Q0</a:t>
            </a:r>
            <a:r>
              <a:rPr lang="it-IT" altLang="it-IT" sz="1600"/>
              <a:t>=K</a:t>
            </a:r>
            <a:r>
              <a:rPr lang="it-IT" altLang="it-IT" sz="1600" baseline="-25000"/>
              <a:t>Q0</a:t>
            </a:r>
            <a:r>
              <a:rPr lang="it-IT" altLang="it-IT" sz="1600"/>
              <a:t>=1</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1">
            <a:extLst>
              <a:ext uri="{FF2B5EF4-FFF2-40B4-BE49-F238E27FC236}">
                <a16:creationId xmlns:a16="http://schemas.microsoft.com/office/drawing/2014/main" id="{EAB0760A-4D27-D276-F343-28D7CF09C034}"/>
              </a:ext>
            </a:extLst>
          </p:cNvPr>
          <p:cNvSpPr txBox="1">
            <a:spLocks noChangeArrowheads="1"/>
          </p:cNvSpPr>
          <p:nvPr/>
        </p:nvSpPr>
        <p:spPr bwMode="auto">
          <a:xfrm>
            <a:off x="7005638" y="6026150"/>
            <a:ext cx="23320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pPr>
            <a:fld id="{DB64A43A-683C-4F27-98DC-B2FD0C229941}" type="slidenum">
              <a:rPr lang="it-IT" altLang="it-IT" sz="1400">
                <a:solidFill>
                  <a:srgbClr val="003366"/>
                </a:solidFill>
              </a:rPr>
              <a:pPr eaLnBrk="1" hangingPunct="1">
                <a:lnSpc>
                  <a:spcPct val="100000"/>
                </a:lnSpc>
                <a:spcAft>
                  <a:spcPct val="0"/>
                </a:spcAft>
              </a:pPr>
              <a:t>17</a:t>
            </a:fld>
            <a:endParaRPr lang="it-IT" altLang="it-IT" sz="1400">
              <a:solidFill>
                <a:srgbClr val="003366"/>
              </a:solidFill>
            </a:endParaRPr>
          </a:p>
        </p:txBody>
      </p:sp>
      <p:graphicFrame>
        <p:nvGraphicFramePr>
          <p:cNvPr id="35843" name="AutoShape 2">
            <a:extLst>
              <a:ext uri="{FF2B5EF4-FFF2-40B4-BE49-F238E27FC236}">
                <a16:creationId xmlns:a16="http://schemas.microsoft.com/office/drawing/2014/main" id="{1E3D36A4-44DC-7B95-789D-89585222767F}"/>
              </a:ext>
            </a:extLst>
          </p:cNvPr>
          <p:cNvGraphicFramePr>
            <a:graphicFrameLocks noChangeAspect="1"/>
          </p:cNvGraphicFramePr>
          <p:nvPr/>
        </p:nvGraphicFramePr>
        <p:xfrm>
          <a:off x="4724400" y="2057400"/>
          <a:ext cx="4267200" cy="2590800"/>
        </p:xfrm>
        <a:graphic>
          <a:graphicData uri="http://schemas.openxmlformats.org/presentationml/2006/ole">
            <mc:AlternateContent xmlns:mc="http://schemas.openxmlformats.org/markup-compatibility/2006">
              <mc:Choice xmlns:v="urn:schemas-microsoft-com:vml" Requires="v">
                <p:oleObj r:id="rId3" imgW="0" imgH="0" progId="">
                  <p:embed/>
                </p:oleObj>
              </mc:Choice>
              <mc:Fallback>
                <p:oleObj r:id="rId3" imgW="0" imgH="0" progId="">
                  <p:embed/>
                  <p:pic>
                    <p:nvPicPr>
                      <p:cNvPr id="0" name="AutoShape 2"/>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4724400" y="2057400"/>
                        <a:ext cx="4267200" cy="2590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5844" name="Group 3">
            <a:extLst>
              <a:ext uri="{FF2B5EF4-FFF2-40B4-BE49-F238E27FC236}">
                <a16:creationId xmlns:a16="http://schemas.microsoft.com/office/drawing/2014/main" id="{EC3B65E7-3193-D782-F825-EA9805827C43}"/>
              </a:ext>
            </a:extLst>
          </p:cNvPr>
          <p:cNvGrpSpPr>
            <a:grpSpLocks/>
          </p:cNvGrpSpPr>
          <p:nvPr/>
        </p:nvGrpSpPr>
        <p:grpSpPr bwMode="auto">
          <a:xfrm>
            <a:off x="252413" y="2038350"/>
            <a:ext cx="3594100" cy="4375150"/>
            <a:chOff x="159" y="1284"/>
            <a:chExt cx="2264" cy="2756"/>
          </a:xfrm>
        </p:grpSpPr>
        <p:pic>
          <p:nvPicPr>
            <p:cNvPr id="35849" name="Picture 4">
              <a:extLst>
                <a:ext uri="{FF2B5EF4-FFF2-40B4-BE49-F238E27FC236}">
                  <a16:creationId xmlns:a16="http://schemas.microsoft.com/office/drawing/2014/main" id="{21A2686E-A181-C269-91BA-998D0ED03A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52310"/>
            <a:stretch>
              <a:fillRect/>
            </a:stretch>
          </p:blipFill>
          <p:spPr bwMode="auto">
            <a:xfrm>
              <a:off x="159" y="1284"/>
              <a:ext cx="1761" cy="2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35850" name="Picture 5">
              <a:extLst>
                <a:ext uri="{FF2B5EF4-FFF2-40B4-BE49-F238E27FC236}">
                  <a16:creationId xmlns:a16="http://schemas.microsoft.com/office/drawing/2014/main" id="{7EB90B51-404F-199F-2A68-985486FC48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6426" r="39282"/>
            <a:stretch>
              <a:fillRect/>
            </a:stretch>
          </p:blipFill>
          <p:spPr bwMode="auto">
            <a:xfrm>
              <a:off x="1962" y="1284"/>
              <a:ext cx="460" cy="2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grpSp>
      <p:sp>
        <p:nvSpPr>
          <p:cNvPr id="35845" name="Rectangle 6">
            <a:extLst>
              <a:ext uri="{FF2B5EF4-FFF2-40B4-BE49-F238E27FC236}">
                <a16:creationId xmlns:a16="http://schemas.microsoft.com/office/drawing/2014/main" id="{43DA8FEF-D752-CE5F-850E-78CEBA4088F1}"/>
              </a:ext>
            </a:extLst>
          </p:cNvPr>
          <p:cNvSpPr>
            <a:spLocks noGrp="1" noChangeArrowheads="1"/>
          </p:cNvSpPr>
          <p:nvPr>
            <p:ph type="title"/>
          </p:nvPr>
        </p:nvSpPr>
        <p:spPr>
          <a:xfrm>
            <a:off x="107950" y="215900"/>
            <a:ext cx="9720263"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pPr>
            <a:r>
              <a:rPr lang="en-GB" altLang="it-IT" sz="3600">
                <a:solidFill>
                  <a:srgbClr val="FF0000"/>
                </a:solidFill>
              </a:rPr>
              <a:t>Progetto di contatori sincroni – esempio (3/7)</a:t>
            </a:r>
          </a:p>
        </p:txBody>
      </p:sp>
      <p:sp>
        <p:nvSpPr>
          <p:cNvPr id="35846" name="Rectangle 7">
            <a:extLst>
              <a:ext uri="{FF2B5EF4-FFF2-40B4-BE49-F238E27FC236}">
                <a16:creationId xmlns:a16="http://schemas.microsoft.com/office/drawing/2014/main" id="{53834C4D-7810-4711-AD4F-CAC8709949D8}"/>
              </a:ext>
            </a:extLst>
          </p:cNvPr>
          <p:cNvSpPr>
            <a:spLocks noChangeArrowheads="1"/>
          </p:cNvSpPr>
          <p:nvPr/>
        </p:nvSpPr>
        <p:spPr bwMode="auto">
          <a:xfrm>
            <a:off x="179388" y="1295400"/>
            <a:ext cx="9432925"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marL="457200" indent="-455613">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3200">
                <a:solidFill>
                  <a:srgbClr val="000000"/>
                </a:solidFill>
                <a:latin typeface="Arial" panose="020B0604020202020204" pitchFamily="34" charset="0"/>
                <a:ea typeface="MS PGothic" panose="020B0600070205080204" pitchFamily="34" charset="-128"/>
              </a:defRPr>
            </a:lvl1pPr>
            <a:lvl2pPr marL="800100" indent="-341313">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SzPct val="45000"/>
            </a:pPr>
            <a:r>
              <a:rPr lang="it-IT" altLang="it-IT" sz="1800">
                <a:solidFill>
                  <a:srgbClr val="003366"/>
                </a:solidFill>
              </a:rPr>
              <a:t>Ottimizzazione delle espressioni dei segnali di posizionamento</a:t>
            </a:r>
          </a:p>
          <a:p>
            <a:pPr lvl="1" eaLnBrk="1" hangingPunct="1">
              <a:lnSpc>
                <a:spcPct val="100000"/>
              </a:lnSpc>
              <a:spcAft>
                <a:spcPct val="0"/>
              </a:spcAft>
              <a:buSzPct val="45000"/>
              <a:buFont typeface="Arial" panose="020B0604020202020204" pitchFamily="34" charset="0"/>
              <a:buChar char="•"/>
            </a:pPr>
            <a:r>
              <a:rPr lang="it-IT" altLang="it-IT" sz="2000">
                <a:solidFill>
                  <a:srgbClr val="003366"/>
                </a:solidFill>
              </a:rPr>
              <a:t>JQ3 e KQ3</a:t>
            </a:r>
          </a:p>
        </p:txBody>
      </p:sp>
      <p:pic>
        <p:nvPicPr>
          <p:cNvPr id="35847" name="Picture 8">
            <a:extLst>
              <a:ext uri="{FF2B5EF4-FFF2-40B4-BE49-F238E27FC236}">
                <a16:creationId xmlns:a16="http://schemas.microsoft.com/office/drawing/2014/main" id="{F6A4A6FD-66BF-8042-9BF6-0F09BED7FA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4400" y="2057400"/>
            <a:ext cx="42672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mc:AlternateContent xmlns:mc="http://schemas.openxmlformats.org/markup-compatibility/2006" xmlns:p14="http://schemas.microsoft.com/office/powerpoint/2010/main">
        <mc:Choice Requires="p14">
          <p:contentPart p14:bwMode="auto" r:id="rId6">
            <p14:nvContentPartPr>
              <p14:cNvPr id="2" name="Input penna 1">
                <a:extLst>
                  <a:ext uri="{FF2B5EF4-FFF2-40B4-BE49-F238E27FC236}">
                    <a16:creationId xmlns:a16="http://schemas.microsoft.com/office/drawing/2014/main" id="{47CF75A3-6DF5-31E4-9753-7580DB8E14EE}"/>
                  </a:ext>
                </a:extLst>
              </p14:cNvPr>
              <p14:cNvContentPartPr/>
              <p14:nvPr/>
            </p14:nvContentPartPr>
            <p14:xfrm>
              <a:off x="5809801" y="4288364"/>
              <a:ext cx="360" cy="360"/>
            </p14:xfrm>
          </p:contentPart>
        </mc:Choice>
        <mc:Fallback xmlns="">
          <p:pic>
            <p:nvPicPr>
              <p:cNvPr id="2" name="Input penna 1">
                <a:extLst>
                  <a:ext uri="{FF2B5EF4-FFF2-40B4-BE49-F238E27FC236}">
                    <a16:creationId xmlns:a16="http://schemas.microsoft.com/office/drawing/2014/main" id="{47CF75A3-6DF5-31E4-9753-7580DB8E14EE}"/>
                  </a:ext>
                </a:extLst>
              </p:cNvPr>
              <p:cNvPicPr/>
              <p:nvPr/>
            </p:nvPicPr>
            <p:blipFill>
              <a:blip r:embed="rId7"/>
              <a:stretch>
                <a:fillRect/>
              </a:stretch>
            </p:blipFill>
            <p:spPr>
              <a:xfrm>
                <a:off x="5800801" y="4279364"/>
                <a:ext cx="18000" cy="18000"/>
              </a:xfrm>
              <a:prstGeom prst="rect">
                <a:avLst/>
              </a:prstGeom>
            </p:spPr>
          </p:pic>
        </mc:Fallback>
      </mc:AlternateContent>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1">
            <a:extLst>
              <a:ext uri="{FF2B5EF4-FFF2-40B4-BE49-F238E27FC236}">
                <a16:creationId xmlns:a16="http://schemas.microsoft.com/office/drawing/2014/main" id="{BE49903D-8BFD-1091-B7FE-07E72384B5FC}"/>
              </a:ext>
            </a:extLst>
          </p:cNvPr>
          <p:cNvSpPr txBox="1">
            <a:spLocks noChangeArrowheads="1"/>
          </p:cNvSpPr>
          <p:nvPr/>
        </p:nvSpPr>
        <p:spPr bwMode="auto">
          <a:xfrm>
            <a:off x="7005638" y="6026150"/>
            <a:ext cx="23320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pPr>
            <a:fld id="{F4437D2A-0005-495B-8A8D-44D4DD49BF5D}" type="slidenum">
              <a:rPr lang="it-IT" altLang="it-IT" sz="1400">
                <a:solidFill>
                  <a:srgbClr val="003366"/>
                </a:solidFill>
              </a:rPr>
              <a:pPr eaLnBrk="1" hangingPunct="1">
                <a:lnSpc>
                  <a:spcPct val="100000"/>
                </a:lnSpc>
                <a:spcAft>
                  <a:spcPct val="0"/>
                </a:spcAft>
              </a:pPr>
              <a:t>18</a:t>
            </a:fld>
            <a:endParaRPr lang="it-IT" altLang="it-IT" sz="1400">
              <a:solidFill>
                <a:srgbClr val="003366"/>
              </a:solidFill>
            </a:endParaRPr>
          </a:p>
        </p:txBody>
      </p:sp>
      <p:graphicFrame>
        <p:nvGraphicFramePr>
          <p:cNvPr id="37891" name="AutoShape 2">
            <a:extLst>
              <a:ext uri="{FF2B5EF4-FFF2-40B4-BE49-F238E27FC236}">
                <a16:creationId xmlns:a16="http://schemas.microsoft.com/office/drawing/2014/main" id="{AB36EB71-38D3-B5D5-2454-82A9C0B685AD}"/>
              </a:ext>
            </a:extLst>
          </p:cNvPr>
          <p:cNvGraphicFramePr>
            <a:graphicFrameLocks noChangeAspect="1"/>
          </p:cNvGraphicFramePr>
          <p:nvPr/>
        </p:nvGraphicFramePr>
        <p:xfrm>
          <a:off x="4724400" y="2590800"/>
          <a:ext cx="4267200" cy="2087563"/>
        </p:xfrm>
        <a:graphic>
          <a:graphicData uri="http://schemas.openxmlformats.org/presentationml/2006/ole">
            <mc:AlternateContent xmlns:mc="http://schemas.openxmlformats.org/markup-compatibility/2006">
              <mc:Choice xmlns:v="urn:schemas-microsoft-com:vml" Requires="v">
                <p:oleObj r:id="rId3" imgW="0" imgH="0" progId="">
                  <p:embed/>
                </p:oleObj>
              </mc:Choice>
              <mc:Fallback>
                <p:oleObj r:id="rId3" imgW="0" imgH="0" progId="">
                  <p:embed/>
                  <p:pic>
                    <p:nvPicPr>
                      <p:cNvPr id="0" name="AutoShape 2"/>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4724400" y="2590800"/>
                        <a:ext cx="4267200" cy="2087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7892" name="Group 3">
            <a:extLst>
              <a:ext uri="{FF2B5EF4-FFF2-40B4-BE49-F238E27FC236}">
                <a16:creationId xmlns:a16="http://schemas.microsoft.com/office/drawing/2014/main" id="{CBF18752-802C-434B-9432-B40DC3FDB000}"/>
              </a:ext>
            </a:extLst>
          </p:cNvPr>
          <p:cNvGrpSpPr>
            <a:grpSpLocks/>
          </p:cNvGrpSpPr>
          <p:nvPr/>
        </p:nvGrpSpPr>
        <p:grpSpPr bwMode="auto">
          <a:xfrm>
            <a:off x="201613" y="2065338"/>
            <a:ext cx="3810000" cy="4375150"/>
            <a:chOff x="127" y="1301"/>
            <a:chExt cx="2400" cy="2756"/>
          </a:xfrm>
        </p:grpSpPr>
        <p:pic>
          <p:nvPicPr>
            <p:cNvPr id="37896" name="Picture 4">
              <a:extLst>
                <a:ext uri="{FF2B5EF4-FFF2-40B4-BE49-F238E27FC236}">
                  <a16:creationId xmlns:a16="http://schemas.microsoft.com/office/drawing/2014/main" id="{78D50683-6B30-6863-61B6-C8BC386672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52310"/>
            <a:stretch>
              <a:fillRect/>
            </a:stretch>
          </p:blipFill>
          <p:spPr bwMode="auto">
            <a:xfrm>
              <a:off x="127" y="1301"/>
              <a:ext cx="1866" cy="2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37897" name="Picture 5">
              <a:extLst>
                <a:ext uri="{FF2B5EF4-FFF2-40B4-BE49-F238E27FC236}">
                  <a16:creationId xmlns:a16="http://schemas.microsoft.com/office/drawing/2014/main" id="{1F47FF07-AC19-0AE1-17A4-D315A35125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60416" r="27081"/>
            <a:stretch>
              <a:fillRect/>
            </a:stretch>
          </p:blipFill>
          <p:spPr bwMode="auto">
            <a:xfrm>
              <a:off x="2040" y="1301"/>
              <a:ext cx="488" cy="2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grpSp>
      <p:sp>
        <p:nvSpPr>
          <p:cNvPr id="37893" name="Rectangle 6">
            <a:extLst>
              <a:ext uri="{FF2B5EF4-FFF2-40B4-BE49-F238E27FC236}">
                <a16:creationId xmlns:a16="http://schemas.microsoft.com/office/drawing/2014/main" id="{E92E7C1A-1A97-785C-F3D3-F4EC195FD8AF}"/>
              </a:ext>
            </a:extLst>
          </p:cNvPr>
          <p:cNvSpPr>
            <a:spLocks noGrp="1" noChangeArrowheads="1"/>
          </p:cNvSpPr>
          <p:nvPr>
            <p:ph type="title"/>
          </p:nvPr>
        </p:nvSpPr>
        <p:spPr>
          <a:xfrm>
            <a:off x="107950" y="209550"/>
            <a:ext cx="9396413"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it-IT" sz="3600">
                <a:solidFill>
                  <a:srgbClr val="FF0000"/>
                </a:solidFill>
              </a:rPr>
              <a:t>Progetto di contatori sincroni – esempio (4/7)</a:t>
            </a:r>
          </a:p>
        </p:txBody>
      </p:sp>
      <p:sp>
        <p:nvSpPr>
          <p:cNvPr id="37894" name="Rectangle 7">
            <a:extLst>
              <a:ext uri="{FF2B5EF4-FFF2-40B4-BE49-F238E27FC236}">
                <a16:creationId xmlns:a16="http://schemas.microsoft.com/office/drawing/2014/main" id="{75F77727-41A8-5EA0-BCD3-42E7F889FEDF}"/>
              </a:ext>
            </a:extLst>
          </p:cNvPr>
          <p:cNvSpPr>
            <a:spLocks noChangeArrowheads="1"/>
          </p:cNvSpPr>
          <p:nvPr/>
        </p:nvSpPr>
        <p:spPr bwMode="auto">
          <a:xfrm>
            <a:off x="179388" y="1295400"/>
            <a:ext cx="9432925"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marL="457200" indent="-455613">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3200">
                <a:solidFill>
                  <a:srgbClr val="000000"/>
                </a:solidFill>
                <a:latin typeface="Arial" panose="020B0604020202020204" pitchFamily="34" charset="0"/>
                <a:ea typeface="MS PGothic" panose="020B0600070205080204" pitchFamily="34" charset="-128"/>
              </a:defRPr>
            </a:lvl1pPr>
            <a:lvl2pPr marL="800100" indent="-341313">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SzPct val="45000"/>
            </a:pPr>
            <a:r>
              <a:rPr lang="it-IT" altLang="it-IT" sz="1800">
                <a:solidFill>
                  <a:srgbClr val="003366"/>
                </a:solidFill>
              </a:rPr>
              <a:t>Ottimizzazione delle espressioni dei segnali di posizionamento</a:t>
            </a:r>
          </a:p>
          <a:p>
            <a:pPr lvl="1" eaLnBrk="1" hangingPunct="1">
              <a:lnSpc>
                <a:spcPct val="100000"/>
              </a:lnSpc>
              <a:spcAft>
                <a:spcPct val="0"/>
              </a:spcAft>
              <a:buSzPct val="45000"/>
              <a:buFont typeface="Arial" panose="020B0604020202020204" pitchFamily="34" charset="0"/>
              <a:buChar char="•"/>
            </a:pPr>
            <a:r>
              <a:rPr lang="it-IT" altLang="it-IT" sz="2000">
                <a:solidFill>
                  <a:srgbClr val="003366"/>
                </a:solidFill>
              </a:rPr>
              <a:t>JQ2 e KQ2</a:t>
            </a:r>
          </a:p>
        </p:txBody>
      </p:sp>
      <p:pic>
        <p:nvPicPr>
          <p:cNvPr id="37895" name="Picture 8">
            <a:extLst>
              <a:ext uri="{FF2B5EF4-FFF2-40B4-BE49-F238E27FC236}">
                <a16:creationId xmlns:a16="http://schemas.microsoft.com/office/drawing/2014/main" id="{4987ECC7-3F0F-79F4-0225-95384646C9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4400" y="2590800"/>
            <a:ext cx="4267200" cy="208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1">
            <a:extLst>
              <a:ext uri="{FF2B5EF4-FFF2-40B4-BE49-F238E27FC236}">
                <a16:creationId xmlns:a16="http://schemas.microsoft.com/office/drawing/2014/main" id="{9B344078-1E89-7374-495B-E289AFEF1127}"/>
              </a:ext>
            </a:extLst>
          </p:cNvPr>
          <p:cNvSpPr txBox="1">
            <a:spLocks noChangeArrowheads="1"/>
          </p:cNvSpPr>
          <p:nvPr/>
        </p:nvSpPr>
        <p:spPr bwMode="auto">
          <a:xfrm>
            <a:off x="7005638" y="6026150"/>
            <a:ext cx="23320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pPr>
            <a:fld id="{07B8D76C-F493-429C-932A-334F49760A5F}" type="slidenum">
              <a:rPr lang="it-IT" altLang="it-IT" sz="1400">
                <a:solidFill>
                  <a:srgbClr val="003366"/>
                </a:solidFill>
              </a:rPr>
              <a:pPr eaLnBrk="1" hangingPunct="1">
                <a:lnSpc>
                  <a:spcPct val="100000"/>
                </a:lnSpc>
                <a:spcAft>
                  <a:spcPct val="0"/>
                </a:spcAft>
              </a:pPr>
              <a:t>19</a:t>
            </a:fld>
            <a:endParaRPr lang="it-IT" altLang="it-IT" sz="1400">
              <a:solidFill>
                <a:srgbClr val="003366"/>
              </a:solidFill>
            </a:endParaRPr>
          </a:p>
        </p:txBody>
      </p:sp>
      <p:graphicFrame>
        <p:nvGraphicFramePr>
          <p:cNvPr id="39939" name="AutoShape 2">
            <a:extLst>
              <a:ext uri="{FF2B5EF4-FFF2-40B4-BE49-F238E27FC236}">
                <a16:creationId xmlns:a16="http://schemas.microsoft.com/office/drawing/2014/main" id="{7FD610C9-E09A-1FE9-FFBD-2A729161EA9D}"/>
              </a:ext>
            </a:extLst>
          </p:cNvPr>
          <p:cNvGraphicFramePr>
            <a:graphicFrameLocks noChangeAspect="1"/>
          </p:cNvGraphicFramePr>
          <p:nvPr/>
        </p:nvGraphicFramePr>
        <p:xfrm>
          <a:off x="4648200" y="2667000"/>
          <a:ext cx="4343400" cy="2078038"/>
        </p:xfrm>
        <a:graphic>
          <a:graphicData uri="http://schemas.openxmlformats.org/presentationml/2006/ole">
            <mc:AlternateContent xmlns:mc="http://schemas.openxmlformats.org/markup-compatibility/2006">
              <mc:Choice xmlns:v="urn:schemas-microsoft-com:vml" Requires="v">
                <p:oleObj r:id="rId3" imgW="0" imgH="0" progId="">
                  <p:embed/>
                </p:oleObj>
              </mc:Choice>
              <mc:Fallback>
                <p:oleObj r:id="rId3" imgW="0" imgH="0" progId="">
                  <p:embed/>
                  <p:pic>
                    <p:nvPicPr>
                      <p:cNvPr id="0" name="AutoShape 2"/>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4648200" y="2667000"/>
                        <a:ext cx="4343400" cy="2078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9940" name="Group 3">
            <a:extLst>
              <a:ext uri="{FF2B5EF4-FFF2-40B4-BE49-F238E27FC236}">
                <a16:creationId xmlns:a16="http://schemas.microsoft.com/office/drawing/2014/main" id="{053EB14F-3A9D-CF60-041F-FEFA443941C3}"/>
              </a:ext>
            </a:extLst>
          </p:cNvPr>
          <p:cNvGrpSpPr>
            <a:grpSpLocks/>
          </p:cNvGrpSpPr>
          <p:nvPr/>
        </p:nvGrpSpPr>
        <p:grpSpPr bwMode="auto">
          <a:xfrm>
            <a:off x="107950" y="2065338"/>
            <a:ext cx="3886200" cy="4325937"/>
            <a:chOff x="68" y="1301"/>
            <a:chExt cx="2448" cy="2725"/>
          </a:xfrm>
        </p:grpSpPr>
        <p:pic>
          <p:nvPicPr>
            <p:cNvPr id="39944" name="Picture 4">
              <a:extLst>
                <a:ext uri="{FF2B5EF4-FFF2-40B4-BE49-F238E27FC236}">
                  <a16:creationId xmlns:a16="http://schemas.microsoft.com/office/drawing/2014/main" id="{C787FCB2-1DCB-C195-14E7-9981C3BD34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52310"/>
            <a:stretch>
              <a:fillRect/>
            </a:stretch>
          </p:blipFill>
          <p:spPr bwMode="auto">
            <a:xfrm>
              <a:off x="68" y="1301"/>
              <a:ext cx="1904" cy="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39945" name="Picture 5">
              <a:extLst>
                <a:ext uri="{FF2B5EF4-FFF2-40B4-BE49-F238E27FC236}">
                  <a16:creationId xmlns:a16="http://schemas.microsoft.com/office/drawing/2014/main" id="{9F65BA60-CECB-EF28-3F4E-B79C4D36FF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73174" r="12976"/>
            <a:stretch>
              <a:fillRect/>
            </a:stretch>
          </p:blipFill>
          <p:spPr bwMode="auto">
            <a:xfrm>
              <a:off x="2018" y="1301"/>
              <a:ext cx="498" cy="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grpSp>
      <p:sp>
        <p:nvSpPr>
          <p:cNvPr id="39941" name="Rectangle 6">
            <a:extLst>
              <a:ext uri="{FF2B5EF4-FFF2-40B4-BE49-F238E27FC236}">
                <a16:creationId xmlns:a16="http://schemas.microsoft.com/office/drawing/2014/main" id="{4E966656-D3DC-FC10-E4D6-BCB3E5DA8325}"/>
              </a:ext>
            </a:extLst>
          </p:cNvPr>
          <p:cNvSpPr>
            <a:spLocks noGrp="1" noChangeArrowheads="1"/>
          </p:cNvSpPr>
          <p:nvPr>
            <p:ph type="title"/>
          </p:nvPr>
        </p:nvSpPr>
        <p:spPr>
          <a:xfrm>
            <a:off x="107950" y="209550"/>
            <a:ext cx="9396413"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it-IT" sz="3600">
                <a:solidFill>
                  <a:srgbClr val="FF0000"/>
                </a:solidFill>
              </a:rPr>
              <a:t>Progetto di contatori sincroni – esempio (5/7)</a:t>
            </a:r>
          </a:p>
        </p:txBody>
      </p:sp>
      <p:sp>
        <p:nvSpPr>
          <p:cNvPr id="39942" name="Rectangle 7">
            <a:extLst>
              <a:ext uri="{FF2B5EF4-FFF2-40B4-BE49-F238E27FC236}">
                <a16:creationId xmlns:a16="http://schemas.microsoft.com/office/drawing/2014/main" id="{33EC7B33-E96D-4077-16DE-C3D69A3F5979}"/>
              </a:ext>
            </a:extLst>
          </p:cNvPr>
          <p:cNvSpPr>
            <a:spLocks noChangeArrowheads="1"/>
          </p:cNvSpPr>
          <p:nvPr/>
        </p:nvSpPr>
        <p:spPr bwMode="auto">
          <a:xfrm>
            <a:off x="179388" y="1295400"/>
            <a:ext cx="9432925"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marL="457200" indent="-455613">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3200">
                <a:solidFill>
                  <a:srgbClr val="000000"/>
                </a:solidFill>
                <a:latin typeface="Arial" panose="020B0604020202020204" pitchFamily="34" charset="0"/>
                <a:ea typeface="MS PGothic" panose="020B0600070205080204" pitchFamily="34" charset="-128"/>
              </a:defRPr>
            </a:lvl1pPr>
            <a:lvl2pPr marL="800100" indent="-341313">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SzPct val="45000"/>
            </a:pPr>
            <a:r>
              <a:rPr lang="it-IT" altLang="it-IT" sz="1800">
                <a:solidFill>
                  <a:srgbClr val="003366"/>
                </a:solidFill>
              </a:rPr>
              <a:t>Ottimizzazione delle espressioni dei segnali di posizionamento</a:t>
            </a:r>
          </a:p>
          <a:p>
            <a:pPr lvl="1" eaLnBrk="1" hangingPunct="1">
              <a:lnSpc>
                <a:spcPct val="100000"/>
              </a:lnSpc>
              <a:spcAft>
                <a:spcPct val="0"/>
              </a:spcAft>
              <a:buSzPct val="45000"/>
              <a:buFont typeface="Arial" panose="020B0604020202020204" pitchFamily="34" charset="0"/>
              <a:buChar char="•"/>
            </a:pPr>
            <a:r>
              <a:rPr lang="it-IT" altLang="it-IT" sz="2000">
                <a:solidFill>
                  <a:srgbClr val="003366"/>
                </a:solidFill>
              </a:rPr>
              <a:t>JQ1 e KQ1</a:t>
            </a:r>
          </a:p>
        </p:txBody>
      </p:sp>
      <p:pic>
        <p:nvPicPr>
          <p:cNvPr id="39943" name="Picture 8">
            <a:extLst>
              <a:ext uri="{FF2B5EF4-FFF2-40B4-BE49-F238E27FC236}">
                <a16:creationId xmlns:a16="http://schemas.microsoft.com/office/drawing/2014/main" id="{237FF863-B2A1-77A8-ECCB-2535A19D73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2667000"/>
            <a:ext cx="4343400" cy="207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Immagine 1">
            <a:extLst>
              <a:ext uri="{FF2B5EF4-FFF2-40B4-BE49-F238E27FC236}">
                <a16:creationId xmlns:a16="http://schemas.microsoft.com/office/drawing/2014/main" id="{7FF80EC1-A71C-D5F3-DBDB-712E72FF00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 y="1606550"/>
            <a:ext cx="4784725"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7" name="Text Box 1">
            <a:extLst>
              <a:ext uri="{FF2B5EF4-FFF2-40B4-BE49-F238E27FC236}">
                <a16:creationId xmlns:a16="http://schemas.microsoft.com/office/drawing/2014/main" id="{BFAAFFDE-7EDE-CAD1-DF23-5EF124158E5E}"/>
              </a:ext>
            </a:extLst>
          </p:cNvPr>
          <p:cNvSpPr txBox="1">
            <a:spLocks noChangeArrowheads="1"/>
          </p:cNvSpPr>
          <p:nvPr/>
        </p:nvSpPr>
        <p:spPr bwMode="auto">
          <a:xfrm>
            <a:off x="7005638" y="6026150"/>
            <a:ext cx="23320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pPr>
            <a:fld id="{A66C0E54-C494-48F7-A61F-4508408E4E50}" type="slidenum">
              <a:rPr lang="it-IT" altLang="it-IT" sz="1400">
                <a:solidFill>
                  <a:srgbClr val="003366"/>
                </a:solidFill>
              </a:rPr>
              <a:pPr eaLnBrk="1" hangingPunct="1">
                <a:lnSpc>
                  <a:spcPct val="100000"/>
                </a:lnSpc>
                <a:spcAft>
                  <a:spcPct val="0"/>
                </a:spcAft>
              </a:pPr>
              <a:t>20</a:t>
            </a:fld>
            <a:endParaRPr lang="it-IT" altLang="it-IT" sz="1400">
              <a:solidFill>
                <a:srgbClr val="003366"/>
              </a:solidFill>
            </a:endParaRPr>
          </a:p>
        </p:txBody>
      </p:sp>
      <p:sp>
        <p:nvSpPr>
          <p:cNvPr id="22531" name="Rectangle 2">
            <a:extLst>
              <a:ext uri="{FF2B5EF4-FFF2-40B4-BE49-F238E27FC236}">
                <a16:creationId xmlns:a16="http://schemas.microsoft.com/office/drawing/2014/main" id="{9A959A67-4888-367B-9DC0-1C267C021737}"/>
              </a:ext>
            </a:extLst>
          </p:cNvPr>
          <p:cNvSpPr>
            <a:spLocks noChangeArrowheads="1"/>
          </p:cNvSpPr>
          <p:nvPr/>
        </p:nvSpPr>
        <p:spPr bwMode="auto">
          <a:xfrm>
            <a:off x="5373688" y="1641475"/>
            <a:ext cx="1668462" cy="1814513"/>
          </a:xfrm>
          <a:prstGeom prst="rect">
            <a:avLst/>
          </a:prstGeom>
          <a:noFill/>
          <a:ln>
            <a:noFill/>
          </a:ln>
        </p:spPr>
        <p:txBody>
          <a:bodyPr lIns="90000" tIns="45000" rIns="90000" bIns="45000">
            <a:spAutoFit/>
          </a:bodyPr>
          <a:lstStyle>
            <a:lvl1pPr eaLnBrk="0">
              <a:tabLst>
                <a:tab pos="723900" algn="l"/>
                <a:tab pos="1447800" algn="l"/>
              </a:tabLst>
              <a:defRPr>
                <a:solidFill>
                  <a:schemeClr val="tx1"/>
                </a:solidFill>
                <a:latin typeface="Arial" panose="020B0604020202020204" pitchFamily="34" charset="0"/>
                <a:ea typeface="Microsoft YaHei" panose="020B0503020204020204" pitchFamily="34" charset="-122"/>
              </a:defRPr>
            </a:lvl1pPr>
            <a:lvl2pPr eaLnBrk="0">
              <a:tabLst>
                <a:tab pos="723900" algn="l"/>
                <a:tab pos="1447800" algn="l"/>
              </a:tabLst>
              <a:defRPr>
                <a:solidFill>
                  <a:schemeClr val="tx1"/>
                </a:solidFill>
                <a:latin typeface="Arial" panose="020B0604020202020204" pitchFamily="34" charset="0"/>
                <a:ea typeface="Microsoft YaHei" panose="020B0503020204020204" pitchFamily="34" charset="-122"/>
              </a:defRPr>
            </a:lvl2pPr>
            <a:lvl3pPr eaLnBrk="0">
              <a:tabLst>
                <a:tab pos="723900" algn="l"/>
                <a:tab pos="1447800" algn="l"/>
              </a:tabLst>
              <a:defRPr>
                <a:solidFill>
                  <a:schemeClr val="tx1"/>
                </a:solidFill>
                <a:latin typeface="Arial" panose="020B0604020202020204" pitchFamily="34" charset="0"/>
                <a:ea typeface="Microsoft YaHei" panose="020B0503020204020204" pitchFamily="34" charset="-122"/>
              </a:defRPr>
            </a:lvl3pPr>
            <a:lvl4pPr eaLnBrk="0">
              <a:tabLst>
                <a:tab pos="723900" algn="l"/>
                <a:tab pos="1447800" algn="l"/>
              </a:tabLst>
              <a:defRPr>
                <a:solidFill>
                  <a:schemeClr val="tx1"/>
                </a:solidFill>
                <a:latin typeface="Arial" panose="020B0604020202020204" pitchFamily="34" charset="0"/>
                <a:ea typeface="Microsoft YaHei" panose="020B0503020204020204" pitchFamily="34" charset="-122"/>
              </a:defRPr>
            </a:lvl4pPr>
            <a:lvl5pPr eaLnBrk="0">
              <a:tabLst>
                <a:tab pos="723900" algn="l"/>
                <a:tab pos="1447800"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Lst>
              <a:defRPr>
                <a:solidFill>
                  <a:schemeClr val="tx1"/>
                </a:solidFill>
                <a:latin typeface="Arial" panose="020B0604020202020204" pitchFamily="34" charset="0"/>
                <a:ea typeface="Microsoft YaHei" panose="020B0503020204020204" pitchFamily="34" charset="-122"/>
              </a:defRPr>
            </a:lvl9pPr>
          </a:lstStyle>
          <a:p>
            <a:pPr eaLnBrk="1" hangingPunct="1">
              <a:buClr>
                <a:srgbClr val="000000"/>
              </a:buClr>
              <a:buSzPct val="100000"/>
              <a:buFont typeface="Times New Roman" panose="02020603050405020304" pitchFamily="18" charset="0"/>
              <a:buNone/>
              <a:defRPr/>
            </a:pPr>
            <a:r>
              <a:rPr lang="it-IT" altLang="it-IT" sz="1400" dirty="0">
                <a:latin typeface="+mn-lt"/>
                <a:ea typeface="MS PGothic" panose="020B0600070205080204" pitchFamily="34" charset="-128"/>
                <a:cs typeface="Times New Roman" panose="02020603050405020304" pitchFamily="18" charset="0"/>
              </a:rPr>
              <a:t>J</a:t>
            </a:r>
            <a:r>
              <a:rPr lang="it-IT" altLang="it-IT" sz="1400" baseline="-33000" dirty="0">
                <a:latin typeface="+mn-lt"/>
                <a:ea typeface="MS PGothic" panose="020B0600070205080204" pitchFamily="34" charset="-128"/>
                <a:cs typeface="Times New Roman" panose="02020603050405020304" pitchFamily="18" charset="0"/>
              </a:rPr>
              <a:t>0</a:t>
            </a:r>
            <a:r>
              <a:rPr lang="it-IT" altLang="it-IT" sz="1400" dirty="0">
                <a:latin typeface="+mn-lt"/>
                <a:ea typeface="MS PGothic" panose="020B0600070205080204" pitchFamily="34" charset="-128"/>
                <a:cs typeface="Times New Roman" panose="02020603050405020304" pitchFamily="18" charset="0"/>
              </a:rPr>
              <a:t> = K</a:t>
            </a:r>
            <a:r>
              <a:rPr lang="it-IT" altLang="it-IT" sz="1400" baseline="-33000" dirty="0">
                <a:latin typeface="+mn-lt"/>
                <a:ea typeface="MS PGothic" panose="020B0600070205080204" pitchFamily="34" charset="-128"/>
                <a:cs typeface="Times New Roman" panose="02020603050405020304" pitchFamily="18" charset="0"/>
              </a:rPr>
              <a:t>0</a:t>
            </a:r>
            <a:r>
              <a:rPr lang="it-IT" altLang="it-IT" sz="1400" dirty="0">
                <a:latin typeface="+mn-lt"/>
                <a:ea typeface="MS PGothic" panose="020B0600070205080204" pitchFamily="34" charset="-128"/>
                <a:cs typeface="Times New Roman" panose="02020603050405020304" pitchFamily="18" charset="0"/>
              </a:rPr>
              <a:t> = 1</a:t>
            </a:r>
          </a:p>
          <a:p>
            <a:pPr eaLnBrk="1" hangingPunct="1">
              <a:buClr>
                <a:srgbClr val="000000"/>
              </a:buClr>
              <a:buSzPct val="100000"/>
              <a:buFont typeface="Times New Roman" panose="02020603050405020304" pitchFamily="18" charset="0"/>
              <a:buNone/>
              <a:defRPr/>
            </a:pPr>
            <a:endParaRPr lang="it-IT" altLang="it-IT" sz="1400" dirty="0">
              <a:latin typeface="+mn-lt"/>
              <a:ea typeface="MS PGothic" panose="020B0600070205080204" pitchFamily="34" charset="-128"/>
              <a:cs typeface="Times New Roman" panose="02020603050405020304" pitchFamily="18" charset="0"/>
            </a:endParaRPr>
          </a:p>
          <a:p>
            <a:pPr eaLnBrk="1" hangingPunct="1">
              <a:buClr>
                <a:srgbClr val="000000"/>
              </a:buClr>
              <a:buSzPct val="100000"/>
              <a:buFont typeface="Times New Roman" panose="02020603050405020304" pitchFamily="18" charset="0"/>
              <a:buNone/>
              <a:defRPr/>
            </a:pPr>
            <a:r>
              <a:rPr lang="it-IT" altLang="it-IT" sz="1400" dirty="0">
                <a:latin typeface="+mn-lt"/>
                <a:ea typeface="MS PGothic" panose="020B0600070205080204" pitchFamily="34" charset="-128"/>
                <a:cs typeface="Times New Roman" panose="02020603050405020304" pitchFamily="18" charset="0"/>
              </a:rPr>
              <a:t>J</a:t>
            </a:r>
            <a:r>
              <a:rPr lang="it-IT" altLang="it-IT" sz="1400" baseline="-33000" dirty="0">
                <a:latin typeface="+mn-lt"/>
                <a:ea typeface="MS PGothic" panose="020B0600070205080204" pitchFamily="34" charset="-128"/>
                <a:cs typeface="Times New Roman" panose="02020603050405020304" pitchFamily="18" charset="0"/>
              </a:rPr>
              <a:t>1</a:t>
            </a:r>
            <a:r>
              <a:rPr lang="it-IT" altLang="it-IT" sz="1400" dirty="0">
                <a:latin typeface="+mn-lt"/>
                <a:ea typeface="MS PGothic" panose="020B0600070205080204" pitchFamily="34" charset="-128"/>
                <a:cs typeface="Times New Roman" panose="02020603050405020304" pitchFamily="18" charset="0"/>
              </a:rPr>
              <a:t> = K</a:t>
            </a:r>
            <a:r>
              <a:rPr lang="it-IT" altLang="it-IT" sz="1400" baseline="-33000" dirty="0">
                <a:latin typeface="+mn-lt"/>
                <a:ea typeface="MS PGothic" panose="020B0600070205080204" pitchFamily="34" charset="-128"/>
                <a:cs typeface="Times New Roman" panose="02020603050405020304" pitchFamily="18" charset="0"/>
              </a:rPr>
              <a:t>1</a:t>
            </a:r>
            <a:r>
              <a:rPr lang="it-IT" altLang="it-IT" sz="1400" dirty="0">
                <a:latin typeface="+mn-lt"/>
                <a:ea typeface="MS PGothic" panose="020B0600070205080204" pitchFamily="34" charset="-128"/>
                <a:cs typeface="Times New Roman" panose="02020603050405020304" pitchFamily="18" charset="0"/>
              </a:rPr>
              <a:t> = Q</a:t>
            </a:r>
            <a:r>
              <a:rPr lang="it-IT" altLang="it-IT" sz="1400" baseline="-33000" dirty="0">
                <a:latin typeface="+mn-lt"/>
                <a:ea typeface="MS PGothic" panose="020B0600070205080204" pitchFamily="34" charset="-128"/>
                <a:cs typeface="Times New Roman" panose="02020603050405020304" pitchFamily="18" charset="0"/>
              </a:rPr>
              <a:t>0</a:t>
            </a:r>
          </a:p>
          <a:p>
            <a:pPr eaLnBrk="1" hangingPunct="1">
              <a:buClr>
                <a:srgbClr val="000000"/>
              </a:buClr>
              <a:buSzPct val="100000"/>
              <a:buFont typeface="Times New Roman" panose="02020603050405020304" pitchFamily="18" charset="0"/>
              <a:buNone/>
              <a:defRPr/>
            </a:pPr>
            <a:endParaRPr lang="it-IT" altLang="it-IT" sz="1400" dirty="0">
              <a:latin typeface="+mn-lt"/>
              <a:ea typeface="MS PGothic" panose="020B0600070205080204" pitchFamily="34" charset="-128"/>
              <a:cs typeface="Times New Roman" panose="02020603050405020304" pitchFamily="18" charset="0"/>
            </a:endParaRPr>
          </a:p>
          <a:p>
            <a:pPr eaLnBrk="1" hangingPunct="1">
              <a:buClr>
                <a:srgbClr val="000000"/>
              </a:buClr>
              <a:buSzPct val="100000"/>
              <a:buFont typeface="Times New Roman" panose="02020603050405020304" pitchFamily="18" charset="0"/>
              <a:buNone/>
              <a:defRPr/>
            </a:pPr>
            <a:r>
              <a:rPr lang="it-IT" altLang="it-IT" sz="1400" dirty="0">
                <a:latin typeface="+mn-lt"/>
                <a:ea typeface="MS PGothic" panose="020B0600070205080204" pitchFamily="34" charset="-128"/>
                <a:cs typeface="Times New Roman" panose="02020603050405020304" pitchFamily="18" charset="0"/>
              </a:rPr>
              <a:t>J</a:t>
            </a:r>
            <a:r>
              <a:rPr lang="it-IT" altLang="it-IT" sz="1400" baseline="-33000" dirty="0">
                <a:latin typeface="+mn-lt"/>
                <a:ea typeface="MS PGothic" panose="020B0600070205080204" pitchFamily="34" charset="-128"/>
                <a:cs typeface="Times New Roman" panose="02020603050405020304" pitchFamily="18" charset="0"/>
              </a:rPr>
              <a:t>2</a:t>
            </a:r>
            <a:r>
              <a:rPr lang="it-IT" altLang="it-IT" sz="1400" dirty="0">
                <a:latin typeface="+mn-lt"/>
                <a:ea typeface="MS PGothic" panose="020B0600070205080204" pitchFamily="34" charset="-128"/>
                <a:cs typeface="Times New Roman" panose="02020603050405020304" pitchFamily="18" charset="0"/>
              </a:rPr>
              <a:t> = K</a:t>
            </a:r>
            <a:r>
              <a:rPr lang="it-IT" altLang="it-IT" sz="1400" baseline="-33000" dirty="0">
                <a:latin typeface="+mn-lt"/>
                <a:ea typeface="MS PGothic" panose="020B0600070205080204" pitchFamily="34" charset="-128"/>
                <a:cs typeface="Times New Roman" panose="02020603050405020304" pitchFamily="18" charset="0"/>
              </a:rPr>
              <a:t>2 </a:t>
            </a:r>
            <a:r>
              <a:rPr lang="it-IT" altLang="it-IT" sz="1400" dirty="0">
                <a:latin typeface="+mn-lt"/>
                <a:ea typeface="MS PGothic" panose="020B0600070205080204" pitchFamily="34" charset="-128"/>
                <a:cs typeface="Times New Roman" panose="02020603050405020304" pitchFamily="18" charset="0"/>
              </a:rPr>
              <a:t>= Q</a:t>
            </a:r>
            <a:r>
              <a:rPr lang="it-IT" altLang="it-IT" sz="1400" baseline="-33000" dirty="0">
                <a:latin typeface="+mn-lt"/>
                <a:ea typeface="MS PGothic" panose="020B0600070205080204" pitchFamily="34" charset="-128"/>
                <a:cs typeface="Times New Roman" panose="02020603050405020304" pitchFamily="18" charset="0"/>
              </a:rPr>
              <a:t>0</a:t>
            </a:r>
            <a:r>
              <a:rPr lang="it-IT" altLang="it-IT" sz="1400" dirty="0">
                <a:latin typeface="+mn-lt"/>
                <a:ea typeface="MS PGothic" panose="020B0600070205080204" pitchFamily="34" charset="-128"/>
                <a:cs typeface="Times New Roman" panose="02020603050405020304" pitchFamily="18" charset="0"/>
              </a:rPr>
              <a:t> Q</a:t>
            </a:r>
            <a:r>
              <a:rPr lang="it-IT" altLang="it-IT" sz="1400" baseline="-33000" dirty="0">
                <a:latin typeface="+mn-lt"/>
                <a:ea typeface="MS PGothic" panose="020B0600070205080204" pitchFamily="34" charset="-128"/>
                <a:cs typeface="Times New Roman" panose="02020603050405020304" pitchFamily="18" charset="0"/>
              </a:rPr>
              <a:t>1</a:t>
            </a:r>
          </a:p>
          <a:p>
            <a:pPr eaLnBrk="1" hangingPunct="1">
              <a:buClr>
                <a:srgbClr val="000000"/>
              </a:buClr>
              <a:buSzPct val="100000"/>
              <a:buFont typeface="Times New Roman" panose="02020603050405020304" pitchFamily="18" charset="0"/>
              <a:buNone/>
              <a:defRPr/>
            </a:pPr>
            <a:endParaRPr lang="it-IT" altLang="it-IT" sz="1400" dirty="0">
              <a:latin typeface="+mn-lt"/>
              <a:ea typeface="MS PGothic" panose="020B0600070205080204" pitchFamily="34" charset="-128"/>
              <a:cs typeface="Times New Roman" panose="02020603050405020304" pitchFamily="18" charset="0"/>
            </a:endParaRPr>
          </a:p>
          <a:p>
            <a:pPr eaLnBrk="1" hangingPunct="1">
              <a:buClr>
                <a:srgbClr val="000000"/>
              </a:buClr>
              <a:buSzPct val="100000"/>
              <a:buFont typeface="Times New Roman" panose="02020603050405020304" pitchFamily="18" charset="0"/>
              <a:buNone/>
              <a:defRPr/>
            </a:pPr>
            <a:r>
              <a:rPr lang="it-IT" altLang="it-IT" sz="1400" dirty="0">
                <a:latin typeface="+mn-lt"/>
                <a:ea typeface="MS PGothic" panose="020B0600070205080204" pitchFamily="34" charset="-128"/>
                <a:cs typeface="Times New Roman" panose="02020603050405020304" pitchFamily="18" charset="0"/>
              </a:rPr>
              <a:t>J</a:t>
            </a:r>
            <a:r>
              <a:rPr lang="it-IT" altLang="it-IT" sz="1400" baseline="-33000" dirty="0">
                <a:latin typeface="+mn-lt"/>
                <a:ea typeface="MS PGothic" panose="020B0600070205080204" pitchFamily="34" charset="-128"/>
                <a:cs typeface="Times New Roman" panose="02020603050405020304" pitchFamily="18" charset="0"/>
              </a:rPr>
              <a:t>3</a:t>
            </a:r>
            <a:r>
              <a:rPr lang="it-IT" altLang="it-IT" sz="1400" dirty="0">
                <a:latin typeface="+mn-lt"/>
                <a:ea typeface="MS PGothic" panose="020B0600070205080204" pitchFamily="34" charset="-128"/>
                <a:cs typeface="Times New Roman" panose="02020603050405020304" pitchFamily="18" charset="0"/>
              </a:rPr>
              <a:t> = K</a:t>
            </a:r>
            <a:r>
              <a:rPr lang="it-IT" altLang="it-IT" sz="1400" baseline="-33000" dirty="0">
                <a:latin typeface="+mn-lt"/>
                <a:ea typeface="MS PGothic" panose="020B0600070205080204" pitchFamily="34" charset="-128"/>
                <a:cs typeface="Times New Roman" panose="02020603050405020304" pitchFamily="18" charset="0"/>
              </a:rPr>
              <a:t>3</a:t>
            </a:r>
            <a:r>
              <a:rPr lang="it-IT" altLang="it-IT" sz="1400" dirty="0">
                <a:latin typeface="+mn-lt"/>
                <a:ea typeface="MS PGothic" panose="020B0600070205080204" pitchFamily="34" charset="-128"/>
                <a:cs typeface="Times New Roman" panose="02020603050405020304" pitchFamily="18" charset="0"/>
              </a:rPr>
              <a:t> = Q</a:t>
            </a:r>
            <a:r>
              <a:rPr lang="it-IT" altLang="it-IT" sz="1400" baseline="-33000" dirty="0">
                <a:latin typeface="+mn-lt"/>
                <a:ea typeface="MS PGothic" panose="020B0600070205080204" pitchFamily="34" charset="-128"/>
                <a:cs typeface="Times New Roman" panose="02020603050405020304" pitchFamily="18" charset="0"/>
              </a:rPr>
              <a:t>0</a:t>
            </a:r>
            <a:r>
              <a:rPr lang="it-IT" altLang="it-IT" sz="1400" dirty="0">
                <a:latin typeface="+mn-lt"/>
                <a:ea typeface="MS PGothic" panose="020B0600070205080204" pitchFamily="34" charset="-128"/>
                <a:cs typeface="Times New Roman" panose="02020603050405020304" pitchFamily="18" charset="0"/>
              </a:rPr>
              <a:t> Q</a:t>
            </a:r>
            <a:r>
              <a:rPr lang="it-IT" altLang="it-IT" sz="1400" baseline="-33000" dirty="0">
                <a:latin typeface="+mn-lt"/>
                <a:ea typeface="MS PGothic" panose="020B0600070205080204" pitchFamily="34" charset="-128"/>
                <a:cs typeface="Times New Roman" panose="02020603050405020304" pitchFamily="18" charset="0"/>
              </a:rPr>
              <a:t>1</a:t>
            </a:r>
            <a:r>
              <a:rPr lang="it-IT" altLang="it-IT" sz="1400" dirty="0">
                <a:latin typeface="+mn-lt"/>
                <a:ea typeface="MS PGothic" panose="020B0600070205080204" pitchFamily="34" charset="-128"/>
                <a:cs typeface="Times New Roman" panose="02020603050405020304" pitchFamily="18" charset="0"/>
              </a:rPr>
              <a:t> Q</a:t>
            </a:r>
            <a:r>
              <a:rPr lang="it-IT" altLang="it-IT" sz="1400" baseline="-33000" dirty="0">
                <a:latin typeface="+mn-lt"/>
                <a:ea typeface="MS PGothic" panose="020B0600070205080204" pitchFamily="34" charset="-128"/>
                <a:cs typeface="Times New Roman" panose="02020603050405020304" pitchFamily="18" charset="0"/>
              </a:rPr>
              <a:t>2</a:t>
            </a:r>
          </a:p>
          <a:p>
            <a:pPr eaLnBrk="1" hangingPunct="1">
              <a:buClr>
                <a:srgbClr val="000000"/>
              </a:buClr>
              <a:buSzPct val="100000"/>
              <a:buFont typeface="Times New Roman" panose="02020603050405020304" pitchFamily="18" charset="0"/>
              <a:buNone/>
              <a:defRPr/>
            </a:pPr>
            <a:endParaRPr lang="it-IT" altLang="it-IT" sz="1400" dirty="0">
              <a:latin typeface="+mn-lt"/>
              <a:ea typeface="MS PGothic" panose="020B0600070205080204" pitchFamily="34" charset="-128"/>
              <a:cs typeface="Times New Roman" panose="02020603050405020304" pitchFamily="18" charset="0"/>
            </a:endParaRPr>
          </a:p>
        </p:txBody>
      </p:sp>
      <p:sp>
        <p:nvSpPr>
          <p:cNvPr id="41989" name="Rectangle 76">
            <a:extLst>
              <a:ext uri="{FF2B5EF4-FFF2-40B4-BE49-F238E27FC236}">
                <a16:creationId xmlns:a16="http://schemas.microsoft.com/office/drawing/2014/main" id="{FF2B4F4A-B9BC-F0E1-5F93-B0098C3A31B9}"/>
              </a:ext>
            </a:extLst>
          </p:cNvPr>
          <p:cNvSpPr>
            <a:spLocks noGrp="1" noChangeArrowheads="1"/>
          </p:cNvSpPr>
          <p:nvPr>
            <p:ph type="title"/>
          </p:nvPr>
        </p:nvSpPr>
        <p:spPr>
          <a:xfrm>
            <a:off x="107950" y="209550"/>
            <a:ext cx="9396413"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it-IT" sz="3600">
                <a:solidFill>
                  <a:srgbClr val="FF0000"/>
                </a:solidFill>
              </a:rPr>
              <a:t>Progetto di contatori sincroni – esempio (6/7)</a:t>
            </a:r>
          </a:p>
        </p:txBody>
      </p:sp>
      <p:sp>
        <p:nvSpPr>
          <p:cNvPr id="41990" name="Rectangle 78">
            <a:extLst>
              <a:ext uri="{FF2B5EF4-FFF2-40B4-BE49-F238E27FC236}">
                <a16:creationId xmlns:a16="http://schemas.microsoft.com/office/drawing/2014/main" id="{58C6390A-DB3A-8A81-2157-12BA343297AF}"/>
              </a:ext>
            </a:extLst>
          </p:cNvPr>
          <p:cNvSpPr>
            <a:spLocks noChangeArrowheads="1"/>
          </p:cNvSpPr>
          <p:nvPr/>
        </p:nvSpPr>
        <p:spPr bwMode="auto">
          <a:xfrm>
            <a:off x="7107238" y="1284288"/>
            <a:ext cx="2505075" cy="2676525"/>
          </a:xfrm>
          <a:prstGeom prst="rect">
            <a:avLst/>
          </a:prstGeom>
          <a:noFill/>
          <a:ln w="9525">
            <a:solidFill>
              <a:srgbClr val="00B0F0"/>
            </a:solidFill>
            <a:round/>
            <a:headEnd/>
            <a:tailEnd/>
          </a:ln>
          <a:extLst>
            <a:ext uri="{909E8E84-426E-40DD-AFC4-6F175D3DCCD1}">
              <a14:hiddenFill xmlns:a14="http://schemas.microsoft.com/office/drawing/2010/main">
                <a:solidFill>
                  <a:srgbClr val="FFFFFF"/>
                </a:solidFill>
              </a14:hiddenFill>
            </a:ext>
          </a:extLst>
        </p:spPr>
        <p:txBody>
          <a:bodyPr lIns="90000" tIns="45000" rIns="90000" bIns="45000">
            <a:spAutoFit/>
          </a:bodyPr>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SzPct val="45000"/>
            </a:pPr>
            <a:r>
              <a:rPr lang="it-IT" altLang="it-IT" sz="1400">
                <a:solidFill>
                  <a:schemeClr val="tx1"/>
                </a:solidFill>
              </a:rPr>
              <a:t>Il flip-flop cui corrisponde il bit meno significativo commuta ad ogni fronte attivo del clock</a:t>
            </a:r>
          </a:p>
          <a:p>
            <a:pPr eaLnBrk="1" hangingPunct="1">
              <a:lnSpc>
                <a:spcPct val="100000"/>
              </a:lnSpc>
              <a:spcAft>
                <a:spcPct val="0"/>
              </a:spcAft>
              <a:buClrTx/>
              <a:buSzTx/>
            </a:pPr>
            <a:endParaRPr lang="it-IT" altLang="it-IT" sz="1400">
              <a:solidFill>
                <a:schemeClr val="tx1"/>
              </a:solidFill>
            </a:endParaRPr>
          </a:p>
          <a:p>
            <a:pPr eaLnBrk="1" hangingPunct="1">
              <a:lnSpc>
                <a:spcPct val="100000"/>
              </a:lnSpc>
              <a:spcAft>
                <a:spcPct val="0"/>
              </a:spcAft>
              <a:buSzPct val="45000"/>
            </a:pPr>
            <a:r>
              <a:rPr lang="it-IT" altLang="it-IT" sz="1400">
                <a:solidFill>
                  <a:schemeClr val="tx1"/>
                </a:solidFill>
              </a:rPr>
              <a:t>Ciascuno dei flip-flop successivi commuta in corrispondenza del fronte di attivo del clock, solo quando tutti i bit delle posizioni precedenti meno significative sono uguali a 1</a:t>
            </a:r>
          </a:p>
        </p:txBody>
      </p:sp>
      <p:sp>
        <p:nvSpPr>
          <p:cNvPr id="22540" name="Rectangle 83">
            <a:extLst>
              <a:ext uri="{FF2B5EF4-FFF2-40B4-BE49-F238E27FC236}">
                <a16:creationId xmlns:a16="http://schemas.microsoft.com/office/drawing/2014/main" id="{9A2DF2E6-621A-8C63-A525-52EA58669027}"/>
              </a:ext>
            </a:extLst>
          </p:cNvPr>
          <p:cNvSpPr>
            <a:spLocks noChangeArrowheads="1"/>
          </p:cNvSpPr>
          <p:nvPr/>
        </p:nvSpPr>
        <p:spPr bwMode="auto">
          <a:xfrm>
            <a:off x="298450" y="4438650"/>
            <a:ext cx="9205913" cy="1814513"/>
          </a:xfrm>
          <a:prstGeom prst="rect">
            <a:avLst/>
          </a:prstGeom>
          <a:noFill/>
          <a:ln w="9525">
            <a:solidFill>
              <a:srgbClr val="FFC000"/>
            </a:solidFill>
            <a:round/>
            <a:headEnd/>
            <a:tailEnd/>
          </a:ln>
        </p:spPr>
        <p:txBody>
          <a:bodyPr lIns="90000" tIns="45000" rIns="90000" bIns="45000">
            <a:spAutoFit/>
          </a:bodyPr>
          <a:lstStyle>
            <a:lvl1pPr eaLnBrk="0">
              <a:tabLst>
                <a:tab pos="723900" algn="l"/>
                <a:tab pos="1447800" algn="l"/>
                <a:tab pos="2171700" algn="l"/>
                <a:tab pos="2895600" algn="l"/>
                <a:tab pos="3619500" algn="l"/>
                <a:tab pos="4343400" algn="l"/>
                <a:tab pos="5067300" algn="l"/>
                <a:tab pos="5791200" algn="l"/>
              </a:tabLst>
              <a:defRPr>
                <a:solidFill>
                  <a:schemeClr val="tx1"/>
                </a:solidFill>
                <a:latin typeface="Arial" panose="020B0604020202020204" pitchFamily="34" charset="0"/>
                <a:ea typeface="Microsoft YaHei" panose="020B0503020204020204" pitchFamily="34" charset="-122"/>
              </a:defRPr>
            </a:lvl1pPr>
            <a:lvl2pPr eaLnBrk="0">
              <a:tabLst>
                <a:tab pos="723900" algn="l"/>
                <a:tab pos="1447800" algn="l"/>
                <a:tab pos="2171700" algn="l"/>
                <a:tab pos="2895600" algn="l"/>
                <a:tab pos="3619500" algn="l"/>
                <a:tab pos="4343400" algn="l"/>
                <a:tab pos="5067300" algn="l"/>
                <a:tab pos="5791200" algn="l"/>
              </a:tabLst>
              <a:defRPr>
                <a:solidFill>
                  <a:schemeClr val="tx1"/>
                </a:solidFill>
                <a:latin typeface="Arial" panose="020B0604020202020204" pitchFamily="34" charset="0"/>
                <a:ea typeface="Microsoft YaHei" panose="020B0503020204020204" pitchFamily="34" charset="-122"/>
              </a:defRPr>
            </a:lvl2pPr>
            <a:lvl3pPr eaLnBrk="0">
              <a:tabLst>
                <a:tab pos="723900" algn="l"/>
                <a:tab pos="1447800" algn="l"/>
                <a:tab pos="2171700" algn="l"/>
                <a:tab pos="2895600" algn="l"/>
                <a:tab pos="3619500" algn="l"/>
                <a:tab pos="4343400" algn="l"/>
                <a:tab pos="5067300" algn="l"/>
                <a:tab pos="5791200" algn="l"/>
              </a:tabLst>
              <a:defRPr>
                <a:solidFill>
                  <a:schemeClr val="tx1"/>
                </a:solidFill>
                <a:latin typeface="Arial" panose="020B0604020202020204" pitchFamily="34" charset="0"/>
                <a:ea typeface="Microsoft YaHei" panose="020B0503020204020204" pitchFamily="34" charset="-122"/>
              </a:defRPr>
            </a:lvl3pPr>
            <a:lvl4pPr eaLnBrk="0">
              <a:tabLst>
                <a:tab pos="723900" algn="l"/>
                <a:tab pos="1447800" algn="l"/>
                <a:tab pos="2171700" algn="l"/>
                <a:tab pos="2895600" algn="l"/>
                <a:tab pos="3619500" algn="l"/>
                <a:tab pos="4343400" algn="l"/>
                <a:tab pos="5067300" algn="l"/>
                <a:tab pos="5791200" algn="l"/>
              </a:tabLst>
              <a:defRPr>
                <a:solidFill>
                  <a:schemeClr val="tx1"/>
                </a:solidFill>
                <a:latin typeface="Arial" panose="020B0604020202020204" pitchFamily="34" charset="0"/>
                <a:ea typeface="Microsoft YaHei" panose="020B0503020204020204" pitchFamily="34" charset="-122"/>
              </a:defRPr>
            </a:lvl4pPr>
            <a:lvl5pPr eaLnBrk="0">
              <a:tabLst>
                <a:tab pos="723900" algn="l"/>
                <a:tab pos="1447800" algn="l"/>
                <a:tab pos="2171700" algn="l"/>
                <a:tab pos="2895600" algn="l"/>
                <a:tab pos="3619500" algn="l"/>
                <a:tab pos="4343400" algn="l"/>
                <a:tab pos="5067300" algn="l"/>
                <a:tab pos="5791200"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a:solidFill>
                  <a:schemeClr val="tx1"/>
                </a:solidFill>
                <a:latin typeface="Arial" panose="020B0604020202020204" pitchFamily="34" charset="0"/>
                <a:ea typeface="Microsoft YaHei" panose="020B0503020204020204" pitchFamily="34" charset="-122"/>
              </a:defRPr>
            </a:lvl9pPr>
          </a:lstStyle>
          <a:p>
            <a:pPr eaLnBrk="1" hangingPunct="1">
              <a:buClr>
                <a:srgbClr val="000000"/>
              </a:buClr>
              <a:buSzPct val="100000"/>
              <a:buFont typeface="Times New Roman" panose="02020603050405020304" pitchFamily="18" charset="0"/>
              <a:buNone/>
              <a:defRPr/>
            </a:pPr>
            <a:r>
              <a:rPr lang="it-IT" altLang="it-IT" sz="1400" dirty="0">
                <a:solidFill>
                  <a:srgbClr val="003366"/>
                </a:solidFill>
                <a:ea typeface="MS PGothic" panose="020B0600070205080204" pitchFamily="34" charset="-128"/>
              </a:rPr>
              <a:t>Il </a:t>
            </a:r>
            <a:r>
              <a:rPr lang="it-IT" altLang="it-IT" sz="1400" b="1" dirty="0">
                <a:solidFill>
                  <a:srgbClr val="003366"/>
                </a:solidFill>
                <a:ea typeface="MS PGothic" panose="020B0600070205080204" pitchFamily="34" charset="-128"/>
              </a:rPr>
              <a:t>segnale di abilitazione EN </a:t>
            </a:r>
            <a:r>
              <a:rPr lang="it-IT" altLang="it-IT" sz="1400" dirty="0">
                <a:solidFill>
                  <a:srgbClr val="003366"/>
                </a:solidFill>
                <a:ea typeface="MS PGothic" panose="020B0600070205080204" pitchFamily="34" charset="-128"/>
              </a:rPr>
              <a:t>potrebbe essere facilmente aggiunto modificando le espressioni dei segnali di posizionamento in questo modo:</a:t>
            </a:r>
          </a:p>
          <a:p>
            <a:pPr eaLnBrk="1" hangingPunct="1">
              <a:buClr>
                <a:srgbClr val="000000"/>
              </a:buClr>
              <a:buSzPct val="100000"/>
              <a:buFont typeface="Times New Roman" panose="02020603050405020304" pitchFamily="18" charset="0"/>
              <a:buNone/>
              <a:defRPr/>
            </a:pPr>
            <a:r>
              <a:rPr lang="it-IT" altLang="it-IT" sz="1400" dirty="0">
                <a:solidFill>
                  <a:srgbClr val="003366"/>
                </a:solidFill>
                <a:latin typeface="+mn-lt"/>
                <a:ea typeface="MS PGothic" panose="020B0600070205080204" pitchFamily="34" charset="-128"/>
              </a:rPr>
              <a:t>      J</a:t>
            </a:r>
            <a:r>
              <a:rPr lang="it-IT" altLang="it-IT" sz="1400" baseline="-33000" dirty="0">
                <a:solidFill>
                  <a:srgbClr val="003366"/>
                </a:solidFill>
                <a:latin typeface="+mn-lt"/>
                <a:ea typeface="MS PGothic" panose="020B0600070205080204" pitchFamily="34" charset="-128"/>
              </a:rPr>
              <a:t>0</a:t>
            </a:r>
            <a:r>
              <a:rPr lang="it-IT" altLang="it-IT" sz="1400" dirty="0">
                <a:solidFill>
                  <a:srgbClr val="003366"/>
                </a:solidFill>
                <a:latin typeface="+mn-lt"/>
                <a:ea typeface="MS PGothic" panose="020B0600070205080204" pitchFamily="34" charset="-128"/>
              </a:rPr>
              <a:t> = K</a:t>
            </a:r>
            <a:r>
              <a:rPr lang="it-IT" altLang="it-IT" sz="1400" baseline="-33000" dirty="0">
                <a:solidFill>
                  <a:srgbClr val="003366"/>
                </a:solidFill>
                <a:latin typeface="+mn-lt"/>
                <a:ea typeface="MS PGothic" panose="020B0600070205080204" pitchFamily="34" charset="-128"/>
              </a:rPr>
              <a:t>0</a:t>
            </a:r>
            <a:r>
              <a:rPr lang="it-IT" altLang="it-IT" sz="1400" dirty="0">
                <a:solidFill>
                  <a:srgbClr val="003366"/>
                </a:solidFill>
                <a:latin typeface="+mn-lt"/>
                <a:ea typeface="MS PGothic" panose="020B0600070205080204" pitchFamily="34" charset="-128"/>
              </a:rPr>
              <a:t> = 1 • EN</a:t>
            </a:r>
          </a:p>
          <a:p>
            <a:pPr eaLnBrk="1" hangingPunct="1">
              <a:buClr>
                <a:srgbClr val="000000"/>
              </a:buClr>
              <a:buSzPct val="100000"/>
              <a:buFont typeface="Times New Roman" panose="02020603050405020304" pitchFamily="18" charset="0"/>
              <a:buNone/>
              <a:defRPr/>
            </a:pPr>
            <a:r>
              <a:rPr lang="it-IT" altLang="it-IT" sz="1400" dirty="0">
                <a:solidFill>
                  <a:srgbClr val="003366"/>
                </a:solidFill>
                <a:latin typeface="+mn-lt"/>
                <a:ea typeface="MS PGothic" panose="020B0600070205080204" pitchFamily="34" charset="-128"/>
              </a:rPr>
              <a:t>      J</a:t>
            </a:r>
            <a:r>
              <a:rPr lang="it-IT" altLang="it-IT" sz="1400" baseline="-33000" dirty="0">
                <a:solidFill>
                  <a:srgbClr val="003366"/>
                </a:solidFill>
                <a:latin typeface="+mn-lt"/>
                <a:ea typeface="MS PGothic" panose="020B0600070205080204" pitchFamily="34" charset="-128"/>
              </a:rPr>
              <a:t>1</a:t>
            </a:r>
            <a:r>
              <a:rPr lang="it-IT" altLang="it-IT" sz="1400" dirty="0">
                <a:solidFill>
                  <a:srgbClr val="003366"/>
                </a:solidFill>
                <a:latin typeface="+mn-lt"/>
                <a:ea typeface="MS PGothic" panose="020B0600070205080204" pitchFamily="34" charset="-128"/>
              </a:rPr>
              <a:t> = K</a:t>
            </a:r>
            <a:r>
              <a:rPr lang="it-IT" altLang="it-IT" sz="1400" baseline="-33000" dirty="0">
                <a:solidFill>
                  <a:srgbClr val="003366"/>
                </a:solidFill>
                <a:latin typeface="+mn-lt"/>
                <a:ea typeface="MS PGothic" panose="020B0600070205080204" pitchFamily="34" charset="-128"/>
              </a:rPr>
              <a:t>1</a:t>
            </a:r>
            <a:r>
              <a:rPr lang="it-IT" altLang="it-IT" sz="1400" dirty="0">
                <a:solidFill>
                  <a:srgbClr val="003366"/>
                </a:solidFill>
                <a:latin typeface="+mn-lt"/>
                <a:ea typeface="MS PGothic" panose="020B0600070205080204" pitchFamily="34" charset="-128"/>
              </a:rPr>
              <a:t> = Q</a:t>
            </a:r>
            <a:r>
              <a:rPr lang="it-IT" altLang="it-IT" sz="1400" baseline="-33000" dirty="0">
                <a:solidFill>
                  <a:srgbClr val="003366"/>
                </a:solidFill>
                <a:latin typeface="+mn-lt"/>
                <a:ea typeface="MS PGothic" panose="020B0600070205080204" pitchFamily="34" charset="-128"/>
              </a:rPr>
              <a:t>0</a:t>
            </a:r>
            <a:r>
              <a:rPr lang="it-IT" altLang="it-IT" sz="1400" dirty="0">
                <a:solidFill>
                  <a:srgbClr val="003366"/>
                </a:solidFill>
                <a:latin typeface="+mn-lt"/>
                <a:ea typeface="MS PGothic" panose="020B0600070205080204" pitchFamily="34" charset="-128"/>
              </a:rPr>
              <a:t> • EN</a:t>
            </a:r>
          </a:p>
          <a:p>
            <a:pPr eaLnBrk="1" hangingPunct="1">
              <a:buClr>
                <a:srgbClr val="000000"/>
              </a:buClr>
              <a:buSzPct val="100000"/>
              <a:buFont typeface="Times New Roman" panose="02020603050405020304" pitchFamily="18" charset="0"/>
              <a:buNone/>
              <a:defRPr/>
            </a:pPr>
            <a:r>
              <a:rPr lang="it-IT" altLang="it-IT" sz="1400" dirty="0">
                <a:solidFill>
                  <a:srgbClr val="003366"/>
                </a:solidFill>
                <a:latin typeface="+mn-lt"/>
                <a:ea typeface="MS PGothic" panose="020B0600070205080204" pitchFamily="34" charset="-128"/>
              </a:rPr>
              <a:t>      J</a:t>
            </a:r>
            <a:r>
              <a:rPr lang="it-IT" altLang="it-IT" sz="1400" baseline="-33000" dirty="0">
                <a:solidFill>
                  <a:srgbClr val="003366"/>
                </a:solidFill>
                <a:latin typeface="+mn-lt"/>
                <a:ea typeface="MS PGothic" panose="020B0600070205080204" pitchFamily="34" charset="-128"/>
              </a:rPr>
              <a:t>2</a:t>
            </a:r>
            <a:r>
              <a:rPr lang="it-IT" altLang="it-IT" sz="1400" dirty="0">
                <a:solidFill>
                  <a:srgbClr val="003366"/>
                </a:solidFill>
                <a:latin typeface="+mn-lt"/>
                <a:ea typeface="MS PGothic" panose="020B0600070205080204" pitchFamily="34" charset="-128"/>
              </a:rPr>
              <a:t> = K</a:t>
            </a:r>
            <a:r>
              <a:rPr lang="it-IT" altLang="it-IT" sz="1400" baseline="-33000" dirty="0">
                <a:solidFill>
                  <a:srgbClr val="003366"/>
                </a:solidFill>
                <a:latin typeface="+mn-lt"/>
                <a:ea typeface="MS PGothic" panose="020B0600070205080204" pitchFamily="34" charset="-128"/>
              </a:rPr>
              <a:t>2</a:t>
            </a:r>
            <a:r>
              <a:rPr lang="it-IT" altLang="it-IT" sz="1400" dirty="0">
                <a:solidFill>
                  <a:srgbClr val="003366"/>
                </a:solidFill>
                <a:latin typeface="+mn-lt"/>
                <a:ea typeface="MS PGothic" panose="020B0600070205080204" pitchFamily="34" charset="-128"/>
              </a:rPr>
              <a:t> = Q</a:t>
            </a:r>
            <a:r>
              <a:rPr lang="it-IT" altLang="it-IT" sz="1400" baseline="-33000" dirty="0">
                <a:solidFill>
                  <a:srgbClr val="003366"/>
                </a:solidFill>
                <a:latin typeface="+mn-lt"/>
                <a:ea typeface="MS PGothic" panose="020B0600070205080204" pitchFamily="34" charset="-128"/>
              </a:rPr>
              <a:t>0</a:t>
            </a:r>
            <a:r>
              <a:rPr lang="it-IT" altLang="it-IT" sz="1400" dirty="0">
                <a:solidFill>
                  <a:srgbClr val="003366"/>
                </a:solidFill>
                <a:latin typeface="+mn-lt"/>
                <a:ea typeface="MS PGothic" panose="020B0600070205080204" pitchFamily="34" charset="-128"/>
              </a:rPr>
              <a:t> • Q</a:t>
            </a:r>
            <a:r>
              <a:rPr lang="it-IT" altLang="it-IT" sz="1400" baseline="-33000" dirty="0">
                <a:solidFill>
                  <a:srgbClr val="003366"/>
                </a:solidFill>
                <a:latin typeface="+mn-lt"/>
                <a:ea typeface="MS PGothic" panose="020B0600070205080204" pitchFamily="34" charset="-128"/>
              </a:rPr>
              <a:t>1</a:t>
            </a:r>
            <a:r>
              <a:rPr lang="it-IT" altLang="it-IT" sz="1400" dirty="0">
                <a:solidFill>
                  <a:srgbClr val="003366"/>
                </a:solidFill>
                <a:latin typeface="+mn-lt"/>
                <a:ea typeface="MS PGothic" panose="020B0600070205080204" pitchFamily="34" charset="-128"/>
              </a:rPr>
              <a:t> • EN</a:t>
            </a:r>
          </a:p>
          <a:p>
            <a:pPr eaLnBrk="1" hangingPunct="1">
              <a:buClr>
                <a:srgbClr val="000000"/>
              </a:buClr>
              <a:buSzPct val="100000"/>
              <a:buFont typeface="Times New Roman" panose="02020603050405020304" pitchFamily="18" charset="0"/>
              <a:buNone/>
              <a:defRPr/>
            </a:pPr>
            <a:r>
              <a:rPr lang="it-IT" altLang="it-IT" sz="1400" dirty="0">
                <a:solidFill>
                  <a:srgbClr val="003366"/>
                </a:solidFill>
                <a:latin typeface="+mn-lt"/>
                <a:ea typeface="MS PGothic" panose="020B0600070205080204" pitchFamily="34" charset="-128"/>
              </a:rPr>
              <a:t>      J</a:t>
            </a:r>
            <a:r>
              <a:rPr lang="it-IT" altLang="it-IT" sz="1400" baseline="-33000" dirty="0">
                <a:solidFill>
                  <a:srgbClr val="003366"/>
                </a:solidFill>
                <a:latin typeface="+mn-lt"/>
                <a:ea typeface="MS PGothic" panose="020B0600070205080204" pitchFamily="34" charset="-128"/>
              </a:rPr>
              <a:t>3</a:t>
            </a:r>
            <a:r>
              <a:rPr lang="it-IT" altLang="it-IT" sz="1400" dirty="0">
                <a:solidFill>
                  <a:srgbClr val="003366"/>
                </a:solidFill>
                <a:latin typeface="+mn-lt"/>
                <a:ea typeface="MS PGothic" panose="020B0600070205080204" pitchFamily="34" charset="-128"/>
              </a:rPr>
              <a:t> = K</a:t>
            </a:r>
            <a:r>
              <a:rPr lang="it-IT" altLang="it-IT" sz="1400" baseline="-33000" dirty="0">
                <a:solidFill>
                  <a:srgbClr val="003366"/>
                </a:solidFill>
                <a:latin typeface="+mn-lt"/>
                <a:ea typeface="MS PGothic" panose="020B0600070205080204" pitchFamily="34" charset="-128"/>
              </a:rPr>
              <a:t>3</a:t>
            </a:r>
            <a:r>
              <a:rPr lang="it-IT" altLang="it-IT" sz="1400" dirty="0">
                <a:solidFill>
                  <a:srgbClr val="003366"/>
                </a:solidFill>
                <a:latin typeface="+mn-lt"/>
                <a:ea typeface="MS PGothic" panose="020B0600070205080204" pitchFamily="34" charset="-128"/>
              </a:rPr>
              <a:t> = Q</a:t>
            </a:r>
            <a:r>
              <a:rPr lang="it-IT" altLang="it-IT" sz="1400" baseline="-33000" dirty="0">
                <a:solidFill>
                  <a:srgbClr val="003366"/>
                </a:solidFill>
                <a:latin typeface="+mn-lt"/>
                <a:ea typeface="MS PGothic" panose="020B0600070205080204" pitchFamily="34" charset="-128"/>
              </a:rPr>
              <a:t>0</a:t>
            </a:r>
            <a:r>
              <a:rPr lang="it-IT" altLang="it-IT" sz="1400" dirty="0">
                <a:solidFill>
                  <a:srgbClr val="003366"/>
                </a:solidFill>
                <a:latin typeface="+mn-lt"/>
                <a:ea typeface="MS PGothic" panose="020B0600070205080204" pitchFamily="34" charset="-128"/>
              </a:rPr>
              <a:t> • Q</a:t>
            </a:r>
            <a:r>
              <a:rPr lang="it-IT" altLang="it-IT" sz="1400" baseline="-33000" dirty="0">
                <a:solidFill>
                  <a:srgbClr val="003366"/>
                </a:solidFill>
                <a:latin typeface="+mn-lt"/>
                <a:ea typeface="MS PGothic" panose="020B0600070205080204" pitchFamily="34" charset="-128"/>
              </a:rPr>
              <a:t>1</a:t>
            </a:r>
            <a:r>
              <a:rPr lang="it-IT" altLang="it-IT" sz="1400" dirty="0">
                <a:solidFill>
                  <a:srgbClr val="003366"/>
                </a:solidFill>
                <a:latin typeface="+mn-lt"/>
                <a:ea typeface="MS PGothic" panose="020B0600070205080204" pitchFamily="34" charset="-128"/>
              </a:rPr>
              <a:t> • Q</a:t>
            </a:r>
            <a:r>
              <a:rPr lang="it-IT" altLang="it-IT" sz="1400" baseline="-33000" dirty="0">
                <a:solidFill>
                  <a:srgbClr val="003366"/>
                </a:solidFill>
                <a:latin typeface="+mn-lt"/>
                <a:ea typeface="MS PGothic" panose="020B0600070205080204" pitchFamily="34" charset="-128"/>
              </a:rPr>
              <a:t>2</a:t>
            </a:r>
            <a:r>
              <a:rPr lang="it-IT" altLang="it-IT" sz="1400" dirty="0">
                <a:solidFill>
                  <a:srgbClr val="003366"/>
                </a:solidFill>
                <a:latin typeface="+mn-lt"/>
                <a:ea typeface="MS PGothic" panose="020B0600070205080204" pitchFamily="34" charset="-128"/>
              </a:rPr>
              <a:t> • EN</a:t>
            </a:r>
          </a:p>
          <a:p>
            <a:pPr eaLnBrk="1" hangingPunct="1">
              <a:buClr>
                <a:srgbClr val="000000"/>
              </a:buClr>
              <a:buSzPct val="100000"/>
              <a:buFont typeface="Times New Roman" panose="02020603050405020304" pitchFamily="18" charset="0"/>
              <a:buNone/>
              <a:defRPr/>
            </a:pPr>
            <a:r>
              <a:rPr lang="it-IT" altLang="it-IT" sz="1400" dirty="0">
                <a:solidFill>
                  <a:srgbClr val="003366"/>
                </a:solidFill>
                <a:ea typeface="MS PGothic" panose="020B0600070205080204" pitchFamily="34" charset="-128"/>
              </a:rPr>
              <a:t>L’</a:t>
            </a:r>
            <a:r>
              <a:rPr lang="it-IT" altLang="it-IT" sz="1400" b="1" dirty="0">
                <a:solidFill>
                  <a:srgbClr val="003366"/>
                </a:solidFill>
                <a:ea typeface="MS PGothic" panose="020B0600070205080204" pitchFamily="34" charset="-128"/>
              </a:rPr>
              <a:t>uscita CO </a:t>
            </a:r>
            <a:r>
              <a:rPr lang="it-IT" altLang="it-IT" sz="1400" dirty="0">
                <a:solidFill>
                  <a:srgbClr val="003366"/>
                </a:solidFill>
                <a:ea typeface="MS PGothic" panose="020B0600070205080204" pitchFamily="34" charset="-128"/>
              </a:rPr>
              <a:t>è alta quando le uscite dei flip-flop sono tutte alte e EN=1: </a:t>
            </a:r>
          </a:p>
          <a:p>
            <a:pPr eaLnBrk="1" hangingPunct="1">
              <a:buClr>
                <a:srgbClr val="000000"/>
              </a:buClr>
              <a:buSzPct val="100000"/>
              <a:buFont typeface="Times New Roman" panose="02020603050405020304" pitchFamily="18" charset="0"/>
              <a:buNone/>
              <a:defRPr/>
            </a:pPr>
            <a:r>
              <a:rPr lang="it-IT" altLang="it-IT" sz="1400" dirty="0">
                <a:solidFill>
                  <a:srgbClr val="003366"/>
                </a:solidFill>
                <a:latin typeface="+mn-lt"/>
                <a:ea typeface="MS PGothic" panose="020B0600070205080204" pitchFamily="34" charset="-128"/>
              </a:rPr>
              <a:t>CO = Q</a:t>
            </a:r>
            <a:r>
              <a:rPr lang="it-IT" altLang="it-IT" sz="1400" baseline="-33000" dirty="0">
                <a:solidFill>
                  <a:srgbClr val="003366"/>
                </a:solidFill>
                <a:latin typeface="+mn-lt"/>
                <a:ea typeface="MS PGothic" panose="020B0600070205080204" pitchFamily="34" charset="-128"/>
              </a:rPr>
              <a:t>0</a:t>
            </a:r>
            <a:r>
              <a:rPr lang="it-IT" altLang="it-IT" sz="1400" dirty="0">
                <a:solidFill>
                  <a:srgbClr val="003366"/>
                </a:solidFill>
                <a:latin typeface="+mn-lt"/>
                <a:ea typeface="MS PGothic" panose="020B0600070205080204" pitchFamily="34" charset="-128"/>
              </a:rPr>
              <a:t> • Q</a:t>
            </a:r>
            <a:r>
              <a:rPr lang="it-IT" altLang="it-IT" sz="1400" baseline="-33000" dirty="0">
                <a:solidFill>
                  <a:srgbClr val="003366"/>
                </a:solidFill>
                <a:latin typeface="+mn-lt"/>
                <a:ea typeface="MS PGothic" panose="020B0600070205080204" pitchFamily="34" charset="-128"/>
              </a:rPr>
              <a:t>1</a:t>
            </a:r>
            <a:r>
              <a:rPr lang="it-IT" altLang="it-IT" sz="1400" dirty="0">
                <a:solidFill>
                  <a:srgbClr val="003366"/>
                </a:solidFill>
                <a:latin typeface="+mn-lt"/>
                <a:ea typeface="MS PGothic" panose="020B0600070205080204" pitchFamily="34" charset="-128"/>
              </a:rPr>
              <a:t> • Q</a:t>
            </a:r>
            <a:r>
              <a:rPr lang="it-IT" altLang="it-IT" sz="1400" baseline="-33000" dirty="0">
                <a:solidFill>
                  <a:srgbClr val="003366"/>
                </a:solidFill>
                <a:latin typeface="+mn-lt"/>
                <a:ea typeface="MS PGothic" panose="020B0600070205080204" pitchFamily="34" charset="-128"/>
              </a:rPr>
              <a:t>2</a:t>
            </a:r>
            <a:r>
              <a:rPr lang="it-IT" altLang="it-IT" sz="1400" dirty="0">
                <a:solidFill>
                  <a:srgbClr val="003366"/>
                </a:solidFill>
                <a:latin typeface="+mn-lt"/>
                <a:ea typeface="MS PGothic" panose="020B0600070205080204" pitchFamily="34" charset="-128"/>
              </a:rPr>
              <a:t> • Q</a:t>
            </a:r>
            <a:r>
              <a:rPr lang="it-IT" altLang="it-IT" sz="1400" baseline="-33000" dirty="0">
                <a:solidFill>
                  <a:srgbClr val="003366"/>
                </a:solidFill>
                <a:latin typeface="+mn-lt"/>
                <a:ea typeface="MS PGothic" panose="020B0600070205080204" pitchFamily="34" charset="-128"/>
              </a:rPr>
              <a:t>3</a:t>
            </a:r>
            <a:r>
              <a:rPr lang="it-IT" altLang="it-IT" sz="1400" dirty="0">
                <a:solidFill>
                  <a:srgbClr val="003366"/>
                </a:solidFill>
                <a:latin typeface="+mn-lt"/>
                <a:ea typeface="MS PGothic" panose="020B0600070205080204" pitchFamily="34" charset="-128"/>
              </a:rPr>
              <a:t> • EN</a:t>
            </a:r>
          </a:p>
        </p:txBody>
      </p:sp>
      <p:sp>
        <p:nvSpPr>
          <p:cNvPr id="41992" name="CasellaDiTesto 2">
            <a:extLst>
              <a:ext uri="{FF2B5EF4-FFF2-40B4-BE49-F238E27FC236}">
                <a16:creationId xmlns:a16="http://schemas.microsoft.com/office/drawing/2014/main" id="{0CEA8737-27C8-D4E4-D83D-2EB43D5C5C04}"/>
              </a:ext>
            </a:extLst>
          </p:cNvPr>
          <p:cNvSpPr txBox="1">
            <a:spLocks noChangeArrowheads="1"/>
          </p:cNvSpPr>
          <p:nvPr/>
        </p:nvSpPr>
        <p:spPr bwMode="auto">
          <a:xfrm>
            <a:off x="1476375" y="3455988"/>
            <a:ext cx="792163"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400"/>
              <a:t>Q0</a:t>
            </a:r>
          </a:p>
        </p:txBody>
      </p:sp>
      <p:sp>
        <p:nvSpPr>
          <p:cNvPr id="41993" name="CasellaDiTesto 86">
            <a:extLst>
              <a:ext uri="{FF2B5EF4-FFF2-40B4-BE49-F238E27FC236}">
                <a16:creationId xmlns:a16="http://schemas.microsoft.com/office/drawing/2014/main" id="{96FFE262-CACC-161D-275B-9A747853A4B4}"/>
              </a:ext>
            </a:extLst>
          </p:cNvPr>
          <p:cNvSpPr txBox="1">
            <a:spLocks noChangeArrowheads="1"/>
          </p:cNvSpPr>
          <p:nvPr/>
        </p:nvSpPr>
        <p:spPr bwMode="auto">
          <a:xfrm>
            <a:off x="2484438" y="3455988"/>
            <a:ext cx="79216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400"/>
              <a:t>Q1</a:t>
            </a:r>
          </a:p>
        </p:txBody>
      </p:sp>
      <p:sp>
        <p:nvSpPr>
          <p:cNvPr id="41994" name="CasellaDiTesto 87">
            <a:extLst>
              <a:ext uri="{FF2B5EF4-FFF2-40B4-BE49-F238E27FC236}">
                <a16:creationId xmlns:a16="http://schemas.microsoft.com/office/drawing/2014/main" id="{F1597609-4B1F-6455-93EC-D1E7F8DB31A5}"/>
              </a:ext>
            </a:extLst>
          </p:cNvPr>
          <p:cNvSpPr txBox="1">
            <a:spLocks noChangeArrowheads="1"/>
          </p:cNvSpPr>
          <p:nvPr/>
        </p:nvSpPr>
        <p:spPr bwMode="auto">
          <a:xfrm>
            <a:off x="3563938" y="3455988"/>
            <a:ext cx="79216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400"/>
              <a:t>Q2</a:t>
            </a:r>
          </a:p>
        </p:txBody>
      </p:sp>
      <p:sp>
        <p:nvSpPr>
          <p:cNvPr id="41995" name="CasellaDiTesto 88">
            <a:extLst>
              <a:ext uri="{FF2B5EF4-FFF2-40B4-BE49-F238E27FC236}">
                <a16:creationId xmlns:a16="http://schemas.microsoft.com/office/drawing/2014/main" id="{22C0464E-FFB1-0598-3ABF-A6A68262D675}"/>
              </a:ext>
            </a:extLst>
          </p:cNvPr>
          <p:cNvSpPr txBox="1">
            <a:spLocks noChangeArrowheads="1"/>
          </p:cNvSpPr>
          <p:nvPr/>
        </p:nvSpPr>
        <p:spPr bwMode="auto">
          <a:xfrm>
            <a:off x="4643438" y="3455988"/>
            <a:ext cx="79216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400"/>
              <a:t>Q3</a:t>
            </a:r>
          </a:p>
        </p:txBody>
      </p:sp>
      <p:sp>
        <p:nvSpPr>
          <p:cNvPr id="41996" name="Rettangolo 3">
            <a:extLst>
              <a:ext uri="{FF2B5EF4-FFF2-40B4-BE49-F238E27FC236}">
                <a16:creationId xmlns:a16="http://schemas.microsoft.com/office/drawing/2014/main" id="{906E43DC-8B83-7934-1F09-78441B6B9B7D}"/>
              </a:ext>
            </a:extLst>
          </p:cNvPr>
          <p:cNvSpPr>
            <a:spLocks noChangeArrowheads="1"/>
          </p:cNvSpPr>
          <p:nvPr/>
        </p:nvSpPr>
        <p:spPr bwMode="auto">
          <a:xfrm>
            <a:off x="587375" y="1406525"/>
            <a:ext cx="4498975" cy="1978025"/>
          </a:xfrm>
          <a:prstGeom prst="rect">
            <a:avLst/>
          </a:prstGeom>
          <a:noFill/>
          <a:ln w="19050" algn="ctr">
            <a:solidFill>
              <a:srgbClr val="FFC000"/>
            </a:solidFill>
            <a:round/>
            <a:headEnd/>
            <a:tailEnd/>
          </a:ln>
          <a:extLst>
            <a:ext uri="{909E8E84-426E-40DD-AFC4-6F175D3DCCD1}">
              <a14:hiddenFill xmlns:a14="http://schemas.microsoft.com/office/drawing/2010/main">
                <a:solidFill>
                  <a:srgbClr val="FFFFFF"/>
                </a:solidFill>
              </a14:hiddenFill>
            </a:ext>
          </a:extLst>
        </p:spPr>
        <p:txBody>
          <a:bodyPr/>
          <a:lstStyle/>
          <a:p>
            <a:pPr eaLnBrk="1">
              <a:lnSpc>
                <a:spcPct val="93000"/>
              </a:lnSpc>
              <a:buClr>
                <a:srgbClr val="000000"/>
              </a:buClr>
              <a:buSzPct val="100000"/>
              <a:buFont typeface="Times New Roman" panose="02020603050405020304" pitchFamily="18" charset="0"/>
              <a:buNone/>
            </a:pPr>
            <a:endParaRPr lang="it-IT" altLang="it-IT"/>
          </a:p>
        </p:txBody>
      </p:sp>
      <p:sp>
        <p:nvSpPr>
          <p:cNvPr id="41997" name="CasellaDiTesto 4">
            <a:extLst>
              <a:ext uri="{FF2B5EF4-FFF2-40B4-BE49-F238E27FC236}">
                <a16:creationId xmlns:a16="http://schemas.microsoft.com/office/drawing/2014/main" id="{E27592B8-7586-CBA7-2135-EA4AA2630046}"/>
              </a:ext>
            </a:extLst>
          </p:cNvPr>
          <p:cNvSpPr txBox="1">
            <a:spLocks noChangeArrowheads="1"/>
          </p:cNvSpPr>
          <p:nvPr/>
        </p:nvSpPr>
        <p:spPr bwMode="auto">
          <a:xfrm>
            <a:off x="323850" y="3854450"/>
            <a:ext cx="6624638"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400"/>
              <a:t>L’uscita del contatore, corrispondente al valore di conteggio, si legge sulle uscite di ciascun flip-flop, con Q3 cifra più significativa e Q0 cifra meno significativa.</a:t>
            </a:r>
          </a:p>
        </p:txBody>
      </p:sp>
      <mc:AlternateContent xmlns:mc="http://schemas.openxmlformats.org/markup-compatibility/2006" xmlns:p14="http://schemas.microsoft.com/office/powerpoint/2010/main">
        <mc:Choice Requires="p14">
          <p:contentPart p14:bwMode="auto" r:id="rId4">
            <p14:nvContentPartPr>
              <p14:cNvPr id="27" name="Input penna 26">
                <a:extLst>
                  <a:ext uri="{FF2B5EF4-FFF2-40B4-BE49-F238E27FC236}">
                    <a16:creationId xmlns:a16="http://schemas.microsoft.com/office/drawing/2014/main" id="{E086D7DF-CF96-6046-D99F-AE4B2B2524A7}"/>
                  </a:ext>
                </a:extLst>
              </p14:cNvPr>
              <p14:cNvContentPartPr/>
              <p14:nvPr/>
            </p14:nvContentPartPr>
            <p14:xfrm>
              <a:off x="-343847" y="2286313"/>
              <a:ext cx="360" cy="360"/>
            </p14:xfrm>
          </p:contentPart>
        </mc:Choice>
        <mc:Fallback xmlns="">
          <p:pic>
            <p:nvPicPr>
              <p:cNvPr id="27" name="Input penna 26">
                <a:extLst>
                  <a:ext uri="{FF2B5EF4-FFF2-40B4-BE49-F238E27FC236}">
                    <a16:creationId xmlns:a16="http://schemas.microsoft.com/office/drawing/2014/main" id="{E086D7DF-CF96-6046-D99F-AE4B2B2524A7}"/>
                  </a:ext>
                </a:extLst>
              </p:cNvPr>
              <p:cNvPicPr/>
              <p:nvPr/>
            </p:nvPicPr>
            <p:blipFill>
              <a:blip r:embed="rId5"/>
              <a:stretch>
                <a:fillRect/>
              </a:stretch>
            </p:blipFill>
            <p:spPr>
              <a:xfrm>
                <a:off x="-352847" y="227731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9" name="Input penna 58">
                <a:extLst>
                  <a:ext uri="{FF2B5EF4-FFF2-40B4-BE49-F238E27FC236}">
                    <a16:creationId xmlns:a16="http://schemas.microsoft.com/office/drawing/2014/main" id="{DDB918BC-2F55-EA98-728B-3A35CE4139DD}"/>
                  </a:ext>
                </a:extLst>
              </p14:cNvPr>
              <p14:cNvContentPartPr/>
              <p14:nvPr/>
            </p14:nvContentPartPr>
            <p14:xfrm>
              <a:off x="-838127" y="1575313"/>
              <a:ext cx="360" cy="360"/>
            </p14:xfrm>
          </p:contentPart>
        </mc:Choice>
        <mc:Fallback xmlns="">
          <p:pic>
            <p:nvPicPr>
              <p:cNvPr id="59" name="Input penna 58">
                <a:extLst>
                  <a:ext uri="{FF2B5EF4-FFF2-40B4-BE49-F238E27FC236}">
                    <a16:creationId xmlns:a16="http://schemas.microsoft.com/office/drawing/2014/main" id="{DDB918BC-2F55-EA98-728B-3A35CE4139DD}"/>
                  </a:ext>
                </a:extLst>
              </p:cNvPr>
              <p:cNvPicPr/>
              <p:nvPr/>
            </p:nvPicPr>
            <p:blipFill>
              <a:blip r:embed="rId5"/>
              <a:stretch>
                <a:fillRect/>
              </a:stretch>
            </p:blipFill>
            <p:spPr>
              <a:xfrm>
                <a:off x="-847127" y="156631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5861" name="Input penna 35860">
                <a:extLst>
                  <a:ext uri="{FF2B5EF4-FFF2-40B4-BE49-F238E27FC236}">
                    <a16:creationId xmlns:a16="http://schemas.microsoft.com/office/drawing/2014/main" id="{6CC580DC-2FDF-441E-E355-85F45541FB6E}"/>
                  </a:ext>
                </a:extLst>
              </p14:cNvPr>
              <p14:cNvContentPartPr/>
              <p14:nvPr/>
            </p14:nvContentPartPr>
            <p14:xfrm>
              <a:off x="5486400" y="2778433"/>
              <a:ext cx="360" cy="360"/>
            </p14:xfrm>
          </p:contentPart>
        </mc:Choice>
        <mc:Fallback xmlns="">
          <p:pic>
            <p:nvPicPr>
              <p:cNvPr id="35861" name="Input penna 35860">
                <a:extLst>
                  <a:ext uri="{FF2B5EF4-FFF2-40B4-BE49-F238E27FC236}">
                    <a16:creationId xmlns:a16="http://schemas.microsoft.com/office/drawing/2014/main" id="{6CC580DC-2FDF-441E-E355-85F45541FB6E}"/>
                  </a:ext>
                </a:extLst>
              </p:cNvPr>
              <p:cNvPicPr/>
              <p:nvPr/>
            </p:nvPicPr>
            <p:blipFill>
              <a:blip r:embed="rId8"/>
              <a:stretch>
                <a:fillRect/>
              </a:stretch>
            </p:blipFill>
            <p:spPr>
              <a:xfrm>
                <a:off x="5477400" y="276943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5881" name="Input penna 35880">
                <a:extLst>
                  <a:ext uri="{FF2B5EF4-FFF2-40B4-BE49-F238E27FC236}">
                    <a16:creationId xmlns:a16="http://schemas.microsoft.com/office/drawing/2014/main" id="{D24FD697-DF7F-A39F-B70C-4A777DCC3D96}"/>
                  </a:ext>
                </a:extLst>
              </p14:cNvPr>
              <p14:cNvContentPartPr/>
              <p14:nvPr/>
            </p14:nvContentPartPr>
            <p14:xfrm>
              <a:off x="4388760" y="3298633"/>
              <a:ext cx="12960" cy="360"/>
            </p14:xfrm>
          </p:contentPart>
        </mc:Choice>
        <mc:Fallback xmlns="">
          <p:pic>
            <p:nvPicPr>
              <p:cNvPr id="35881" name="Input penna 35880">
                <a:extLst>
                  <a:ext uri="{FF2B5EF4-FFF2-40B4-BE49-F238E27FC236}">
                    <a16:creationId xmlns:a16="http://schemas.microsoft.com/office/drawing/2014/main" id="{D24FD697-DF7F-A39F-B70C-4A777DCC3D96}"/>
                  </a:ext>
                </a:extLst>
              </p:cNvPr>
              <p:cNvPicPr/>
              <p:nvPr/>
            </p:nvPicPr>
            <p:blipFill>
              <a:blip r:embed="rId10"/>
              <a:stretch>
                <a:fillRect/>
              </a:stretch>
            </p:blipFill>
            <p:spPr>
              <a:xfrm>
                <a:off x="4379760" y="3289633"/>
                <a:ext cx="306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5883" name="Input penna 35882">
                <a:extLst>
                  <a:ext uri="{FF2B5EF4-FFF2-40B4-BE49-F238E27FC236}">
                    <a16:creationId xmlns:a16="http://schemas.microsoft.com/office/drawing/2014/main" id="{F64D0912-2D55-99B7-3084-826D9F6584C4}"/>
                  </a:ext>
                </a:extLst>
              </p14:cNvPr>
              <p14:cNvContentPartPr/>
              <p14:nvPr/>
            </p14:nvContentPartPr>
            <p14:xfrm>
              <a:off x="-610920" y="3993793"/>
              <a:ext cx="1800" cy="7920"/>
            </p14:xfrm>
          </p:contentPart>
        </mc:Choice>
        <mc:Fallback xmlns="">
          <p:pic>
            <p:nvPicPr>
              <p:cNvPr id="35883" name="Input penna 35882">
                <a:extLst>
                  <a:ext uri="{FF2B5EF4-FFF2-40B4-BE49-F238E27FC236}">
                    <a16:creationId xmlns:a16="http://schemas.microsoft.com/office/drawing/2014/main" id="{F64D0912-2D55-99B7-3084-826D9F6584C4}"/>
                  </a:ext>
                </a:extLst>
              </p:cNvPr>
              <p:cNvPicPr/>
              <p:nvPr/>
            </p:nvPicPr>
            <p:blipFill>
              <a:blip r:embed="rId12"/>
              <a:stretch>
                <a:fillRect/>
              </a:stretch>
            </p:blipFill>
            <p:spPr>
              <a:xfrm>
                <a:off x="-619920" y="3984793"/>
                <a:ext cx="1944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5955" name="Input penna 35954">
                <a:extLst>
                  <a:ext uri="{FF2B5EF4-FFF2-40B4-BE49-F238E27FC236}">
                    <a16:creationId xmlns:a16="http://schemas.microsoft.com/office/drawing/2014/main" id="{8072ADC3-5678-AB1B-5647-6C527F14194B}"/>
                  </a:ext>
                </a:extLst>
              </p14:cNvPr>
              <p14:cNvContentPartPr/>
              <p14:nvPr/>
            </p14:nvContentPartPr>
            <p14:xfrm>
              <a:off x="5727240" y="5450713"/>
              <a:ext cx="23400" cy="39240"/>
            </p14:xfrm>
          </p:contentPart>
        </mc:Choice>
        <mc:Fallback xmlns="">
          <p:pic>
            <p:nvPicPr>
              <p:cNvPr id="35955" name="Input penna 35954">
                <a:extLst>
                  <a:ext uri="{FF2B5EF4-FFF2-40B4-BE49-F238E27FC236}">
                    <a16:creationId xmlns:a16="http://schemas.microsoft.com/office/drawing/2014/main" id="{8072ADC3-5678-AB1B-5647-6C527F14194B}"/>
                  </a:ext>
                </a:extLst>
              </p:cNvPr>
              <p:cNvPicPr/>
              <p:nvPr/>
            </p:nvPicPr>
            <p:blipFill>
              <a:blip r:embed="rId14"/>
              <a:stretch>
                <a:fillRect/>
              </a:stretch>
            </p:blipFill>
            <p:spPr>
              <a:xfrm>
                <a:off x="5718240" y="5441713"/>
                <a:ext cx="4104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5956" name="Input penna 35955">
                <a:extLst>
                  <a:ext uri="{FF2B5EF4-FFF2-40B4-BE49-F238E27FC236}">
                    <a16:creationId xmlns:a16="http://schemas.microsoft.com/office/drawing/2014/main" id="{FA2BD56E-13FC-D47E-7B09-B58A3AE4992E}"/>
                  </a:ext>
                </a:extLst>
              </p14:cNvPr>
              <p14:cNvContentPartPr/>
              <p14:nvPr/>
            </p14:nvContentPartPr>
            <p14:xfrm>
              <a:off x="4413600" y="3388273"/>
              <a:ext cx="3960" cy="360"/>
            </p14:xfrm>
          </p:contentPart>
        </mc:Choice>
        <mc:Fallback xmlns="">
          <p:pic>
            <p:nvPicPr>
              <p:cNvPr id="35956" name="Input penna 35955">
                <a:extLst>
                  <a:ext uri="{FF2B5EF4-FFF2-40B4-BE49-F238E27FC236}">
                    <a16:creationId xmlns:a16="http://schemas.microsoft.com/office/drawing/2014/main" id="{FA2BD56E-13FC-D47E-7B09-B58A3AE4992E}"/>
                  </a:ext>
                </a:extLst>
              </p:cNvPr>
              <p:cNvPicPr/>
              <p:nvPr/>
            </p:nvPicPr>
            <p:blipFill>
              <a:blip r:embed="rId16"/>
              <a:stretch>
                <a:fillRect/>
              </a:stretch>
            </p:blipFill>
            <p:spPr>
              <a:xfrm>
                <a:off x="4404600" y="3379273"/>
                <a:ext cx="216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5966" name="Input penna 35965">
                <a:extLst>
                  <a:ext uri="{FF2B5EF4-FFF2-40B4-BE49-F238E27FC236}">
                    <a16:creationId xmlns:a16="http://schemas.microsoft.com/office/drawing/2014/main" id="{89DA65FD-079B-A3F8-8D21-E9B5B28ECE4D}"/>
                  </a:ext>
                </a:extLst>
              </p14:cNvPr>
              <p14:cNvContentPartPr/>
              <p14:nvPr/>
            </p14:nvContentPartPr>
            <p14:xfrm>
              <a:off x="2814120" y="3263713"/>
              <a:ext cx="2520" cy="20880"/>
            </p14:xfrm>
          </p:contentPart>
        </mc:Choice>
        <mc:Fallback xmlns="">
          <p:pic>
            <p:nvPicPr>
              <p:cNvPr id="35966" name="Input penna 35965">
                <a:extLst>
                  <a:ext uri="{FF2B5EF4-FFF2-40B4-BE49-F238E27FC236}">
                    <a16:creationId xmlns:a16="http://schemas.microsoft.com/office/drawing/2014/main" id="{89DA65FD-079B-A3F8-8D21-E9B5B28ECE4D}"/>
                  </a:ext>
                </a:extLst>
              </p:cNvPr>
              <p:cNvPicPr/>
              <p:nvPr/>
            </p:nvPicPr>
            <p:blipFill>
              <a:blip r:embed="rId18"/>
              <a:stretch>
                <a:fillRect/>
              </a:stretch>
            </p:blipFill>
            <p:spPr>
              <a:xfrm>
                <a:off x="2805120" y="3254713"/>
                <a:ext cx="20160" cy="38520"/>
              </a:xfrm>
              <a:prstGeom prst="rect">
                <a:avLst/>
              </a:prstGeom>
            </p:spPr>
          </p:pic>
        </mc:Fallback>
      </mc:AlternateContent>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B5C71D30-ABE6-AF06-8180-3308985B870C}"/>
              </a:ext>
            </a:extLst>
          </p:cNvPr>
          <p:cNvSpPr>
            <a:spLocks noGrp="1" noChangeArrowheads="1"/>
          </p:cNvSpPr>
          <p:nvPr>
            <p:ph type="title"/>
          </p:nvPr>
        </p:nvSpPr>
        <p:spPr>
          <a:xfrm>
            <a:off x="323850" y="288925"/>
            <a:ext cx="9131300"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Lst>
            </a:pPr>
            <a:r>
              <a:rPr lang="en-GB" altLang="it-IT" sz="4000">
                <a:solidFill>
                  <a:srgbClr val="FF0000"/>
                </a:solidFill>
              </a:rPr>
              <a:t>Progetto strutturale di contatori</a:t>
            </a:r>
          </a:p>
        </p:txBody>
      </p:sp>
      <p:sp>
        <p:nvSpPr>
          <p:cNvPr id="44035" name="Text Box 3">
            <a:extLst>
              <a:ext uri="{FF2B5EF4-FFF2-40B4-BE49-F238E27FC236}">
                <a16:creationId xmlns:a16="http://schemas.microsoft.com/office/drawing/2014/main" id="{6253A4FA-D957-072E-5AF3-F1A004B5EBE8}"/>
              </a:ext>
            </a:extLst>
          </p:cNvPr>
          <p:cNvSpPr txBox="1">
            <a:spLocks noChangeArrowheads="1"/>
          </p:cNvSpPr>
          <p:nvPr/>
        </p:nvSpPr>
        <p:spPr bwMode="auto">
          <a:xfrm>
            <a:off x="323850" y="1295400"/>
            <a:ext cx="8986838" cy="388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2900">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Arial" panose="020B0604020202020204" pitchFamily="34" charset="0"/>
                <a:ea typeface="MS PGothic" panose="020B0600070205080204" pitchFamily="34" charset="-128"/>
              </a:defRPr>
            </a:lvl1pPr>
            <a:lvl2pPr indent="-342900">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9pPr>
          </a:lstStyle>
          <a:p>
            <a:pPr algn="just" eaLnBrk="1" hangingPunct="1">
              <a:lnSpc>
                <a:spcPct val="100000"/>
              </a:lnSpc>
              <a:spcBef>
                <a:spcPts val="638"/>
              </a:spcBef>
              <a:spcAft>
                <a:spcPct val="0"/>
              </a:spcAft>
              <a:buClr>
                <a:srgbClr val="003366"/>
              </a:buClr>
              <a:buFont typeface="Arial" panose="020B0604020202020204" pitchFamily="34" charset="0"/>
              <a:buChar char="•"/>
            </a:pPr>
            <a:r>
              <a:rPr lang="it-IT" altLang="it-IT" sz="2000"/>
              <a:t>Come abbiamo visto per le macchine combinatorie, anche per le macchine sequenziali è possibile procedere al </a:t>
            </a:r>
            <a:r>
              <a:rPr lang="it-IT" altLang="it-IT" sz="2000" b="1"/>
              <a:t>progetto strutturale</a:t>
            </a:r>
            <a:r>
              <a:rPr lang="it-IT" altLang="it-IT" sz="2000"/>
              <a:t>, sfruttando cioè un insieme di altre macchine notevoli con funzionamento ben definito opportunamente interconnesse</a:t>
            </a:r>
          </a:p>
          <a:p>
            <a:pPr algn="just" eaLnBrk="1" hangingPunct="1">
              <a:lnSpc>
                <a:spcPct val="100000"/>
              </a:lnSpc>
              <a:spcBef>
                <a:spcPts val="638"/>
              </a:spcBef>
              <a:spcAft>
                <a:spcPct val="0"/>
              </a:spcAft>
              <a:buClr>
                <a:srgbClr val="003366"/>
              </a:buClr>
              <a:buFont typeface="Arial" panose="020B0604020202020204" pitchFamily="34" charset="0"/>
              <a:buChar char="•"/>
            </a:pPr>
            <a:r>
              <a:rPr lang="it-IT" altLang="it-IT" sz="2000"/>
              <a:t>Nel caso dei contatori, è possibile ottenere un contatore modulo-N utilizzando un approccio strutturale secondo due modalità:</a:t>
            </a:r>
          </a:p>
          <a:p>
            <a:pPr lvl="1" algn="just" eaLnBrk="1" hangingPunct="1">
              <a:lnSpc>
                <a:spcPct val="100000"/>
              </a:lnSpc>
              <a:spcBef>
                <a:spcPts val="638"/>
              </a:spcBef>
              <a:spcAft>
                <a:spcPct val="0"/>
              </a:spcAft>
              <a:buClr>
                <a:srgbClr val="003366"/>
              </a:buClr>
              <a:buFont typeface="Wingdings" panose="05000000000000000000" pitchFamily="2" charset="2"/>
              <a:buChar char="§"/>
            </a:pPr>
            <a:r>
              <a:rPr lang="it-IT" altLang="it-IT" sz="1800" b="1"/>
              <a:t>per composizione</a:t>
            </a:r>
            <a:r>
              <a:rPr lang="it-IT" altLang="it-IT" sz="1800"/>
              <a:t>, collegando opportunamente </a:t>
            </a:r>
            <a:r>
              <a:rPr lang="it-IT" altLang="it-IT" sz="1800" i="1"/>
              <a:t>k</a:t>
            </a:r>
            <a:r>
              <a:rPr lang="it-IT" altLang="it-IT" sz="1800"/>
              <a:t> contatori, ciascuno di modulo-M</a:t>
            </a:r>
            <a:r>
              <a:rPr lang="it-IT" altLang="it-IT" sz="1800" baseline="-25000"/>
              <a:t>k</a:t>
            </a:r>
            <a:r>
              <a:rPr lang="it-IT" altLang="it-IT" sz="1800"/>
              <a:t>, con M</a:t>
            </a:r>
            <a:r>
              <a:rPr lang="it-IT" altLang="it-IT" sz="1800" baseline="-25000"/>
              <a:t>k</a:t>
            </a:r>
            <a:r>
              <a:rPr lang="it-IT" altLang="it-IT" sz="1800"/>
              <a:t>&lt;N</a:t>
            </a:r>
          </a:p>
          <a:p>
            <a:pPr lvl="1" algn="just" eaLnBrk="1" hangingPunct="1">
              <a:lnSpc>
                <a:spcPct val="100000"/>
              </a:lnSpc>
              <a:spcBef>
                <a:spcPts val="638"/>
              </a:spcBef>
              <a:spcAft>
                <a:spcPct val="0"/>
              </a:spcAft>
              <a:buClr>
                <a:srgbClr val="003366"/>
              </a:buClr>
              <a:buFont typeface="Wingdings" panose="05000000000000000000" pitchFamily="2" charset="2"/>
              <a:buChar char="§"/>
            </a:pPr>
            <a:r>
              <a:rPr lang="it-IT" altLang="it-IT" sz="1800" b="1"/>
              <a:t>per riduzione</a:t>
            </a:r>
            <a:r>
              <a:rPr lang="it-IT" altLang="it-IT" sz="1800"/>
              <a:t>, utilizzando un contatore di modulo M&gt;N e modificando il suo ciclo di conteggio</a:t>
            </a:r>
          </a:p>
          <a:p>
            <a:pPr algn="just" eaLnBrk="1" hangingPunct="1">
              <a:lnSpc>
                <a:spcPct val="100000"/>
              </a:lnSpc>
              <a:spcBef>
                <a:spcPts val="638"/>
              </a:spcBef>
              <a:spcAft>
                <a:spcPct val="0"/>
              </a:spcAft>
              <a:buClr>
                <a:srgbClr val="003366"/>
              </a:buClr>
              <a:buFont typeface="Arial" panose="020B0604020202020204" pitchFamily="34" charset="0"/>
              <a:buChar char="•"/>
            </a:pPr>
            <a:r>
              <a:rPr lang="it-IT" altLang="it-IT" sz="2000"/>
              <a:t>In entrambi i casi, è tipicamente necessario prevedere della logica combinatoria aggiuntiva da applicare alle uscite di ciascun contatore utilizzato per realizzare il comportamento desiderato.</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FAB5FC3A-F642-7211-3E2A-92D15E04996E}"/>
              </a:ext>
            </a:extLst>
          </p:cNvPr>
          <p:cNvSpPr>
            <a:spLocks noGrp="1" noChangeArrowheads="1"/>
          </p:cNvSpPr>
          <p:nvPr>
            <p:ph type="title"/>
          </p:nvPr>
        </p:nvSpPr>
        <p:spPr>
          <a:xfrm>
            <a:off x="252413" y="288925"/>
            <a:ext cx="9720262"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Lst>
            </a:pPr>
            <a:r>
              <a:rPr lang="en-GB" altLang="it-IT" sz="3200">
                <a:solidFill>
                  <a:srgbClr val="FF0000"/>
                </a:solidFill>
              </a:rPr>
              <a:t>Progetto di contatori per composizione (esempio)</a:t>
            </a:r>
          </a:p>
        </p:txBody>
      </p:sp>
      <p:sp>
        <p:nvSpPr>
          <p:cNvPr id="46083" name="Text Box 3">
            <a:extLst>
              <a:ext uri="{FF2B5EF4-FFF2-40B4-BE49-F238E27FC236}">
                <a16:creationId xmlns:a16="http://schemas.microsoft.com/office/drawing/2014/main" id="{76E7597F-9BC6-2412-CD1C-5D430C71BF7F}"/>
              </a:ext>
            </a:extLst>
          </p:cNvPr>
          <p:cNvSpPr txBox="1">
            <a:spLocks noChangeArrowheads="1"/>
          </p:cNvSpPr>
          <p:nvPr/>
        </p:nvSpPr>
        <p:spPr bwMode="auto">
          <a:xfrm>
            <a:off x="252413" y="1223963"/>
            <a:ext cx="8999537"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285750" indent="-285750">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Arial" panose="020B0604020202020204" pitchFamily="34" charset="0"/>
                <a:ea typeface="MS PGothic" panose="020B0600070205080204" pitchFamily="34" charset="-128"/>
              </a:defRPr>
            </a:lvl1pPr>
            <a:lvl2pPr marL="685800">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MS PGothic" panose="020B0600070205080204" pitchFamily="34" charset="-128"/>
              </a:defRPr>
            </a:lvl2pPr>
            <a:lvl3pPr marL="1257300" indent="-342900">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9pPr>
          </a:lstStyle>
          <a:p>
            <a:pPr algn="just">
              <a:spcAft>
                <a:spcPct val="0"/>
              </a:spcAft>
              <a:buFont typeface="Arial" panose="020B0604020202020204" pitchFamily="34" charset="0"/>
              <a:buChar char="•"/>
            </a:pPr>
            <a:r>
              <a:rPr lang="it-IT" altLang="it-IT" sz="1800">
                <a:solidFill>
                  <a:schemeClr val="tx1"/>
                </a:solidFill>
                <a:ea typeface="Microsoft YaHei" panose="020B0503020204020204" pitchFamily="34" charset="-122"/>
              </a:rPr>
              <a:t>Un contatore può essere realizzato combinando opportunamente contatori di modulo minore. </a:t>
            </a:r>
          </a:p>
          <a:p>
            <a:pPr lvl="1" algn="just">
              <a:spcAft>
                <a:spcPct val="0"/>
              </a:spcAft>
              <a:buFont typeface="Wingdings" panose="05000000000000000000" pitchFamily="2" charset="2"/>
              <a:buChar char="§"/>
            </a:pPr>
            <a:r>
              <a:rPr lang="it-IT" altLang="it-IT" sz="1600">
                <a:solidFill>
                  <a:schemeClr val="tx1"/>
                </a:solidFill>
                <a:ea typeface="Microsoft YaHei" panose="020B0503020204020204" pitchFamily="34" charset="-122"/>
              </a:rPr>
              <a:t>Ad esempio, un contatore modulo 1000 (che quindi conta da 000 a 999) può essere realizzato combinando diversi contatori: uno per le unità, uno per le decine e uno per le centinaia. Ciascuno di essi è un contatore modulo 10 (cioè conta da 0 a 9). </a:t>
            </a:r>
          </a:p>
          <a:p>
            <a:pPr lvl="1" algn="just">
              <a:spcAft>
                <a:spcPct val="0"/>
              </a:spcAft>
              <a:buFont typeface="Wingdings" panose="05000000000000000000" pitchFamily="2" charset="2"/>
              <a:buChar char="§"/>
            </a:pPr>
            <a:endParaRPr lang="it-IT" altLang="it-IT" sz="1600">
              <a:solidFill>
                <a:schemeClr val="tx1"/>
              </a:solidFill>
              <a:ea typeface="Microsoft YaHei" panose="020B0503020204020204" pitchFamily="34" charset="-122"/>
            </a:endParaRPr>
          </a:p>
        </p:txBody>
      </p:sp>
      <p:pic>
        <p:nvPicPr>
          <p:cNvPr id="46084" name="Immagine 8">
            <a:extLst>
              <a:ext uri="{FF2B5EF4-FFF2-40B4-BE49-F238E27FC236}">
                <a16:creationId xmlns:a16="http://schemas.microsoft.com/office/drawing/2014/main" id="{0FEF4F61-3B12-C3C9-3DA6-348DB78CF7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2735263"/>
            <a:ext cx="3059112"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5" name="CasellaDiTesto 6">
            <a:extLst>
              <a:ext uri="{FF2B5EF4-FFF2-40B4-BE49-F238E27FC236}">
                <a16:creationId xmlns:a16="http://schemas.microsoft.com/office/drawing/2014/main" id="{611F89F3-6AA9-108E-5501-28861D05EE1F}"/>
              </a:ext>
            </a:extLst>
          </p:cNvPr>
          <p:cNvSpPr txBox="1">
            <a:spLocks noChangeArrowheads="1"/>
          </p:cNvSpPr>
          <p:nvPr/>
        </p:nvSpPr>
        <p:spPr bwMode="auto">
          <a:xfrm>
            <a:off x="4140200" y="2762250"/>
            <a:ext cx="5184775"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Microsoft YaHei" panose="020B0503020204020204" pitchFamily="34" charset="-122"/>
              </a:defRPr>
            </a:lvl1pPr>
            <a:lvl2pPr>
              <a:defRPr>
                <a:solidFill>
                  <a:schemeClr val="tx1"/>
                </a:solidFill>
                <a:latin typeface="Arial" panose="020B0604020202020204" pitchFamily="34" charset="0"/>
                <a:ea typeface="Microsoft YaHei" panose="020B0503020204020204" pitchFamily="34" charset="-122"/>
              </a:defRPr>
            </a:lvl2pPr>
            <a:lvl3pPr>
              <a:defRPr>
                <a:solidFill>
                  <a:schemeClr val="tx1"/>
                </a:solidFill>
                <a:latin typeface="Arial" panose="020B0604020202020204" pitchFamily="34" charset="0"/>
                <a:ea typeface="Microsoft YaHei" panose="020B0503020204020204" pitchFamily="34" charset="-122"/>
              </a:defRPr>
            </a:lvl3pPr>
            <a:lvl4pPr>
              <a:defRPr>
                <a:solidFill>
                  <a:schemeClr val="tx1"/>
                </a:solidFill>
                <a:latin typeface="Arial" panose="020B0604020202020204" pitchFamily="34" charset="0"/>
                <a:ea typeface="Microsoft YaHei" panose="020B0503020204020204" pitchFamily="34" charset="-122"/>
              </a:defRPr>
            </a:lvl4pPr>
            <a:lvl5pPr>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defRPr>
                <a:solidFill>
                  <a:schemeClr val="tx1"/>
                </a:solidFill>
                <a:latin typeface="Arial" panose="020B0604020202020204" pitchFamily="34" charset="0"/>
                <a:ea typeface="Microsoft YaHei" panose="020B0503020204020204" pitchFamily="34" charset="-122"/>
              </a:defRPr>
            </a:lvl9pPr>
          </a:lstStyle>
          <a:p>
            <a:pPr algn="just">
              <a:buFont typeface="Arial" panose="020B0604020202020204" pitchFamily="34" charset="0"/>
              <a:buChar char="•"/>
            </a:pPr>
            <a:r>
              <a:rPr lang="it-IT" altLang="it-IT" sz="1600"/>
              <a:t>E’ immediato realizzare che il contatore delle decine incrementa di una unità il suo conteggio solo quando il contatore delle unità passa dal valore 9 al valore 0 </a:t>
            </a:r>
          </a:p>
          <a:p>
            <a:pPr algn="just">
              <a:buFont typeface="Arial" panose="020B0604020202020204" pitchFamily="34" charset="0"/>
              <a:buChar char="•"/>
            </a:pPr>
            <a:r>
              <a:rPr lang="it-IT" altLang="it-IT" sz="1600"/>
              <a:t>Similmente, il contatore delle centinaia incrementa di una unità il suo conteggio quando sia il contatore delle decine che quello delle unità passano da 9 a 0</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7A354075-6BFE-9977-6ADF-E201FBCA4FEC}"/>
              </a:ext>
            </a:extLst>
          </p:cNvPr>
          <p:cNvSpPr>
            <a:spLocks noGrp="1" noChangeArrowheads="1"/>
          </p:cNvSpPr>
          <p:nvPr>
            <p:ph type="title"/>
          </p:nvPr>
        </p:nvSpPr>
        <p:spPr>
          <a:xfrm>
            <a:off x="252413" y="360363"/>
            <a:ext cx="9720262" cy="503237"/>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Lst>
            </a:pPr>
            <a:r>
              <a:rPr lang="en-GB" altLang="it-IT" sz="2800">
                <a:solidFill>
                  <a:srgbClr val="FF0000"/>
                </a:solidFill>
              </a:rPr>
              <a:t>Progetto di contatori per composizione (esempio in binario)</a:t>
            </a:r>
          </a:p>
        </p:txBody>
      </p:sp>
      <p:sp>
        <p:nvSpPr>
          <p:cNvPr id="48131" name="Text Box 3">
            <a:extLst>
              <a:ext uri="{FF2B5EF4-FFF2-40B4-BE49-F238E27FC236}">
                <a16:creationId xmlns:a16="http://schemas.microsoft.com/office/drawing/2014/main" id="{66C46B39-02E5-7BCD-B5F7-18327ED16B7C}"/>
              </a:ext>
            </a:extLst>
          </p:cNvPr>
          <p:cNvSpPr txBox="1">
            <a:spLocks noChangeArrowheads="1"/>
          </p:cNvSpPr>
          <p:nvPr/>
        </p:nvSpPr>
        <p:spPr bwMode="auto">
          <a:xfrm>
            <a:off x="252413" y="1223963"/>
            <a:ext cx="8999537"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2900">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Arial" panose="020B0604020202020204" pitchFamily="34" charset="0"/>
                <a:ea typeface="MS PGothic" panose="020B0600070205080204" pitchFamily="34" charset="-128"/>
              </a:defRPr>
            </a:lvl1pPr>
            <a:lvl2pPr indent="-342900">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MS PGothic" panose="020B0600070205080204" pitchFamily="34" charset="-128"/>
              </a:defRPr>
            </a:lvl2pPr>
            <a:lvl3pPr marL="1200150" indent="-285750">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9pPr>
          </a:lstStyle>
          <a:p>
            <a:pPr>
              <a:spcAft>
                <a:spcPct val="0"/>
              </a:spcAft>
              <a:buFont typeface="Arial" panose="020B0604020202020204" pitchFamily="34" charset="0"/>
              <a:buChar char="•"/>
            </a:pPr>
            <a:r>
              <a:rPr lang="it-IT" altLang="it-IT" sz="1800">
                <a:solidFill>
                  <a:schemeClr val="tx1"/>
                </a:solidFill>
                <a:ea typeface="Microsoft YaHei" panose="020B0503020204020204" pitchFamily="34" charset="-122"/>
              </a:rPr>
              <a:t>Nel dominio binario, il contatore fondamentale è il </a:t>
            </a:r>
            <a:r>
              <a:rPr lang="it-IT" altLang="it-IT" sz="1800" b="1">
                <a:solidFill>
                  <a:schemeClr val="tx1"/>
                </a:solidFill>
                <a:ea typeface="Microsoft YaHei" panose="020B0503020204020204" pitchFamily="34" charset="-122"/>
              </a:rPr>
              <a:t>contatore modulo-2</a:t>
            </a:r>
            <a:r>
              <a:rPr lang="it-IT" altLang="it-IT" sz="1800">
                <a:solidFill>
                  <a:schemeClr val="tx1"/>
                </a:solidFill>
                <a:ea typeface="Microsoft YaHei" panose="020B0503020204020204" pitchFamily="34" charset="-122"/>
              </a:rPr>
              <a:t>.</a:t>
            </a:r>
          </a:p>
          <a:p>
            <a:pPr>
              <a:spcAft>
                <a:spcPct val="0"/>
              </a:spcAft>
              <a:buFont typeface="Arial" panose="020B0604020202020204" pitchFamily="34" charset="0"/>
              <a:buChar char="•"/>
            </a:pPr>
            <a:r>
              <a:rPr lang="it-IT" altLang="it-IT" sz="1800">
                <a:solidFill>
                  <a:schemeClr val="tx1"/>
                </a:solidFill>
                <a:ea typeface="Microsoft YaHei" panose="020B0503020204020204" pitchFamily="34" charset="-122"/>
              </a:rPr>
              <a:t>A partire da contatori mod-2, si possono ottenere contatori mod-2</a:t>
            </a:r>
            <a:r>
              <a:rPr lang="it-IT" altLang="it-IT" sz="1800" baseline="30000">
                <a:solidFill>
                  <a:schemeClr val="tx1"/>
                </a:solidFill>
                <a:ea typeface="Microsoft YaHei" panose="020B0503020204020204" pitchFamily="34" charset="-122"/>
              </a:rPr>
              <a:t>m </a:t>
            </a:r>
            <a:r>
              <a:rPr lang="it-IT" altLang="it-IT" sz="1800">
                <a:solidFill>
                  <a:schemeClr val="tx1"/>
                </a:solidFill>
                <a:ea typeface="Microsoft YaHei" panose="020B0503020204020204" pitchFamily="34" charset="-122"/>
              </a:rPr>
              <a:t> semplicemente utilizzando </a:t>
            </a:r>
            <a:r>
              <a:rPr lang="it-IT" altLang="it-IT" sz="1800" i="1">
                <a:solidFill>
                  <a:schemeClr val="tx1"/>
                </a:solidFill>
                <a:ea typeface="Microsoft YaHei" panose="020B0503020204020204" pitchFamily="34" charset="-122"/>
              </a:rPr>
              <a:t>m contatori mod-2 </a:t>
            </a:r>
            <a:r>
              <a:rPr lang="it-IT" altLang="it-IT" sz="1800">
                <a:solidFill>
                  <a:schemeClr val="tx1"/>
                </a:solidFill>
                <a:ea typeface="Microsoft YaHei" panose="020B0503020204020204" pitchFamily="34" charset="-122"/>
              </a:rPr>
              <a:t>opportunamente interconnessi.</a:t>
            </a:r>
          </a:p>
          <a:p>
            <a:pPr lvl="1">
              <a:spcAft>
                <a:spcPct val="0"/>
              </a:spcAft>
              <a:buFont typeface="Wingdings" panose="05000000000000000000" pitchFamily="2" charset="2"/>
              <a:buChar char="§"/>
            </a:pPr>
            <a:r>
              <a:rPr lang="it-IT" altLang="it-IT" sz="1600">
                <a:solidFill>
                  <a:schemeClr val="tx1"/>
                </a:solidFill>
                <a:ea typeface="Microsoft YaHei" panose="020B0503020204020204" pitchFamily="34" charset="-122"/>
              </a:rPr>
              <a:t>Ad esempio, per realizzare un contatore modulo 8 (2</a:t>
            </a:r>
            <a:r>
              <a:rPr lang="it-IT" altLang="it-IT" sz="1600" baseline="30000">
                <a:solidFill>
                  <a:schemeClr val="tx1"/>
                </a:solidFill>
                <a:ea typeface="Microsoft YaHei" panose="020B0503020204020204" pitchFamily="34" charset="-122"/>
              </a:rPr>
              <a:t>3</a:t>
            </a:r>
            <a:r>
              <a:rPr lang="it-IT" altLang="it-IT" sz="1600">
                <a:solidFill>
                  <a:schemeClr val="tx1"/>
                </a:solidFill>
                <a:ea typeface="Microsoft YaHei" panose="020B0503020204020204" pitchFamily="34" charset="-122"/>
              </a:rPr>
              <a:t>), si possono utilizzare tre contatori modulo 2</a:t>
            </a:r>
            <a:r>
              <a:rPr lang="it-IT" altLang="it-IT" sz="1400">
                <a:solidFill>
                  <a:schemeClr val="tx1"/>
                </a:solidFill>
                <a:ea typeface="Microsoft YaHei" panose="020B0503020204020204" pitchFamily="34" charset="-122"/>
              </a:rPr>
              <a:t> </a:t>
            </a:r>
          </a:p>
          <a:p>
            <a:pPr lvl="2" algn="just">
              <a:spcAft>
                <a:spcPct val="0"/>
              </a:spcAft>
              <a:buFont typeface="Wingdings" panose="05000000000000000000" pitchFamily="2" charset="2"/>
              <a:buChar char="§"/>
            </a:pPr>
            <a:endParaRPr lang="it-IT" altLang="it-IT" sz="1400">
              <a:solidFill>
                <a:schemeClr val="tx1"/>
              </a:solidFill>
              <a:ea typeface="Microsoft YaHei" panose="020B0503020204020204" pitchFamily="34" charset="-122"/>
            </a:endParaRPr>
          </a:p>
        </p:txBody>
      </p:sp>
      <p:pic>
        <p:nvPicPr>
          <p:cNvPr id="48132" name="Immagine 9">
            <a:extLst>
              <a:ext uri="{FF2B5EF4-FFF2-40B4-BE49-F238E27FC236}">
                <a16:creationId xmlns:a16="http://schemas.microsoft.com/office/drawing/2014/main" id="{377880F9-31DF-A702-375B-674DC40036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0301"/>
          <a:stretch>
            <a:fillRect/>
          </a:stretch>
        </p:blipFill>
        <p:spPr bwMode="auto">
          <a:xfrm>
            <a:off x="585788" y="3032125"/>
            <a:ext cx="3192462" cy="171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 name="Tabella 10">
            <a:extLst>
              <a:ext uri="{FF2B5EF4-FFF2-40B4-BE49-F238E27FC236}">
                <a16:creationId xmlns:a16="http://schemas.microsoft.com/office/drawing/2014/main" id="{7A638450-221F-46FF-C3D3-7C28F2636CBB}"/>
              </a:ext>
            </a:extLst>
          </p:cNvPr>
          <p:cNvGraphicFramePr>
            <a:graphicFrameLocks noGrp="1"/>
          </p:cNvGraphicFramePr>
          <p:nvPr/>
        </p:nvGraphicFramePr>
        <p:xfrm>
          <a:off x="3851275" y="2592388"/>
          <a:ext cx="2519364" cy="3240084"/>
        </p:xfrm>
        <a:graphic>
          <a:graphicData uri="http://schemas.openxmlformats.org/drawingml/2006/table">
            <a:tbl>
              <a:tblPr firstRow="1" bandRow="1">
                <a:tableStyleId>{5C22544A-7EE6-4342-B048-85BDC9FD1C3A}</a:tableStyleId>
              </a:tblPr>
              <a:tblGrid>
                <a:gridCol w="495624">
                  <a:extLst>
                    <a:ext uri="{9D8B030D-6E8A-4147-A177-3AD203B41FA5}">
                      <a16:colId xmlns:a16="http://schemas.microsoft.com/office/drawing/2014/main" val="20000"/>
                    </a:ext>
                  </a:extLst>
                </a:gridCol>
                <a:gridCol w="495624">
                  <a:extLst>
                    <a:ext uri="{9D8B030D-6E8A-4147-A177-3AD203B41FA5}">
                      <a16:colId xmlns:a16="http://schemas.microsoft.com/office/drawing/2014/main" val="20001"/>
                    </a:ext>
                  </a:extLst>
                </a:gridCol>
                <a:gridCol w="495624">
                  <a:extLst>
                    <a:ext uri="{9D8B030D-6E8A-4147-A177-3AD203B41FA5}">
                      <a16:colId xmlns:a16="http://schemas.microsoft.com/office/drawing/2014/main" val="20002"/>
                    </a:ext>
                  </a:extLst>
                </a:gridCol>
                <a:gridCol w="1032492">
                  <a:extLst>
                    <a:ext uri="{9D8B030D-6E8A-4147-A177-3AD203B41FA5}">
                      <a16:colId xmlns:a16="http://schemas.microsoft.com/office/drawing/2014/main" val="20003"/>
                    </a:ext>
                  </a:extLst>
                </a:gridCol>
              </a:tblGrid>
              <a:tr h="274292">
                <a:tc>
                  <a:txBody>
                    <a:bodyPr/>
                    <a:lstStyle/>
                    <a:p>
                      <a:pPr algn="ctr"/>
                      <a:endParaRPr lang="en-GB" sz="1200" dirty="0">
                        <a:solidFill>
                          <a:schemeClr val="tx1"/>
                        </a:solidFill>
                      </a:endParaRPr>
                    </a:p>
                  </a:txBody>
                  <a:tcPr marL="91486" marR="91486" marT="45706" marB="45706">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dirty="0">
                          <a:solidFill>
                            <a:schemeClr val="tx1"/>
                          </a:solidFill>
                        </a:rPr>
                        <a:t>I=0</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dirty="0">
                          <a:solidFill>
                            <a:schemeClr val="tx1"/>
                          </a:solidFill>
                        </a:rPr>
                        <a:t>I=1</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dirty="0">
                          <a:solidFill>
                            <a:schemeClr val="tx1"/>
                          </a:solidFill>
                        </a:rPr>
                        <a:t>U</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724">
                <a:tc>
                  <a:txBody>
                    <a:bodyPr/>
                    <a:lstStyle/>
                    <a:p>
                      <a:pPr algn="ctr"/>
                      <a:r>
                        <a:rPr lang="en-GB" sz="1200" dirty="0">
                          <a:solidFill>
                            <a:schemeClr val="tx1"/>
                          </a:solidFill>
                        </a:rPr>
                        <a:t>q</a:t>
                      </a:r>
                      <a:r>
                        <a:rPr lang="en-GB" sz="1200" baseline="-25000" dirty="0">
                          <a:solidFill>
                            <a:schemeClr val="tx1"/>
                          </a:solidFill>
                        </a:rPr>
                        <a:t>0</a:t>
                      </a:r>
                    </a:p>
                  </a:txBody>
                  <a:tcPr marL="91486" marR="91486" marT="45706" marB="45706">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dirty="0">
                          <a:solidFill>
                            <a:schemeClr val="tx1"/>
                          </a:solidFill>
                        </a:rPr>
                        <a:t>q</a:t>
                      </a:r>
                      <a:r>
                        <a:rPr lang="en-GB" sz="1200" baseline="-25000" dirty="0">
                          <a:solidFill>
                            <a:schemeClr val="tx1"/>
                          </a:solidFill>
                        </a:rPr>
                        <a:t>0</a:t>
                      </a:r>
                      <a:endParaRPr lang="en-GB" sz="1200" baseline="0" dirty="0">
                        <a:solidFill>
                          <a:schemeClr val="tx1"/>
                        </a:solidFill>
                      </a:endParaRP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dirty="0">
                          <a:solidFill>
                            <a:schemeClr val="tx1"/>
                          </a:solidFill>
                        </a:rPr>
                        <a:t>q</a:t>
                      </a:r>
                      <a:r>
                        <a:rPr lang="en-GB" sz="1200" baseline="-25000" dirty="0">
                          <a:solidFill>
                            <a:schemeClr val="tx1"/>
                          </a:solidFill>
                        </a:rPr>
                        <a:t>1</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aseline="0" dirty="0">
                          <a:solidFill>
                            <a:schemeClr val="tx1"/>
                          </a:solidFill>
                        </a:rPr>
                        <a:t>0 (000)</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724">
                <a:tc>
                  <a:txBody>
                    <a:bodyPr/>
                    <a:lstStyle/>
                    <a:p>
                      <a:pPr algn="ctr"/>
                      <a:r>
                        <a:rPr lang="en-GB" sz="1200" dirty="0">
                          <a:solidFill>
                            <a:schemeClr val="tx1"/>
                          </a:solidFill>
                        </a:rPr>
                        <a:t>q</a:t>
                      </a:r>
                      <a:r>
                        <a:rPr lang="en-GB" sz="1200" baseline="-25000" dirty="0">
                          <a:solidFill>
                            <a:schemeClr val="tx1"/>
                          </a:solidFill>
                        </a:rPr>
                        <a:t>1</a:t>
                      </a:r>
                    </a:p>
                  </a:txBody>
                  <a:tcPr marL="91486" marR="91486" marT="45706" marB="45706">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dirty="0">
                          <a:solidFill>
                            <a:schemeClr val="tx1"/>
                          </a:solidFill>
                        </a:rPr>
                        <a:t>q</a:t>
                      </a:r>
                      <a:r>
                        <a:rPr lang="en-GB" sz="1200" baseline="-25000" dirty="0">
                          <a:solidFill>
                            <a:schemeClr val="tx1"/>
                          </a:solidFill>
                        </a:rPr>
                        <a:t>1</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dirty="0">
                          <a:solidFill>
                            <a:schemeClr val="tx1"/>
                          </a:solidFill>
                        </a:rPr>
                        <a:t>q</a:t>
                      </a:r>
                      <a:r>
                        <a:rPr lang="en-GB" sz="1200" baseline="-25000" dirty="0">
                          <a:solidFill>
                            <a:schemeClr val="tx1"/>
                          </a:solidFill>
                        </a:rPr>
                        <a:t>2</a:t>
                      </a:r>
                      <a:endParaRPr lang="en-GB" sz="1200" baseline="0" dirty="0">
                        <a:solidFill>
                          <a:schemeClr val="tx1"/>
                        </a:solidFill>
                      </a:endParaRP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200" baseline="0" dirty="0">
                          <a:solidFill>
                            <a:schemeClr val="tx1"/>
                          </a:solidFill>
                        </a:rPr>
                        <a:t>1 (001)</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724">
                <a:tc>
                  <a:txBody>
                    <a:bodyPr/>
                    <a:lstStyle/>
                    <a:p>
                      <a:pPr algn="ctr"/>
                      <a:r>
                        <a:rPr lang="en-GB" sz="1200" baseline="0" dirty="0">
                          <a:solidFill>
                            <a:schemeClr val="tx1"/>
                          </a:solidFill>
                        </a:rPr>
                        <a:t>q</a:t>
                      </a:r>
                      <a:r>
                        <a:rPr lang="en-GB" sz="1200" baseline="-25000" dirty="0">
                          <a:solidFill>
                            <a:schemeClr val="tx1"/>
                          </a:solidFill>
                        </a:rPr>
                        <a:t>2</a:t>
                      </a:r>
                    </a:p>
                  </a:txBody>
                  <a:tcPr marL="91486" marR="91486" marT="45706" marB="45706">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dirty="0">
                          <a:solidFill>
                            <a:schemeClr val="tx1"/>
                          </a:solidFill>
                        </a:rPr>
                        <a:t>q</a:t>
                      </a:r>
                      <a:r>
                        <a:rPr lang="en-GB" sz="1200" baseline="-25000" dirty="0">
                          <a:solidFill>
                            <a:schemeClr val="tx1"/>
                          </a:solidFill>
                        </a:rPr>
                        <a:t>2</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dirty="0">
                          <a:solidFill>
                            <a:schemeClr val="tx1"/>
                          </a:solidFill>
                        </a:rPr>
                        <a:t>q</a:t>
                      </a:r>
                      <a:r>
                        <a:rPr lang="en-GB" sz="1200" baseline="-25000" dirty="0">
                          <a:solidFill>
                            <a:schemeClr val="tx1"/>
                          </a:solidFill>
                        </a:rPr>
                        <a:t>3</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aseline="0" dirty="0">
                          <a:solidFill>
                            <a:schemeClr val="tx1"/>
                          </a:solidFill>
                        </a:rPr>
                        <a:t>2 (010)</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724">
                <a:tc>
                  <a:txBody>
                    <a:bodyPr/>
                    <a:lstStyle/>
                    <a:p>
                      <a:pPr algn="ctr"/>
                      <a:r>
                        <a:rPr lang="en-GB" sz="1200" baseline="0" dirty="0">
                          <a:solidFill>
                            <a:schemeClr val="tx1"/>
                          </a:solidFill>
                        </a:rPr>
                        <a:t>q</a:t>
                      </a:r>
                      <a:r>
                        <a:rPr lang="en-GB" sz="1200" baseline="-25000" dirty="0">
                          <a:solidFill>
                            <a:schemeClr val="tx1"/>
                          </a:solidFill>
                        </a:rPr>
                        <a:t>3</a:t>
                      </a:r>
                    </a:p>
                  </a:txBody>
                  <a:tcPr marL="91486" marR="91486" marT="45706" marB="45706">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aseline="0" dirty="0">
                          <a:solidFill>
                            <a:schemeClr val="tx1"/>
                          </a:solidFill>
                        </a:rPr>
                        <a:t>q</a:t>
                      </a:r>
                      <a:r>
                        <a:rPr lang="en-GB" sz="1200" baseline="-25000" dirty="0">
                          <a:solidFill>
                            <a:schemeClr val="tx1"/>
                          </a:solidFill>
                        </a:rPr>
                        <a:t>3</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aseline="0" dirty="0">
                          <a:solidFill>
                            <a:schemeClr val="tx1"/>
                          </a:solidFill>
                        </a:rPr>
                        <a:t>q</a:t>
                      </a:r>
                      <a:r>
                        <a:rPr lang="en-GB" sz="1200" baseline="-25000" dirty="0">
                          <a:solidFill>
                            <a:schemeClr val="tx1"/>
                          </a:solidFill>
                        </a:rPr>
                        <a:t>0</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aseline="0" dirty="0">
                          <a:solidFill>
                            <a:schemeClr val="tx1"/>
                          </a:solidFill>
                        </a:rPr>
                        <a:t>3 (011)</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724">
                <a:tc>
                  <a:txBody>
                    <a:bodyPr/>
                    <a:lstStyle/>
                    <a:p>
                      <a:pPr algn="ctr"/>
                      <a:r>
                        <a:rPr lang="en-GB" sz="1200" baseline="0" dirty="0">
                          <a:solidFill>
                            <a:schemeClr val="tx1"/>
                          </a:solidFill>
                        </a:rPr>
                        <a:t>q</a:t>
                      </a:r>
                      <a:r>
                        <a:rPr lang="en-GB" sz="1200" baseline="-25000" dirty="0">
                          <a:solidFill>
                            <a:schemeClr val="tx1"/>
                          </a:solidFill>
                        </a:rPr>
                        <a:t>4</a:t>
                      </a:r>
                    </a:p>
                  </a:txBody>
                  <a:tcPr marL="91486" marR="91486" marT="45706" marB="45706">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aseline="0" dirty="0">
                          <a:solidFill>
                            <a:schemeClr val="tx1"/>
                          </a:solidFill>
                        </a:rPr>
                        <a:t>q</a:t>
                      </a:r>
                      <a:r>
                        <a:rPr lang="en-GB" sz="1200" baseline="-25000" dirty="0">
                          <a:solidFill>
                            <a:schemeClr val="tx1"/>
                          </a:solidFill>
                        </a:rPr>
                        <a:t>4</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aseline="0" dirty="0">
                          <a:solidFill>
                            <a:schemeClr val="tx1"/>
                          </a:solidFill>
                        </a:rPr>
                        <a:t>q</a:t>
                      </a:r>
                      <a:r>
                        <a:rPr lang="en-GB" sz="1200" baseline="-25000" dirty="0">
                          <a:solidFill>
                            <a:schemeClr val="tx1"/>
                          </a:solidFill>
                        </a:rPr>
                        <a:t>5</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aseline="0" dirty="0">
                          <a:solidFill>
                            <a:schemeClr val="tx1"/>
                          </a:solidFill>
                        </a:rPr>
                        <a:t>4 (100)</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0724">
                <a:tc>
                  <a:txBody>
                    <a:bodyPr/>
                    <a:lstStyle/>
                    <a:p>
                      <a:pPr algn="ctr"/>
                      <a:r>
                        <a:rPr lang="en-GB" sz="1200" baseline="0" dirty="0">
                          <a:solidFill>
                            <a:schemeClr val="tx1"/>
                          </a:solidFill>
                        </a:rPr>
                        <a:t>q</a:t>
                      </a:r>
                      <a:r>
                        <a:rPr lang="en-GB" sz="1200" baseline="-25000" dirty="0">
                          <a:solidFill>
                            <a:schemeClr val="tx1"/>
                          </a:solidFill>
                        </a:rPr>
                        <a:t>5</a:t>
                      </a:r>
                    </a:p>
                  </a:txBody>
                  <a:tcPr marL="91486" marR="91486" marT="45706" marB="45706">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aseline="0" dirty="0">
                          <a:solidFill>
                            <a:schemeClr val="tx1"/>
                          </a:solidFill>
                        </a:rPr>
                        <a:t>q</a:t>
                      </a:r>
                      <a:r>
                        <a:rPr lang="en-GB" sz="1200" baseline="-25000" dirty="0">
                          <a:solidFill>
                            <a:schemeClr val="tx1"/>
                          </a:solidFill>
                        </a:rPr>
                        <a:t>5</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aseline="0" dirty="0">
                          <a:solidFill>
                            <a:schemeClr val="tx1"/>
                          </a:solidFill>
                        </a:rPr>
                        <a:t>q</a:t>
                      </a:r>
                      <a:r>
                        <a:rPr lang="en-GB" sz="1200" baseline="-25000" dirty="0">
                          <a:solidFill>
                            <a:schemeClr val="tx1"/>
                          </a:solidFill>
                        </a:rPr>
                        <a:t>6</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aseline="0" dirty="0">
                          <a:solidFill>
                            <a:schemeClr val="tx1"/>
                          </a:solidFill>
                        </a:rPr>
                        <a:t>5 (101)</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0724">
                <a:tc>
                  <a:txBody>
                    <a:bodyPr/>
                    <a:lstStyle/>
                    <a:p>
                      <a:pPr algn="ctr"/>
                      <a:r>
                        <a:rPr lang="en-GB" sz="1200" baseline="0" dirty="0">
                          <a:solidFill>
                            <a:schemeClr val="tx1"/>
                          </a:solidFill>
                        </a:rPr>
                        <a:t>q</a:t>
                      </a:r>
                      <a:r>
                        <a:rPr lang="en-GB" sz="1200" baseline="-25000" dirty="0">
                          <a:solidFill>
                            <a:schemeClr val="tx1"/>
                          </a:solidFill>
                        </a:rPr>
                        <a:t>6</a:t>
                      </a:r>
                    </a:p>
                  </a:txBody>
                  <a:tcPr marL="91486" marR="91486" marT="45706" marB="45706">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aseline="0" dirty="0">
                          <a:solidFill>
                            <a:schemeClr val="tx1"/>
                          </a:solidFill>
                        </a:rPr>
                        <a:t>q</a:t>
                      </a:r>
                      <a:r>
                        <a:rPr lang="en-GB" sz="1200" baseline="-25000" dirty="0">
                          <a:solidFill>
                            <a:schemeClr val="tx1"/>
                          </a:solidFill>
                        </a:rPr>
                        <a:t>6</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aseline="0" dirty="0">
                          <a:solidFill>
                            <a:schemeClr val="tx1"/>
                          </a:solidFill>
                        </a:rPr>
                        <a:t>q</a:t>
                      </a:r>
                      <a:r>
                        <a:rPr lang="en-GB" sz="1200" baseline="-25000" dirty="0">
                          <a:solidFill>
                            <a:schemeClr val="tx1"/>
                          </a:solidFill>
                        </a:rPr>
                        <a:t>7</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aseline="0" dirty="0">
                          <a:solidFill>
                            <a:schemeClr val="tx1"/>
                          </a:solidFill>
                        </a:rPr>
                        <a:t>6 (110)</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0724">
                <a:tc>
                  <a:txBody>
                    <a:bodyPr/>
                    <a:lstStyle/>
                    <a:p>
                      <a:pPr algn="ctr"/>
                      <a:r>
                        <a:rPr lang="en-GB" sz="1200" baseline="0" dirty="0">
                          <a:solidFill>
                            <a:schemeClr val="tx1"/>
                          </a:solidFill>
                        </a:rPr>
                        <a:t>q</a:t>
                      </a:r>
                      <a:r>
                        <a:rPr lang="en-GB" sz="1200" baseline="-25000" dirty="0">
                          <a:solidFill>
                            <a:schemeClr val="tx1"/>
                          </a:solidFill>
                        </a:rPr>
                        <a:t>7</a:t>
                      </a:r>
                    </a:p>
                  </a:txBody>
                  <a:tcPr marL="91486" marR="91486" marT="45706" marB="45706">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aseline="0" dirty="0">
                          <a:solidFill>
                            <a:schemeClr val="tx1"/>
                          </a:solidFill>
                        </a:rPr>
                        <a:t>q</a:t>
                      </a:r>
                      <a:r>
                        <a:rPr lang="en-GB" sz="1200" baseline="-25000" dirty="0">
                          <a:solidFill>
                            <a:schemeClr val="tx1"/>
                          </a:solidFill>
                        </a:rPr>
                        <a:t>7</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aseline="0" dirty="0">
                          <a:solidFill>
                            <a:schemeClr val="tx1"/>
                          </a:solidFill>
                        </a:rPr>
                        <a:t>q</a:t>
                      </a:r>
                      <a:r>
                        <a:rPr lang="en-GB" sz="1200" baseline="-25000" dirty="0">
                          <a:solidFill>
                            <a:schemeClr val="tx1"/>
                          </a:solidFill>
                        </a:rPr>
                        <a:t>0</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aseline="0" dirty="0">
                          <a:solidFill>
                            <a:schemeClr val="tx1"/>
                          </a:solidFill>
                        </a:rPr>
                        <a:t>7 (111)</a:t>
                      </a:r>
                    </a:p>
                  </a:txBody>
                  <a:tcPr marL="91486" marR="91486"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48183" name="CasellaDiTesto 1">
            <a:extLst>
              <a:ext uri="{FF2B5EF4-FFF2-40B4-BE49-F238E27FC236}">
                <a16:creationId xmlns:a16="http://schemas.microsoft.com/office/drawing/2014/main" id="{4488A03B-A9AF-54DB-1169-68DA65AB4F76}"/>
              </a:ext>
            </a:extLst>
          </p:cNvPr>
          <p:cNvSpPr txBox="1">
            <a:spLocks noChangeArrowheads="1"/>
          </p:cNvSpPr>
          <p:nvPr/>
        </p:nvSpPr>
        <p:spPr bwMode="auto">
          <a:xfrm>
            <a:off x="6416675" y="2625725"/>
            <a:ext cx="2808288" cy="329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Microsoft YaHei" panose="020B0503020204020204" pitchFamily="34" charset="-122"/>
              </a:defRPr>
            </a:lvl1pPr>
            <a:lvl2pPr>
              <a:defRPr>
                <a:solidFill>
                  <a:schemeClr val="tx1"/>
                </a:solidFill>
                <a:latin typeface="Arial" panose="020B0604020202020204" pitchFamily="34" charset="0"/>
                <a:ea typeface="Microsoft YaHei" panose="020B0503020204020204" pitchFamily="34" charset="-122"/>
              </a:defRPr>
            </a:lvl2pPr>
            <a:lvl3pPr>
              <a:defRPr>
                <a:solidFill>
                  <a:schemeClr val="tx1"/>
                </a:solidFill>
                <a:latin typeface="Arial" panose="020B0604020202020204" pitchFamily="34" charset="0"/>
                <a:ea typeface="Microsoft YaHei" panose="020B0503020204020204" pitchFamily="34" charset="-122"/>
              </a:defRPr>
            </a:lvl3pPr>
            <a:lvl4pPr>
              <a:defRPr>
                <a:solidFill>
                  <a:schemeClr val="tx1"/>
                </a:solidFill>
                <a:latin typeface="Arial" panose="020B0604020202020204" pitchFamily="34" charset="0"/>
                <a:ea typeface="Microsoft YaHei" panose="020B0503020204020204" pitchFamily="34" charset="-122"/>
              </a:defRPr>
            </a:lvl4pPr>
            <a:lvl5pPr>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defRPr>
                <a:solidFill>
                  <a:schemeClr val="tx1"/>
                </a:solidFill>
                <a:latin typeface="Arial" panose="020B0604020202020204" pitchFamily="34" charset="0"/>
                <a:ea typeface="Microsoft YaHei" panose="020B0503020204020204" pitchFamily="34" charset="-122"/>
              </a:defRPr>
            </a:lvl9pPr>
          </a:lstStyle>
          <a:p>
            <a:pPr>
              <a:buFont typeface="Arial" panose="020B0604020202020204" pitchFamily="34" charset="0"/>
              <a:buChar char="•"/>
            </a:pPr>
            <a:r>
              <a:rPr lang="it-IT" altLang="it-IT" sz="1600"/>
              <a:t>Si osserva che la cifra meno significativa del valore di conteggio (coincidente con lo stato) commuta per ogni impulso di conteggio, la seconda ogni 2 impulsi e la terza ogni 4 impulsi</a:t>
            </a:r>
          </a:p>
          <a:p>
            <a:pPr>
              <a:buFont typeface="Arial" panose="020B0604020202020204" pitchFamily="34" charset="0"/>
              <a:buChar char="•"/>
            </a:pPr>
            <a:r>
              <a:rPr lang="it-IT" altLang="it-IT" sz="1600"/>
              <a:t>Ad ogni cifra è quindi associato un contatore mod-2, ma i 3 contatori contano con una frequenza diversa!</a:t>
            </a:r>
          </a:p>
        </p:txBody>
      </p:sp>
      <mc:AlternateContent xmlns:mc="http://schemas.openxmlformats.org/markup-compatibility/2006" xmlns:p14="http://schemas.microsoft.com/office/powerpoint/2010/main">
        <mc:Choice Requires="p14">
          <p:contentPart p14:bwMode="auto" r:id="rId4">
            <p14:nvContentPartPr>
              <p14:cNvPr id="56" name="Input penna 55">
                <a:extLst>
                  <a:ext uri="{FF2B5EF4-FFF2-40B4-BE49-F238E27FC236}">
                    <a16:creationId xmlns:a16="http://schemas.microsoft.com/office/drawing/2014/main" id="{2AEF2ED6-4C8D-5A22-F9CC-6B279981E084}"/>
                  </a:ext>
                </a:extLst>
              </p14:cNvPr>
              <p14:cNvContentPartPr/>
              <p14:nvPr/>
            </p14:nvContentPartPr>
            <p14:xfrm>
              <a:off x="4168440" y="5635033"/>
              <a:ext cx="360" cy="360"/>
            </p14:xfrm>
          </p:contentPart>
        </mc:Choice>
        <mc:Fallback xmlns="">
          <p:pic>
            <p:nvPicPr>
              <p:cNvPr id="56" name="Input penna 55">
                <a:extLst>
                  <a:ext uri="{FF2B5EF4-FFF2-40B4-BE49-F238E27FC236}">
                    <a16:creationId xmlns:a16="http://schemas.microsoft.com/office/drawing/2014/main" id="{2AEF2ED6-4C8D-5A22-F9CC-6B279981E084}"/>
                  </a:ext>
                </a:extLst>
              </p:cNvPr>
              <p:cNvPicPr/>
              <p:nvPr/>
            </p:nvPicPr>
            <p:blipFill>
              <a:blip r:embed="rId5"/>
              <a:stretch>
                <a:fillRect/>
              </a:stretch>
            </p:blipFill>
            <p:spPr>
              <a:xfrm>
                <a:off x="4159440" y="562603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7" name="Input penna 56">
                <a:extLst>
                  <a:ext uri="{FF2B5EF4-FFF2-40B4-BE49-F238E27FC236}">
                    <a16:creationId xmlns:a16="http://schemas.microsoft.com/office/drawing/2014/main" id="{5471D51A-2B4A-5BEC-38A4-352A14808557}"/>
                  </a:ext>
                </a:extLst>
              </p14:cNvPr>
              <p14:cNvContentPartPr/>
              <p14:nvPr/>
            </p14:nvContentPartPr>
            <p14:xfrm>
              <a:off x="5094720" y="5602993"/>
              <a:ext cx="12240" cy="1440"/>
            </p14:xfrm>
          </p:contentPart>
        </mc:Choice>
        <mc:Fallback xmlns="">
          <p:pic>
            <p:nvPicPr>
              <p:cNvPr id="57" name="Input penna 56">
                <a:extLst>
                  <a:ext uri="{FF2B5EF4-FFF2-40B4-BE49-F238E27FC236}">
                    <a16:creationId xmlns:a16="http://schemas.microsoft.com/office/drawing/2014/main" id="{5471D51A-2B4A-5BEC-38A4-352A14808557}"/>
                  </a:ext>
                </a:extLst>
              </p:cNvPr>
              <p:cNvPicPr/>
              <p:nvPr/>
            </p:nvPicPr>
            <p:blipFill>
              <a:blip r:embed="rId7"/>
              <a:stretch>
                <a:fillRect/>
              </a:stretch>
            </p:blipFill>
            <p:spPr>
              <a:xfrm>
                <a:off x="5085720" y="5593993"/>
                <a:ext cx="29880" cy="19080"/>
              </a:xfrm>
              <a:prstGeom prst="rect">
                <a:avLst/>
              </a:prstGeom>
            </p:spPr>
          </p:pic>
        </mc:Fallback>
      </mc:AlternateContent>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8452CB53-1BF7-8EB0-802D-1FF3EB42C2FA}"/>
              </a:ext>
            </a:extLst>
          </p:cNvPr>
          <p:cNvSpPr>
            <a:spLocks noGrp="1" noChangeArrowheads="1"/>
          </p:cNvSpPr>
          <p:nvPr>
            <p:ph type="title"/>
          </p:nvPr>
        </p:nvSpPr>
        <p:spPr>
          <a:xfrm>
            <a:off x="323850" y="288925"/>
            <a:ext cx="9131300"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Lst>
            </a:pPr>
            <a:r>
              <a:rPr lang="en-GB" altLang="it-IT" sz="3600">
                <a:solidFill>
                  <a:srgbClr val="FF0000"/>
                </a:solidFill>
              </a:rPr>
              <a:t>Contatore fondamentale: contatore mod-2</a:t>
            </a:r>
          </a:p>
        </p:txBody>
      </p:sp>
      <p:grpSp>
        <p:nvGrpSpPr>
          <p:cNvPr id="50179" name="Gruppo 2">
            <a:extLst>
              <a:ext uri="{FF2B5EF4-FFF2-40B4-BE49-F238E27FC236}">
                <a16:creationId xmlns:a16="http://schemas.microsoft.com/office/drawing/2014/main" id="{D383A1D6-9452-3240-2DFE-4C6DB75A0B0E}"/>
              </a:ext>
            </a:extLst>
          </p:cNvPr>
          <p:cNvGrpSpPr>
            <a:grpSpLocks/>
          </p:cNvGrpSpPr>
          <p:nvPr/>
        </p:nvGrpSpPr>
        <p:grpSpPr bwMode="auto">
          <a:xfrm>
            <a:off x="4500563" y="2447925"/>
            <a:ext cx="2001837" cy="1284288"/>
            <a:chOff x="5270598" y="4787602"/>
            <a:chExt cx="2001838" cy="1284287"/>
          </a:xfrm>
        </p:grpSpPr>
        <p:sp>
          <p:nvSpPr>
            <p:cNvPr id="50244" name="Rectangle 58">
              <a:extLst>
                <a:ext uri="{FF2B5EF4-FFF2-40B4-BE49-F238E27FC236}">
                  <a16:creationId xmlns:a16="http://schemas.microsoft.com/office/drawing/2014/main" id="{54C890A8-324D-6E56-D159-128CE48D761D}"/>
                </a:ext>
              </a:extLst>
            </p:cNvPr>
            <p:cNvSpPr>
              <a:spLocks noChangeArrowheads="1"/>
            </p:cNvSpPr>
            <p:nvPr/>
          </p:nvSpPr>
          <p:spPr bwMode="auto">
            <a:xfrm>
              <a:off x="6056411" y="4998739"/>
              <a:ext cx="654050" cy="974725"/>
            </a:xfrm>
            <a:prstGeom prst="rect">
              <a:avLst/>
            </a:prstGeom>
            <a:solidFill>
              <a:srgbClr val="FFFFFF"/>
            </a:solidFill>
            <a:ln w="28440">
              <a:solidFill>
                <a:srgbClr val="003366"/>
              </a:solidFill>
              <a:miter lim="800000"/>
              <a:headEnd/>
              <a:tailEnd/>
            </a:ln>
          </p:spPr>
          <p:txBody>
            <a:bodyPr wrap="none" anchor="ctr"/>
            <a:lstStyle/>
            <a:p>
              <a:pPr eaLnBrk="1">
                <a:lnSpc>
                  <a:spcPct val="93000"/>
                </a:lnSpc>
                <a:buClr>
                  <a:srgbClr val="000000"/>
                </a:buClr>
                <a:buSzPct val="100000"/>
                <a:buFont typeface="Times New Roman" panose="02020603050405020304" pitchFamily="18" charset="0"/>
                <a:buNone/>
              </a:pPr>
              <a:endParaRPr lang="it-IT" altLang="it-IT"/>
            </a:p>
          </p:txBody>
        </p:sp>
        <p:sp>
          <p:nvSpPr>
            <p:cNvPr id="50245" name="Freeform 59">
              <a:extLst>
                <a:ext uri="{FF2B5EF4-FFF2-40B4-BE49-F238E27FC236}">
                  <a16:creationId xmlns:a16="http://schemas.microsoft.com/office/drawing/2014/main" id="{5CCB49CD-C4E7-4742-F30D-4760982190BC}"/>
                </a:ext>
              </a:extLst>
            </p:cNvPr>
            <p:cNvSpPr>
              <a:spLocks noChangeArrowheads="1"/>
            </p:cNvSpPr>
            <p:nvPr/>
          </p:nvSpPr>
          <p:spPr bwMode="auto">
            <a:xfrm>
              <a:off x="6056411" y="5706764"/>
              <a:ext cx="192087" cy="133350"/>
            </a:xfrm>
            <a:custGeom>
              <a:avLst/>
              <a:gdLst>
                <a:gd name="T0" fmla="*/ 0 w 172"/>
                <a:gd name="T1" fmla="*/ 0 h 120"/>
                <a:gd name="T2" fmla="*/ 2147483646 w 172"/>
                <a:gd name="T3" fmla="*/ 2147483646 h 120"/>
                <a:gd name="T4" fmla="*/ 0 w 172"/>
                <a:gd name="T5" fmla="*/ 2147483646 h 120"/>
                <a:gd name="T6" fmla="*/ 0 60000 65536"/>
                <a:gd name="T7" fmla="*/ 0 60000 65536"/>
                <a:gd name="T8" fmla="*/ 0 60000 65536"/>
                <a:gd name="T9" fmla="*/ 0 w 172"/>
                <a:gd name="T10" fmla="*/ 0 h 120"/>
                <a:gd name="T11" fmla="*/ 172 w 172"/>
                <a:gd name="T12" fmla="*/ 120 h 120"/>
              </a:gdLst>
              <a:ahLst/>
              <a:cxnLst>
                <a:cxn ang="T6">
                  <a:pos x="T0" y="T1"/>
                </a:cxn>
                <a:cxn ang="T7">
                  <a:pos x="T2" y="T3"/>
                </a:cxn>
                <a:cxn ang="T8">
                  <a:pos x="T4" y="T5"/>
                </a:cxn>
              </a:cxnLst>
              <a:rect l="T9" t="T10" r="T11" b="T12"/>
              <a:pathLst>
                <a:path w="172" h="120">
                  <a:moveTo>
                    <a:pt x="0" y="0"/>
                  </a:moveTo>
                  <a:lnTo>
                    <a:pt x="172" y="51"/>
                  </a:lnTo>
                  <a:lnTo>
                    <a:pt x="0" y="120"/>
                  </a:lnTo>
                </a:path>
              </a:pathLst>
            </a:custGeom>
            <a:noFill/>
            <a:ln w="28440" cap="flat">
              <a:solidFill>
                <a:srgbClr val="00336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50246" name="Line 60">
              <a:extLst>
                <a:ext uri="{FF2B5EF4-FFF2-40B4-BE49-F238E27FC236}">
                  <a16:creationId xmlns:a16="http://schemas.microsoft.com/office/drawing/2014/main" id="{4EC9F965-622B-4BC7-5130-0A00BB7481E3}"/>
                </a:ext>
              </a:extLst>
            </p:cNvPr>
            <p:cNvSpPr>
              <a:spLocks noChangeShapeType="1"/>
            </p:cNvSpPr>
            <p:nvPr/>
          </p:nvSpPr>
          <p:spPr bwMode="auto">
            <a:xfrm>
              <a:off x="5391248" y="5760739"/>
              <a:ext cx="652463" cy="1588"/>
            </a:xfrm>
            <a:prstGeom prst="line">
              <a:avLst/>
            </a:prstGeom>
            <a:noFill/>
            <a:ln w="28440">
              <a:solidFill>
                <a:srgbClr val="003366"/>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50247" name="Line 61">
              <a:extLst>
                <a:ext uri="{FF2B5EF4-FFF2-40B4-BE49-F238E27FC236}">
                  <a16:creationId xmlns:a16="http://schemas.microsoft.com/office/drawing/2014/main" id="{BAC124C7-2944-CBCA-2608-460C20218346}"/>
                </a:ext>
              </a:extLst>
            </p:cNvPr>
            <p:cNvSpPr>
              <a:spLocks noChangeShapeType="1"/>
            </p:cNvSpPr>
            <p:nvPr/>
          </p:nvSpPr>
          <p:spPr bwMode="auto">
            <a:xfrm>
              <a:off x="6710461" y="5294014"/>
              <a:ext cx="419100" cy="1588"/>
            </a:xfrm>
            <a:prstGeom prst="line">
              <a:avLst/>
            </a:prstGeom>
            <a:noFill/>
            <a:ln w="19080">
              <a:solidFill>
                <a:srgbClr val="003366"/>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50248" name="Line 62">
              <a:extLst>
                <a:ext uri="{FF2B5EF4-FFF2-40B4-BE49-F238E27FC236}">
                  <a16:creationId xmlns:a16="http://schemas.microsoft.com/office/drawing/2014/main" id="{1D492275-045C-9457-2418-076ED6615856}"/>
                </a:ext>
              </a:extLst>
            </p:cNvPr>
            <p:cNvSpPr>
              <a:spLocks noChangeShapeType="1"/>
            </p:cNvSpPr>
            <p:nvPr/>
          </p:nvSpPr>
          <p:spPr bwMode="auto">
            <a:xfrm>
              <a:off x="5534123" y="5282902"/>
              <a:ext cx="522288" cy="11112"/>
            </a:xfrm>
            <a:prstGeom prst="line">
              <a:avLst/>
            </a:prstGeom>
            <a:noFill/>
            <a:ln w="28440">
              <a:solidFill>
                <a:srgbClr val="003366"/>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50249" name="Rectangle 63">
              <a:extLst>
                <a:ext uri="{FF2B5EF4-FFF2-40B4-BE49-F238E27FC236}">
                  <a16:creationId xmlns:a16="http://schemas.microsoft.com/office/drawing/2014/main" id="{49E6AA59-57F6-ED8C-CDE3-F0B97943412D}"/>
                </a:ext>
              </a:extLst>
            </p:cNvPr>
            <p:cNvSpPr>
              <a:spLocks noChangeArrowheads="1"/>
            </p:cNvSpPr>
            <p:nvPr/>
          </p:nvSpPr>
          <p:spPr bwMode="auto">
            <a:xfrm>
              <a:off x="5270598" y="5738514"/>
              <a:ext cx="71596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p>
              <a:pPr eaLnBrk="1" hangingPunct="1">
                <a:buClr>
                  <a:srgbClr val="000000"/>
                </a:buClr>
                <a:buSzPct val="100000"/>
                <a:buFont typeface="Times New Roman" panose="02020603050405020304" pitchFamily="18" charset="0"/>
                <a:buNone/>
              </a:pPr>
              <a:r>
                <a:rPr lang="it-IT" altLang="it-IT" sz="1600">
                  <a:solidFill>
                    <a:srgbClr val="003366"/>
                  </a:solidFill>
                  <a:ea typeface="MS PGothic" panose="020B0600070205080204" pitchFamily="34" charset="-128"/>
                </a:rPr>
                <a:t>clock</a:t>
              </a:r>
            </a:p>
          </p:txBody>
        </p:sp>
        <p:cxnSp>
          <p:nvCxnSpPr>
            <p:cNvPr id="50250" name="AutoShape 64">
              <a:extLst>
                <a:ext uri="{FF2B5EF4-FFF2-40B4-BE49-F238E27FC236}">
                  <a16:creationId xmlns:a16="http://schemas.microsoft.com/office/drawing/2014/main" id="{A01A2FDA-008A-5B20-7DA2-F7FCB8D1EE58}"/>
                </a:ext>
              </a:extLst>
            </p:cNvPr>
            <p:cNvCxnSpPr>
              <a:cxnSpLocks noChangeShapeType="1"/>
            </p:cNvCxnSpPr>
            <p:nvPr/>
          </p:nvCxnSpPr>
          <p:spPr bwMode="auto">
            <a:xfrm rot="10800000">
              <a:off x="5532536" y="4787602"/>
              <a:ext cx="1598612" cy="508000"/>
            </a:xfrm>
            <a:prstGeom prst="bentConnector3">
              <a:avLst>
                <a:gd name="adj1" fmla="val 21250"/>
              </a:avLst>
            </a:prstGeom>
            <a:noFill/>
            <a:ln w="38160">
              <a:solidFill>
                <a:srgbClr val="003366"/>
              </a:solidFill>
              <a:round/>
              <a:headEnd/>
              <a:tailEnd/>
            </a:ln>
            <a:extLst>
              <a:ext uri="{909E8E84-426E-40DD-AFC4-6F175D3DCCD1}">
                <a14:hiddenFill xmlns:a14="http://schemas.microsoft.com/office/drawing/2010/main">
                  <a:noFill/>
                </a14:hiddenFill>
              </a:ext>
            </a:extLst>
          </p:spPr>
        </p:cxnSp>
        <p:sp>
          <p:nvSpPr>
            <p:cNvPr id="50251" name="Line 65">
              <a:extLst>
                <a:ext uri="{FF2B5EF4-FFF2-40B4-BE49-F238E27FC236}">
                  <a16:creationId xmlns:a16="http://schemas.microsoft.com/office/drawing/2014/main" id="{36B76D18-6EC2-D72B-49B4-18D79F207A46}"/>
                </a:ext>
              </a:extLst>
            </p:cNvPr>
            <p:cNvSpPr>
              <a:spLocks noChangeShapeType="1"/>
            </p:cNvSpPr>
            <p:nvPr/>
          </p:nvSpPr>
          <p:spPr bwMode="auto">
            <a:xfrm>
              <a:off x="5534123" y="4811414"/>
              <a:ext cx="1588" cy="493713"/>
            </a:xfrm>
            <a:prstGeom prst="line">
              <a:avLst/>
            </a:prstGeom>
            <a:noFill/>
            <a:ln w="38160">
              <a:solidFill>
                <a:srgbClr val="003366"/>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50252" name="Line 66">
              <a:extLst>
                <a:ext uri="{FF2B5EF4-FFF2-40B4-BE49-F238E27FC236}">
                  <a16:creationId xmlns:a16="http://schemas.microsoft.com/office/drawing/2014/main" id="{2933384C-0F9E-0A16-CA7E-5905A2B19CBB}"/>
                </a:ext>
              </a:extLst>
            </p:cNvPr>
            <p:cNvSpPr>
              <a:spLocks noChangeShapeType="1"/>
            </p:cNvSpPr>
            <p:nvPr/>
          </p:nvSpPr>
          <p:spPr bwMode="auto">
            <a:xfrm>
              <a:off x="6710461" y="5760739"/>
              <a:ext cx="419100" cy="1588"/>
            </a:xfrm>
            <a:prstGeom prst="line">
              <a:avLst/>
            </a:prstGeom>
            <a:noFill/>
            <a:ln w="38160">
              <a:solidFill>
                <a:srgbClr val="003366"/>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50253" name="Rectangle 67">
              <a:extLst>
                <a:ext uri="{FF2B5EF4-FFF2-40B4-BE49-F238E27FC236}">
                  <a16:creationId xmlns:a16="http://schemas.microsoft.com/office/drawing/2014/main" id="{C3CEF858-7F22-766F-0591-02C5DDB8BDAC}"/>
                </a:ext>
              </a:extLst>
            </p:cNvPr>
            <p:cNvSpPr>
              <a:spLocks noChangeArrowheads="1"/>
            </p:cNvSpPr>
            <p:nvPr/>
          </p:nvSpPr>
          <p:spPr bwMode="auto">
            <a:xfrm>
              <a:off x="6758086" y="5436889"/>
              <a:ext cx="3651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p>
              <a:pPr eaLnBrk="1" hangingPunct="1">
                <a:buClr>
                  <a:srgbClr val="000000"/>
                </a:buClr>
                <a:buSzPct val="100000"/>
                <a:buFont typeface="Times New Roman" panose="02020603050405020304" pitchFamily="18" charset="0"/>
                <a:buNone/>
              </a:pPr>
              <a:r>
                <a:rPr lang="it-IT" altLang="it-IT" sz="1600" b="1">
                  <a:solidFill>
                    <a:srgbClr val="003366"/>
                  </a:solidFill>
                  <a:latin typeface="Times New Roman" panose="02020603050405020304" pitchFamily="18" charset="0"/>
                  <a:ea typeface="MS PGothic" panose="020B0600070205080204" pitchFamily="34" charset="-128"/>
                </a:rPr>
                <a:t>Q</a:t>
              </a:r>
            </a:p>
          </p:txBody>
        </p:sp>
        <p:sp>
          <p:nvSpPr>
            <p:cNvPr id="50254" name="Rectangle 68">
              <a:extLst>
                <a:ext uri="{FF2B5EF4-FFF2-40B4-BE49-F238E27FC236}">
                  <a16:creationId xmlns:a16="http://schemas.microsoft.com/office/drawing/2014/main" id="{6D4CB19D-5A2E-2D91-C441-659CA44885A4}"/>
                </a:ext>
              </a:extLst>
            </p:cNvPr>
            <p:cNvSpPr>
              <a:spLocks noChangeArrowheads="1"/>
            </p:cNvSpPr>
            <p:nvPr/>
          </p:nvSpPr>
          <p:spPr bwMode="auto">
            <a:xfrm flipH="1">
              <a:off x="6127848" y="5171777"/>
              <a:ext cx="30480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spAutoFit/>
            </a:bodyPr>
            <a:lstStyle/>
            <a:p>
              <a:pPr eaLnBrk="1" hangingPunct="1">
                <a:buClr>
                  <a:srgbClr val="000000"/>
                </a:buClr>
                <a:buSzPct val="100000"/>
                <a:buFont typeface="Times New Roman" panose="02020603050405020304" pitchFamily="18" charset="0"/>
                <a:buNone/>
              </a:pPr>
              <a:r>
                <a:rPr lang="it-IT" altLang="it-IT" sz="1700" b="1">
                  <a:solidFill>
                    <a:srgbClr val="003366"/>
                  </a:solidFill>
                  <a:latin typeface="TimesTen" pitchFamily="16" charset="0"/>
                  <a:ea typeface="MS PGothic" panose="020B0600070205080204" pitchFamily="34" charset="-128"/>
                </a:rPr>
                <a:t>D</a:t>
              </a:r>
            </a:p>
          </p:txBody>
        </p:sp>
        <p:sp>
          <p:nvSpPr>
            <p:cNvPr id="50255" name="Rectangle 72">
              <a:extLst>
                <a:ext uri="{FF2B5EF4-FFF2-40B4-BE49-F238E27FC236}">
                  <a16:creationId xmlns:a16="http://schemas.microsoft.com/office/drawing/2014/main" id="{8B8F01CD-119D-665E-FC83-C2CD53BB1711}"/>
                </a:ext>
              </a:extLst>
            </p:cNvPr>
            <p:cNvSpPr>
              <a:spLocks noChangeArrowheads="1"/>
            </p:cNvSpPr>
            <p:nvPr/>
          </p:nvSpPr>
          <p:spPr bwMode="auto">
            <a:xfrm>
              <a:off x="6746973" y="4962227"/>
              <a:ext cx="52546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p>
              <a:pPr eaLnBrk="1" hangingPunct="1">
                <a:buClr>
                  <a:srgbClr val="000000"/>
                </a:buClr>
                <a:buSzPct val="100000"/>
                <a:buFont typeface="Times New Roman" panose="02020603050405020304" pitchFamily="18" charset="0"/>
                <a:buNone/>
              </a:pPr>
              <a:r>
                <a:rPr lang="it-IT" altLang="it-IT" sz="1600" b="1">
                  <a:solidFill>
                    <a:srgbClr val="003366"/>
                  </a:solidFill>
                  <a:latin typeface="Times New Roman" panose="02020603050405020304" pitchFamily="18" charset="0"/>
                  <a:ea typeface="MS PGothic" panose="020B0600070205080204" pitchFamily="34" charset="-128"/>
                </a:rPr>
                <a:t>!Q</a:t>
              </a:r>
            </a:p>
          </p:txBody>
        </p:sp>
      </p:grpSp>
      <p:grpSp>
        <p:nvGrpSpPr>
          <p:cNvPr id="50180" name="Gruppo 1">
            <a:extLst>
              <a:ext uri="{FF2B5EF4-FFF2-40B4-BE49-F238E27FC236}">
                <a16:creationId xmlns:a16="http://schemas.microsoft.com/office/drawing/2014/main" id="{B0429E50-8BD3-37E1-F228-69C55A4E5ABB}"/>
              </a:ext>
            </a:extLst>
          </p:cNvPr>
          <p:cNvGrpSpPr>
            <a:grpSpLocks/>
          </p:cNvGrpSpPr>
          <p:nvPr/>
        </p:nvGrpSpPr>
        <p:grpSpPr bwMode="auto">
          <a:xfrm>
            <a:off x="2303463" y="4108450"/>
            <a:ext cx="4448175" cy="1927225"/>
            <a:chOff x="506413" y="4320207"/>
            <a:chExt cx="4448175" cy="1927417"/>
          </a:xfrm>
        </p:grpSpPr>
        <p:sp>
          <p:nvSpPr>
            <p:cNvPr id="50199" name="Freeform 4">
              <a:extLst>
                <a:ext uri="{FF2B5EF4-FFF2-40B4-BE49-F238E27FC236}">
                  <a16:creationId xmlns:a16="http://schemas.microsoft.com/office/drawing/2014/main" id="{DEB30ED1-5737-EF7F-BB46-0A23B59CD67F}"/>
                </a:ext>
              </a:extLst>
            </p:cNvPr>
            <p:cNvSpPr>
              <a:spLocks noChangeArrowheads="1"/>
            </p:cNvSpPr>
            <p:nvPr/>
          </p:nvSpPr>
          <p:spPr bwMode="auto">
            <a:xfrm>
              <a:off x="981075" y="5113957"/>
              <a:ext cx="349250" cy="26987"/>
            </a:xfrm>
            <a:custGeom>
              <a:avLst/>
              <a:gdLst>
                <a:gd name="T0" fmla="*/ 2147483646 w 220"/>
                <a:gd name="T1" fmla="*/ 0 h 17"/>
                <a:gd name="T2" fmla="*/ 2147483646 w 220"/>
                <a:gd name="T3" fmla="*/ 0 h 17"/>
                <a:gd name="T4" fmla="*/ 2147483646 w 220"/>
                <a:gd name="T5" fmla="*/ 2147483646 h 17"/>
                <a:gd name="T6" fmla="*/ 0 w 220"/>
                <a:gd name="T7" fmla="*/ 2147483646 h 17"/>
                <a:gd name="T8" fmla="*/ 0 w 220"/>
                <a:gd name="T9" fmla="*/ 2147483646 h 17"/>
                <a:gd name="T10" fmla="*/ 2147483646 w 220"/>
                <a:gd name="T11" fmla="*/ 2147483646 h 17"/>
                <a:gd name="T12" fmla="*/ 2147483646 w 220"/>
                <a:gd name="T13" fmla="*/ 2147483646 h 17"/>
                <a:gd name="T14" fmla="*/ 2147483646 w 220"/>
                <a:gd name="T15" fmla="*/ 2147483646 h 17"/>
                <a:gd name="T16" fmla="*/ 2147483646 w 220"/>
                <a:gd name="T17" fmla="*/ 2147483646 h 17"/>
                <a:gd name="T18" fmla="*/ 2147483646 w 220"/>
                <a:gd name="T19" fmla="*/ 2147483646 h 17"/>
                <a:gd name="T20" fmla="*/ 2147483646 w 220"/>
                <a:gd name="T21" fmla="*/ 2147483646 h 17"/>
                <a:gd name="T22" fmla="*/ 2147483646 w 220"/>
                <a:gd name="T23" fmla="*/ 2147483646 h 17"/>
                <a:gd name="T24" fmla="*/ 2147483646 w 220"/>
                <a:gd name="T25" fmla="*/ 0 h 17"/>
                <a:gd name="T26" fmla="*/ 2147483646 w 220"/>
                <a:gd name="T27" fmla="*/ 0 h 17"/>
                <a:gd name="T28" fmla="*/ 2147483646 w 220"/>
                <a:gd name="T29" fmla="*/ 0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20"/>
                <a:gd name="T46" fmla="*/ 0 h 17"/>
                <a:gd name="T47" fmla="*/ 220 w 220"/>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20" h="17">
                  <a:moveTo>
                    <a:pt x="9" y="0"/>
                  </a:moveTo>
                  <a:lnTo>
                    <a:pt x="6" y="0"/>
                  </a:lnTo>
                  <a:lnTo>
                    <a:pt x="3" y="3"/>
                  </a:lnTo>
                  <a:lnTo>
                    <a:pt x="0" y="6"/>
                  </a:lnTo>
                  <a:lnTo>
                    <a:pt x="0" y="11"/>
                  </a:lnTo>
                  <a:lnTo>
                    <a:pt x="3" y="14"/>
                  </a:lnTo>
                  <a:lnTo>
                    <a:pt x="6" y="17"/>
                  </a:lnTo>
                  <a:lnTo>
                    <a:pt x="215" y="17"/>
                  </a:lnTo>
                  <a:lnTo>
                    <a:pt x="217" y="14"/>
                  </a:lnTo>
                  <a:lnTo>
                    <a:pt x="220" y="11"/>
                  </a:lnTo>
                  <a:lnTo>
                    <a:pt x="220" y="6"/>
                  </a:lnTo>
                  <a:lnTo>
                    <a:pt x="217" y="3"/>
                  </a:lnTo>
                  <a:lnTo>
                    <a:pt x="215" y="0"/>
                  </a:lnTo>
                  <a:lnTo>
                    <a:pt x="212" y="0"/>
                  </a:lnTo>
                  <a:lnTo>
                    <a:pt x="9" y="0"/>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00" name="Freeform 5">
              <a:extLst>
                <a:ext uri="{FF2B5EF4-FFF2-40B4-BE49-F238E27FC236}">
                  <a16:creationId xmlns:a16="http://schemas.microsoft.com/office/drawing/2014/main" id="{FD037817-FC74-3A09-F33B-A05224348C5C}"/>
                </a:ext>
              </a:extLst>
            </p:cNvPr>
            <p:cNvSpPr>
              <a:spLocks noChangeArrowheads="1"/>
            </p:cNvSpPr>
            <p:nvPr/>
          </p:nvSpPr>
          <p:spPr bwMode="auto">
            <a:xfrm>
              <a:off x="1304925" y="4791694"/>
              <a:ext cx="25400" cy="349250"/>
            </a:xfrm>
            <a:custGeom>
              <a:avLst/>
              <a:gdLst>
                <a:gd name="T0" fmla="*/ 0 w 16"/>
                <a:gd name="T1" fmla="*/ 2147483646 h 220"/>
                <a:gd name="T2" fmla="*/ 0 w 16"/>
                <a:gd name="T3" fmla="*/ 2147483646 h 220"/>
                <a:gd name="T4" fmla="*/ 2147483646 w 16"/>
                <a:gd name="T5" fmla="*/ 2147483646 h 220"/>
                <a:gd name="T6" fmla="*/ 2147483646 w 16"/>
                <a:gd name="T7" fmla="*/ 2147483646 h 220"/>
                <a:gd name="T8" fmla="*/ 2147483646 w 16"/>
                <a:gd name="T9" fmla="*/ 2147483646 h 220"/>
                <a:gd name="T10" fmla="*/ 2147483646 w 16"/>
                <a:gd name="T11" fmla="*/ 2147483646 h 220"/>
                <a:gd name="T12" fmla="*/ 2147483646 w 16"/>
                <a:gd name="T13" fmla="*/ 2147483646 h 220"/>
                <a:gd name="T14" fmla="*/ 2147483646 w 16"/>
                <a:gd name="T15" fmla="*/ 2147483646 h 220"/>
                <a:gd name="T16" fmla="*/ 2147483646 w 16"/>
                <a:gd name="T17" fmla="*/ 2147483646 h 220"/>
                <a:gd name="T18" fmla="*/ 2147483646 w 16"/>
                <a:gd name="T19" fmla="*/ 0 h 220"/>
                <a:gd name="T20" fmla="*/ 2147483646 w 16"/>
                <a:gd name="T21" fmla="*/ 0 h 220"/>
                <a:gd name="T22" fmla="*/ 2147483646 w 16"/>
                <a:gd name="T23" fmla="*/ 2147483646 h 220"/>
                <a:gd name="T24" fmla="*/ 0 w 16"/>
                <a:gd name="T25" fmla="*/ 2147483646 h 220"/>
                <a:gd name="T26" fmla="*/ 0 w 16"/>
                <a:gd name="T27" fmla="*/ 2147483646 h 220"/>
                <a:gd name="T28" fmla="*/ 0 w 16"/>
                <a:gd name="T29" fmla="*/ 2147483646 h 2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
                <a:gd name="T46" fmla="*/ 0 h 220"/>
                <a:gd name="T47" fmla="*/ 16 w 16"/>
                <a:gd name="T48" fmla="*/ 220 h 2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 h="220">
                  <a:moveTo>
                    <a:pt x="0" y="211"/>
                  </a:moveTo>
                  <a:lnTo>
                    <a:pt x="0" y="214"/>
                  </a:lnTo>
                  <a:lnTo>
                    <a:pt x="3" y="217"/>
                  </a:lnTo>
                  <a:lnTo>
                    <a:pt x="5" y="220"/>
                  </a:lnTo>
                  <a:lnTo>
                    <a:pt x="11" y="220"/>
                  </a:lnTo>
                  <a:lnTo>
                    <a:pt x="13" y="217"/>
                  </a:lnTo>
                  <a:lnTo>
                    <a:pt x="16" y="214"/>
                  </a:lnTo>
                  <a:lnTo>
                    <a:pt x="16" y="5"/>
                  </a:lnTo>
                  <a:lnTo>
                    <a:pt x="13" y="3"/>
                  </a:lnTo>
                  <a:lnTo>
                    <a:pt x="11" y="0"/>
                  </a:lnTo>
                  <a:lnTo>
                    <a:pt x="5" y="0"/>
                  </a:lnTo>
                  <a:lnTo>
                    <a:pt x="3" y="3"/>
                  </a:lnTo>
                  <a:lnTo>
                    <a:pt x="0" y="5"/>
                  </a:lnTo>
                  <a:lnTo>
                    <a:pt x="0" y="8"/>
                  </a:lnTo>
                  <a:lnTo>
                    <a:pt x="0" y="211"/>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01" name="Freeform 6">
              <a:extLst>
                <a:ext uri="{FF2B5EF4-FFF2-40B4-BE49-F238E27FC236}">
                  <a16:creationId xmlns:a16="http://schemas.microsoft.com/office/drawing/2014/main" id="{72FDD931-2C5C-3937-DE86-7240D32756A4}"/>
                </a:ext>
              </a:extLst>
            </p:cNvPr>
            <p:cNvSpPr>
              <a:spLocks noChangeArrowheads="1"/>
            </p:cNvSpPr>
            <p:nvPr/>
          </p:nvSpPr>
          <p:spPr bwMode="auto">
            <a:xfrm>
              <a:off x="1304925" y="4791694"/>
              <a:ext cx="349250" cy="25400"/>
            </a:xfrm>
            <a:custGeom>
              <a:avLst/>
              <a:gdLst>
                <a:gd name="T0" fmla="*/ 2147483646 w 220"/>
                <a:gd name="T1" fmla="*/ 0 h 16"/>
                <a:gd name="T2" fmla="*/ 2147483646 w 220"/>
                <a:gd name="T3" fmla="*/ 0 h 16"/>
                <a:gd name="T4" fmla="*/ 2147483646 w 220"/>
                <a:gd name="T5" fmla="*/ 2147483646 h 16"/>
                <a:gd name="T6" fmla="*/ 0 w 220"/>
                <a:gd name="T7" fmla="*/ 2147483646 h 16"/>
                <a:gd name="T8" fmla="*/ 0 w 220"/>
                <a:gd name="T9" fmla="*/ 2147483646 h 16"/>
                <a:gd name="T10" fmla="*/ 2147483646 w 220"/>
                <a:gd name="T11" fmla="*/ 2147483646 h 16"/>
                <a:gd name="T12" fmla="*/ 2147483646 w 220"/>
                <a:gd name="T13" fmla="*/ 2147483646 h 16"/>
                <a:gd name="T14" fmla="*/ 2147483646 w 220"/>
                <a:gd name="T15" fmla="*/ 2147483646 h 16"/>
                <a:gd name="T16" fmla="*/ 2147483646 w 220"/>
                <a:gd name="T17" fmla="*/ 2147483646 h 16"/>
                <a:gd name="T18" fmla="*/ 2147483646 w 220"/>
                <a:gd name="T19" fmla="*/ 2147483646 h 16"/>
                <a:gd name="T20" fmla="*/ 2147483646 w 220"/>
                <a:gd name="T21" fmla="*/ 2147483646 h 16"/>
                <a:gd name="T22" fmla="*/ 2147483646 w 220"/>
                <a:gd name="T23" fmla="*/ 2147483646 h 16"/>
                <a:gd name="T24" fmla="*/ 2147483646 w 220"/>
                <a:gd name="T25" fmla="*/ 0 h 16"/>
                <a:gd name="T26" fmla="*/ 2147483646 w 220"/>
                <a:gd name="T27" fmla="*/ 0 h 16"/>
                <a:gd name="T28" fmla="*/ 2147483646 w 220"/>
                <a:gd name="T29" fmla="*/ 0 h 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20"/>
                <a:gd name="T46" fmla="*/ 0 h 16"/>
                <a:gd name="T47" fmla="*/ 220 w 220"/>
                <a:gd name="T48" fmla="*/ 16 h 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20" h="16">
                  <a:moveTo>
                    <a:pt x="8" y="0"/>
                  </a:moveTo>
                  <a:lnTo>
                    <a:pt x="5" y="0"/>
                  </a:lnTo>
                  <a:lnTo>
                    <a:pt x="3" y="3"/>
                  </a:lnTo>
                  <a:lnTo>
                    <a:pt x="0" y="5"/>
                  </a:lnTo>
                  <a:lnTo>
                    <a:pt x="0" y="11"/>
                  </a:lnTo>
                  <a:lnTo>
                    <a:pt x="3" y="13"/>
                  </a:lnTo>
                  <a:lnTo>
                    <a:pt x="5" y="16"/>
                  </a:lnTo>
                  <a:lnTo>
                    <a:pt x="214" y="16"/>
                  </a:lnTo>
                  <a:lnTo>
                    <a:pt x="217" y="13"/>
                  </a:lnTo>
                  <a:lnTo>
                    <a:pt x="220" y="11"/>
                  </a:lnTo>
                  <a:lnTo>
                    <a:pt x="220" y="5"/>
                  </a:lnTo>
                  <a:lnTo>
                    <a:pt x="217" y="3"/>
                  </a:lnTo>
                  <a:lnTo>
                    <a:pt x="214" y="0"/>
                  </a:lnTo>
                  <a:lnTo>
                    <a:pt x="211" y="0"/>
                  </a:lnTo>
                  <a:lnTo>
                    <a:pt x="8" y="0"/>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02" name="Freeform 7">
              <a:extLst>
                <a:ext uri="{FF2B5EF4-FFF2-40B4-BE49-F238E27FC236}">
                  <a16:creationId xmlns:a16="http://schemas.microsoft.com/office/drawing/2014/main" id="{7AF8DC2B-24E8-60FE-CF49-075FF3E38CDB}"/>
                </a:ext>
              </a:extLst>
            </p:cNvPr>
            <p:cNvSpPr>
              <a:spLocks noChangeArrowheads="1"/>
            </p:cNvSpPr>
            <p:nvPr/>
          </p:nvSpPr>
          <p:spPr bwMode="auto">
            <a:xfrm>
              <a:off x="1627188" y="4791694"/>
              <a:ext cx="26987" cy="349250"/>
            </a:xfrm>
            <a:custGeom>
              <a:avLst/>
              <a:gdLst>
                <a:gd name="T0" fmla="*/ 2147483646 w 17"/>
                <a:gd name="T1" fmla="*/ 2147483646 h 220"/>
                <a:gd name="T2" fmla="*/ 2147483646 w 17"/>
                <a:gd name="T3" fmla="*/ 2147483646 h 220"/>
                <a:gd name="T4" fmla="*/ 2147483646 w 17"/>
                <a:gd name="T5" fmla="*/ 2147483646 h 220"/>
                <a:gd name="T6" fmla="*/ 2147483646 w 17"/>
                <a:gd name="T7" fmla="*/ 0 h 220"/>
                <a:gd name="T8" fmla="*/ 2147483646 w 17"/>
                <a:gd name="T9" fmla="*/ 0 h 220"/>
                <a:gd name="T10" fmla="*/ 2147483646 w 17"/>
                <a:gd name="T11" fmla="*/ 2147483646 h 220"/>
                <a:gd name="T12" fmla="*/ 0 w 17"/>
                <a:gd name="T13" fmla="*/ 2147483646 h 220"/>
                <a:gd name="T14" fmla="*/ 0 w 17"/>
                <a:gd name="T15" fmla="*/ 2147483646 h 220"/>
                <a:gd name="T16" fmla="*/ 2147483646 w 17"/>
                <a:gd name="T17" fmla="*/ 2147483646 h 220"/>
                <a:gd name="T18" fmla="*/ 2147483646 w 17"/>
                <a:gd name="T19" fmla="*/ 2147483646 h 220"/>
                <a:gd name="T20" fmla="*/ 2147483646 w 17"/>
                <a:gd name="T21" fmla="*/ 2147483646 h 220"/>
                <a:gd name="T22" fmla="*/ 2147483646 w 17"/>
                <a:gd name="T23" fmla="*/ 2147483646 h 220"/>
                <a:gd name="T24" fmla="*/ 2147483646 w 17"/>
                <a:gd name="T25" fmla="*/ 2147483646 h 220"/>
                <a:gd name="T26" fmla="*/ 2147483646 w 17"/>
                <a:gd name="T27" fmla="*/ 2147483646 h 220"/>
                <a:gd name="T28" fmla="*/ 2147483646 w 17"/>
                <a:gd name="T29" fmla="*/ 2147483646 h 2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
                <a:gd name="T46" fmla="*/ 0 h 220"/>
                <a:gd name="T47" fmla="*/ 17 w 17"/>
                <a:gd name="T48" fmla="*/ 220 h 2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 h="220">
                  <a:moveTo>
                    <a:pt x="17" y="8"/>
                  </a:moveTo>
                  <a:lnTo>
                    <a:pt x="17" y="5"/>
                  </a:lnTo>
                  <a:lnTo>
                    <a:pt x="14" y="3"/>
                  </a:lnTo>
                  <a:lnTo>
                    <a:pt x="11" y="0"/>
                  </a:lnTo>
                  <a:lnTo>
                    <a:pt x="6" y="0"/>
                  </a:lnTo>
                  <a:lnTo>
                    <a:pt x="3" y="3"/>
                  </a:lnTo>
                  <a:lnTo>
                    <a:pt x="0" y="5"/>
                  </a:lnTo>
                  <a:lnTo>
                    <a:pt x="0" y="214"/>
                  </a:lnTo>
                  <a:lnTo>
                    <a:pt x="3" y="217"/>
                  </a:lnTo>
                  <a:lnTo>
                    <a:pt x="6" y="220"/>
                  </a:lnTo>
                  <a:lnTo>
                    <a:pt x="11" y="220"/>
                  </a:lnTo>
                  <a:lnTo>
                    <a:pt x="14" y="217"/>
                  </a:lnTo>
                  <a:lnTo>
                    <a:pt x="17" y="214"/>
                  </a:lnTo>
                  <a:lnTo>
                    <a:pt x="17" y="211"/>
                  </a:lnTo>
                  <a:lnTo>
                    <a:pt x="17" y="8"/>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03" name="Freeform 8">
              <a:extLst>
                <a:ext uri="{FF2B5EF4-FFF2-40B4-BE49-F238E27FC236}">
                  <a16:creationId xmlns:a16="http://schemas.microsoft.com/office/drawing/2014/main" id="{F73A9739-5F36-6AA1-2185-0AF1B13AA5D2}"/>
                </a:ext>
              </a:extLst>
            </p:cNvPr>
            <p:cNvSpPr>
              <a:spLocks noChangeArrowheads="1"/>
            </p:cNvSpPr>
            <p:nvPr/>
          </p:nvSpPr>
          <p:spPr bwMode="auto">
            <a:xfrm>
              <a:off x="1627188" y="5113957"/>
              <a:ext cx="349250" cy="26987"/>
            </a:xfrm>
            <a:custGeom>
              <a:avLst/>
              <a:gdLst>
                <a:gd name="T0" fmla="*/ 2147483646 w 220"/>
                <a:gd name="T1" fmla="*/ 0 h 17"/>
                <a:gd name="T2" fmla="*/ 2147483646 w 220"/>
                <a:gd name="T3" fmla="*/ 0 h 17"/>
                <a:gd name="T4" fmla="*/ 2147483646 w 220"/>
                <a:gd name="T5" fmla="*/ 2147483646 h 17"/>
                <a:gd name="T6" fmla="*/ 0 w 220"/>
                <a:gd name="T7" fmla="*/ 2147483646 h 17"/>
                <a:gd name="T8" fmla="*/ 0 w 220"/>
                <a:gd name="T9" fmla="*/ 2147483646 h 17"/>
                <a:gd name="T10" fmla="*/ 2147483646 w 220"/>
                <a:gd name="T11" fmla="*/ 2147483646 h 17"/>
                <a:gd name="T12" fmla="*/ 2147483646 w 220"/>
                <a:gd name="T13" fmla="*/ 2147483646 h 17"/>
                <a:gd name="T14" fmla="*/ 2147483646 w 220"/>
                <a:gd name="T15" fmla="*/ 2147483646 h 17"/>
                <a:gd name="T16" fmla="*/ 2147483646 w 220"/>
                <a:gd name="T17" fmla="*/ 2147483646 h 17"/>
                <a:gd name="T18" fmla="*/ 2147483646 w 220"/>
                <a:gd name="T19" fmla="*/ 2147483646 h 17"/>
                <a:gd name="T20" fmla="*/ 2147483646 w 220"/>
                <a:gd name="T21" fmla="*/ 2147483646 h 17"/>
                <a:gd name="T22" fmla="*/ 2147483646 w 220"/>
                <a:gd name="T23" fmla="*/ 2147483646 h 17"/>
                <a:gd name="T24" fmla="*/ 2147483646 w 220"/>
                <a:gd name="T25" fmla="*/ 0 h 17"/>
                <a:gd name="T26" fmla="*/ 2147483646 w 220"/>
                <a:gd name="T27" fmla="*/ 0 h 17"/>
                <a:gd name="T28" fmla="*/ 2147483646 w 220"/>
                <a:gd name="T29" fmla="*/ 0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20"/>
                <a:gd name="T46" fmla="*/ 0 h 17"/>
                <a:gd name="T47" fmla="*/ 220 w 220"/>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20" h="17">
                  <a:moveTo>
                    <a:pt x="8" y="0"/>
                  </a:moveTo>
                  <a:lnTo>
                    <a:pt x="6" y="0"/>
                  </a:lnTo>
                  <a:lnTo>
                    <a:pt x="3" y="3"/>
                  </a:lnTo>
                  <a:lnTo>
                    <a:pt x="0" y="6"/>
                  </a:lnTo>
                  <a:lnTo>
                    <a:pt x="0" y="11"/>
                  </a:lnTo>
                  <a:lnTo>
                    <a:pt x="3" y="14"/>
                  </a:lnTo>
                  <a:lnTo>
                    <a:pt x="6" y="17"/>
                  </a:lnTo>
                  <a:lnTo>
                    <a:pt x="215" y="17"/>
                  </a:lnTo>
                  <a:lnTo>
                    <a:pt x="217" y="14"/>
                  </a:lnTo>
                  <a:lnTo>
                    <a:pt x="220" y="11"/>
                  </a:lnTo>
                  <a:lnTo>
                    <a:pt x="220" y="6"/>
                  </a:lnTo>
                  <a:lnTo>
                    <a:pt x="217" y="3"/>
                  </a:lnTo>
                  <a:lnTo>
                    <a:pt x="215" y="0"/>
                  </a:lnTo>
                  <a:lnTo>
                    <a:pt x="212" y="0"/>
                  </a:lnTo>
                  <a:lnTo>
                    <a:pt x="8" y="0"/>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04" name="Freeform 9">
              <a:extLst>
                <a:ext uri="{FF2B5EF4-FFF2-40B4-BE49-F238E27FC236}">
                  <a16:creationId xmlns:a16="http://schemas.microsoft.com/office/drawing/2014/main" id="{751EB5E9-8B9C-3E62-C5DD-AC0DAACB8755}"/>
                </a:ext>
              </a:extLst>
            </p:cNvPr>
            <p:cNvSpPr>
              <a:spLocks noChangeArrowheads="1"/>
            </p:cNvSpPr>
            <p:nvPr/>
          </p:nvSpPr>
          <p:spPr bwMode="auto">
            <a:xfrm>
              <a:off x="1951038" y="4791694"/>
              <a:ext cx="25400" cy="349250"/>
            </a:xfrm>
            <a:custGeom>
              <a:avLst/>
              <a:gdLst>
                <a:gd name="T0" fmla="*/ 0 w 16"/>
                <a:gd name="T1" fmla="*/ 2147483646 h 220"/>
                <a:gd name="T2" fmla="*/ 0 w 16"/>
                <a:gd name="T3" fmla="*/ 2147483646 h 220"/>
                <a:gd name="T4" fmla="*/ 2147483646 w 16"/>
                <a:gd name="T5" fmla="*/ 2147483646 h 220"/>
                <a:gd name="T6" fmla="*/ 2147483646 w 16"/>
                <a:gd name="T7" fmla="*/ 2147483646 h 220"/>
                <a:gd name="T8" fmla="*/ 2147483646 w 16"/>
                <a:gd name="T9" fmla="*/ 2147483646 h 220"/>
                <a:gd name="T10" fmla="*/ 2147483646 w 16"/>
                <a:gd name="T11" fmla="*/ 2147483646 h 220"/>
                <a:gd name="T12" fmla="*/ 2147483646 w 16"/>
                <a:gd name="T13" fmla="*/ 2147483646 h 220"/>
                <a:gd name="T14" fmla="*/ 2147483646 w 16"/>
                <a:gd name="T15" fmla="*/ 2147483646 h 220"/>
                <a:gd name="T16" fmla="*/ 2147483646 w 16"/>
                <a:gd name="T17" fmla="*/ 2147483646 h 220"/>
                <a:gd name="T18" fmla="*/ 2147483646 w 16"/>
                <a:gd name="T19" fmla="*/ 0 h 220"/>
                <a:gd name="T20" fmla="*/ 2147483646 w 16"/>
                <a:gd name="T21" fmla="*/ 0 h 220"/>
                <a:gd name="T22" fmla="*/ 2147483646 w 16"/>
                <a:gd name="T23" fmla="*/ 2147483646 h 220"/>
                <a:gd name="T24" fmla="*/ 0 w 16"/>
                <a:gd name="T25" fmla="*/ 2147483646 h 220"/>
                <a:gd name="T26" fmla="*/ 0 w 16"/>
                <a:gd name="T27" fmla="*/ 2147483646 h 220"/>
                <a:gd name="T28" fmla="*/ 0 w 16"/>
                <a:gd name="T29" fmla="*/ 2147483646 h 2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
                <a:gd name="T46" fmla="*/ 0 h 220"/>
                <a:gd name="T47" fmla="*/ 16 w 16"/>
                <a:gd name="T48" fmla="*/ 220 h 2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 h="220">
                  <a:moveTo>
                    <a:pt x="0" y="211"/>
                  </a:moveTo>
                  <a:lnTo>
                    <a:pt x="0" y="214"/>
                  </a:lnTo>
                  <a:lnTo>
                    <a:pt x="3" y="217"/>
                  </a:lnTo>
                  <a:lnTo>
                    <a:pt x="5" y="220"/>
                  </a:lnTo>
                  <a:lnTo>
                    <a:pt x="11" y="220"/>
                  </a:lnTo>
                  <a:lnTo>
                    <a:pt x="13" y="217"/>
                  </a:lnTo>
                  <a:lnTo>
                    <a:pt x="16" y="214"/>
                  </a:lnTo>
                  <a:lnTo>
                    <a:pt x="16" y="5"/>
                  </a:lnTo>
                  <a:lnTo>
                    <a:pt x="13" y="3"/>
                  </a:lnTo>
                  <a:lnTo>
                    <a:pt x="11" y="0"/>
                  </a:lnTo>
                  <a:lnTo>
                    <a:pt x="5" y="0"/>
                  </a:lnTo>
                  <a:lnTo>
                    <a:pt x="3" y="3"/>
                  </a:lnTo>
                  <a:lnTo>
                    <a:pt x="0" y="5"/>
                  </a:lnTo>
                  <a:lnTo>
                    <a:pt x="0" y="8"/>
                  </a:lnTo>
                  <a:lnTo>
                    <a:pt x="0" y="211"/>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05" name="Freeform 10">
              <a:extLst>
                <a:ext uri="{FF2B5EF4-FFF2-40B4-BE49-F238E27FC236}">
                  <a16:creationId xmlns:a16="http://schemas.microsoft.com/office/drawing/2014/main" id="{3EF84880-5F5B-7300-8DA6-42E83BE763F5}"/>
                </a:ext>
              </a:extLst>
            </p:cNvPr>
            <p:cNvSpPr>
              <a:spLocks noChangeArrowheads="1"/>
            </p:cNvSpPr>
            <p:nvPr/>
          </p:nvSpPr>
          <p:spPr bwMode="auto">
            <a:xfrm>
              <a:off x="1951038" y="4791694"/>
              <a:ext cx="349250" cy="25400"/>
            </a:xfrm>
            <a:custGeom>
              <a:avLst/>
              <a:gdLst>
                <a:gd name="T0" fmla="*/ 2147483646 w 220"/>
                <a:gd name="T1" fmla="*/ 0 h 16"/>
                <a:gd name="T2" fmla="*/ 2147483646 w 220"/>
                <a:gd name="T3" fmla="*/ 0 h 16"/>
                <a:gd name="T4" fmla="*/ 2147483646 w 220"/>
                <a:gd name="T5" fmla="*/ 2147483646 h 16"/>
                <a:gd name="T6" fmla="*/ 0 w 220"/>
                <a:gd name="T7" fmla="*/ 2147483646 h 16"/>
                <a:gd name="T8" fmla="*/ 0 w 220"/>
                <a:gd name="T9" fmla="*/ 2147483646 h 16"/>
                <a:gd name="T10" fmla="*/ 2147483646 w 220"/>
                <a:gd name="T11" fmla="*/ 2147483646 h 16"/>
                <a:gd name="T12" fmla="*/ 2147483646 w 220"/>
                <a:gd name="T13" fmla="*/ 2147483646 h 16"/>
                <a:gd name="T14" fmla="*/ 2147483646 w 220"/>
                <a:gd name="T15" fmla="*/ 2147483646 h 16"/>
                <a:gd name="T16" fmla="*/ 2147483646 w 220"/>
                <a:gd name="T17" fmla="*/ 2147483646 h 16"/>
                <a:gd name="T18" fmla="*/ 2147483646 w 220"/>
                <a:gd name="T19" fmla="*/ 2147483646 h 16"/>
                <a:gd name="T20" fmla="*/ 2147483646 w 220"/>
                <a:gd name="T21" fmla="*/ 2147483646 h 16"/>
                <a:gd name="T22" fmla="*/ 2147483646 w 220"/>
                <a:gd name="T23" fmla="*/ 2147483646 h 16"/>
                <a:gd name="T24" fmla="*/ 2147483646 w 220"/>
                <a:gd name="T25" fmla="*/ 0 h 16"/>
                <a:gd name="T26" fmla="*/ 2147483646 w 220"/>
                <a:gd name="T27" fmla="*/ 0 h 16"/>
                <a:gd name="T28" fmla="*/ 2147483646 w 220"/>
                <a:gd name="T29" fmla="*/ 0 h 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20"/>
                <a:gd name="T46" fmla="*/ 0 h 16"/>
                <a:gd name="T47" fmla="*/ 220 w 220"/>
                <a:gd name="T48" fmla="*/ 16 h 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20" h="16">
                  <a:moveTo>
                    <a:pt x="8" y="0"/>
                  </a:moveTo>
                  <a:lnTo>
                    <a:pt x="5" y="0"/>
                  </a:lnTo>
                  <a:lnTo>
                    <a:pt x="3" y="3"/>
                  </a:lnTo>
                  <a:lnTo>
                    <a:pt x="0" y="5"/>
                  </a:lnTo>
                  <a:lnTo>
                    <a:pt x="0" y="11"/>
                  </a:lnTo>
                  <a:lnTo>
                    <a:pt x="3" y="13"/>
                  </a:lnTo>
                  <a:lnTo>
                    <a:pt x="5" y="16"/>
                  </a:lnTo>
                  <a:lnTo>
                    <a:pt x="214" y="16"/>
                  </a:lnTo>
                  <a:lnTo>
                    <a:pt x="217" y="13"/>
                  </a:lnTo>
                  <a:lnTo>
                    <a:pt x="220" y="11"/>
                  </a:lnTo>
                  <a:lnTo>
                    <a:pt x="220" y="5"/>
                  </a:lnTo>
                  <a:lnTo>
                    <a:pt x="217" y="3"/>
                  </a:lnTo>
                  <a:lnTo>
                    <a:pt x="214" y="0"/>
                  </a:lnTo>
                  <a:lnTo>
                    <a:pt x="211" y="0"/>
                  </a:lnTo>
                  <a:lnTo>
                    <a:pt x="8" y="0"/>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06" name="Freeform 11">
              <a:extLst>
                <a:ext uri="{FF2B5EF4-FFF2-40B4-BE49-F238E27FC236}">
                  <a16:creationId xmlns:a16="http://schemas.microsoft.com/office/drawing/2014/main" id="{81AE81A9-2C63-8252-8693-864A650F517F}"/>
                </a:ext>
              </a:extLst>
            </p:cNvPr>
            <p:cNvSpPr>
              <a:spLocks noChangeArrowheads="1"/>
            </p:cNvSpPr>
            <p:nvPr/>
          </p:nvSpPr>
          <p:spPr bwMode="auto">
            <a:xfrm>
              <a:off x="2273300" y="4791694"/>
              <a:ext cx="26988" cy="349250"/>
            </a:xfrm>
            <a:custGeom>
              <a:avLst/>
              <a:gdLst>
                <a:gd name="T0" fmla="*/ 2147483646 w 17"/>
                <a:gd name="T1" fmla="*/ 2147483646 h 220"/>
                <a:gd name="T2" fmla="*/ 2147483646 w 17"/>
                <a:gd name="T3" fmla="*/ 2147483646 h 220"/>
                <a:gd name="T4" fmla="*/ 2147483646 w 17"/>
                <a:gd name="T5" fmla="*/ 2147483646 h 220"/>
                <a:gd name="T6" fmla="*/ 2147483646 w 17"/>
                <a:gd name="T7" fmla="*/ 0 h 220"/>
                <a:gd name="T8" fmla="*/ 2147483646 w 17"/>
                <a:gd name="T9" fmla="*/ 0 h 220"/>
                <a:gd name="T10" fmla="*/ 2147483646 w 17"/>
                <a:gd name="T11" fmla="*/ 2147483646 h 220"/>
                <a:gd name="T12" fmla="*/ 0 w 17"/>
                <a:gd name="T13" fmla="*/ 2147483646 h 220"/>
                <a:gd name="T14" fmla="*/ 0 w 17"/>
                <a:gd name="T15" fmla="*/ 2147483646 h 220"/>
                <a:gd name="T16" fmla="*/ 2147483646 w 17"/>
                <a:gd name="T17" fmla="*/ 2147483646 h 220"/>
                <a:gd name="T18" fmla="*/ 2147483646 w 17"/>
                <a:gd name="T19" fmla="*/ 2147483646 h 220"/>
                <a:gd name="T20" fmla="*/ 2147483646 w 17"/>
                <a:gd name="T21" fmla="*/ 2147483646 h 220"/>
                <a:gd name="T22" fmla="*/ 2147483646 w 17"/>
                <a:gd name="T23" fmla="*/ 2147483646 h 220"/>
                <a:gd name="T24" fmla="*/ 2147483646 w 17"/>
                <a:gd name="T25" fmla="*/ 2147483646 h 220"/>
                <a:gd name="T26" fmla="*/ 2147483646 w 17"/>
                <a:gd name="T27" fmla="*/ 2147483646 h 220"/>
                <a:gd name="T28" fmla="*/ 2147483646 w 17"/>
                <a:gd name="T29" fmla="*/ 2147483646 h 2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
                <a:gd name="T46" fmla="*/ 0 h 220"/>
                <a:gd name="T47" fmla="*/ 17 w 17"/>
                <a:gd name="T48" fmla="*/ 220 h 2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 h="220">
                  <a:moveTo>
                    <a:pt x="17" y="8"/>
                  </a:moveTo>
                  <a:lnTo>
                    <a:pt x="17" y="5"/>
                  </a:lnTo>
                  <a:lnTo>
                    <a:pt x="14" y="3"/>
                  </a:lnTo>
                  <a:lnTo>
                    <a:pt x="11" y="0"/>
                  </a:lnTo>
                  <a:lnTo>
                    <a:pt x="6" y="0"/>
                  </a:lnTo>
                  <a:lnTo>
                    <a:pt x="3" y="3"/>
                  </a:lnTo>
                  <a:lnTo>
                    <a:pt x="0" y="5"/>
                  </a:lnTo>
                  <a:lnTo>
                    <a:pt x="0" y="214"/>
                  </a:lnTo>
                  <a:lnTo>
                    <a:pt x="3" y="217"/>
                  </a:lnTo>
                  <a:lnTo>
                    <a:pt x="6" y="220"/>
                  </a:lnTo>
                  <a:lnTo>
                    <a:pt x="11" y="220"/>
                  </a:lnTo>
                  <a:lnTo>
                    <a:pt x="14" y="217"/>
                  </a:lnTo>
                  <a:lnTo>
                    <a:pt x="17" y="214"/>
                  </a:lnTo>
                  <a:lnTo>
                    <a:pt x="17" y="211"/>
                  </a:lnTo>
                  <a:lnTo>
                    <a:pt x="17" y="8"/>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07" name="Freeform 12">
              <a:extLst>
                <a:ext uri="{FF2B5EF4-FFF2-40B4-BE49-F238E27FC236}">
                  <a16:creationId xmlns:a16="http://schemas.microsoft.com/office/drawing/2014/main" id="{F101662D-BD18-9679-B147-D839561A2F82}"/>
                </a:ext>
              </a:extLst>
            </p:cNvPr>
            <p:cNvSpPr>
              <a:spLocks noChangeArrowheads="1"/>
            </p:cNvSpPr>
            <p:nvPr/>
          </p:nvSpPr>
          <p:spPr bwMode="auto">
            <a:xfrm>
              <a:off x="2273300" y="5113957"/>
              <a:ext cx="349250" cy="26987"/>
            </a:xfrm>
            <a:custGeom>
              <a:avLst/>
              <a:gdLst>
                <a:gd name="T0" fmla="*/ 2147483646 w 220"/>
                <a:gd name="T1" fmla="*/ 0 h 17"/>
                <a:gd name="T2" fmla="*/ 2147483646 w 220"/>
                <a:gd name="T3" fmla="*/ 0 h 17"/>
                <a:gd name="T4" fmla="*/ 2147483646 w 220"/>
                <a:gd name="T5" fmla="*/ 2147483646 h 17"/>
                <a:gd name="T6" fmla="*/ 0 w 220"/>
                <a:gd name="T7" fmla="*/ 2147483646 h 17"/>
                <a:gd name="T8" fmla="*/ 0 w 220"/>
                <a:gd name="T9" fmla="*/ 2147483646 h 17"/>
                <a:gd name="T10" fmla="*/ 2147483646 w 220"/>
                <a:gd name="T11" fmla="*/ 2147483646 h 17"/>
                <a:gd name="T12" fmla="*/ 2147483646 w 220"/>
                <a:gd name="T13" fmla="*/ 2147483646 h 17"/>
                <a:gd name="T14" fmla="*/ 2147483646 w 220"/>
                <a:gd name="T15" fmla="*/ 2147483646 h 17"/>
                <a:gd name="T16" fmla="*/ 2147483646 w 220"/>
                <a:gd name="T17" fmla="*/ 2147483646 h 17"/>
                <a:gd name="T18" fmla="*/ 2147483646 w 220"/>
                <a:gd name="T19" fmla="*/ 2147483646 h 17"/>
                <a:gd name="T20" fmla="*/ 2147483646 w 220"/>
                <a:gd name="T21" fmla="*/ 2147483646 h 17"/>
                <a:gd name="T22" fmla="*/ 2147483646 w 220"/>
                <a:gd name="T23" fmla="*/ 2147483646 h 17"/>
                <a:gd name="T24" fmla="*/ 2147483646 w 220"/>
                <a:gd name="T25" fmla="*/ 0 h 17"/>
                <a:gd name="T26" fmla="*/ 2147483646 w 220"/>
                <a:gd name="T27" fmla="*/ 0 h 17"/>
                <a:gd name="T28" fmla="*/ 2147483646 w 220"/>
                <a:gd name="T29" fmla="*/ 0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20"/>
                <a:gd name="T46" fmla="*/ 0 h 17"/>
                <a:gd name="T47" fmla="*/ 220 w 220"/>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20" h="17">
                  <a:moveTo>
                    <a:pt x="8" y="0"/>
                  </a:moveTo>
                  <a:lnTo>
                    <a:pt x="6" y="0"/>
                  </a:lnTo>
                  <a:lnTo>
                    <a:pt x="3" y="3"/>
                  </a:lnTo>
                  <a:lnTo>
                    <a:pt x="0" y="6"/>
                  </a:lnTo>
                  <a:lnTo>
                    <a:pt x="0" y="11"/>
                  </a:lnTo>
                  <a:lnTo>
                    <a:pt x="3" y="14"/>
                  </a:lnTo>
                  <a:lnTo>
                    <a:pt x="6" y="17"/>
                  </a:lnTo>
                  <a:lnTo>
                    <a:pt x="215" y="17"/>
                  </a:lnTo>
                  <a:lnTo>
                    <a:pt x="217" y="14"/>
                  </a:lnTo>
                  <a:lnTo>
                    <a:pt x="220" y="11"/>
                  </a:lnTo>
                  <a:lnTo>
                    <a:pt x="220" y="6"/>
                  </a:lnTo>
                  <a:lnTo>
                    <a:pt x="217" y="3"/>
                  </a:lnTo>
                  <a:lnTo>
                    <a:pt x="215" y="0"/>
                  </a:lnTo>
                  <a:lnTo>
                    <a:pt x="212" y="0"/>
                  </a:lnTo>
                  <a:lnTo>
                    <a:pt x="8" y="0"/>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08" name="Freeform 13">
              <a:extLst>
                <a:ext uri="{FF2B5EF4-FFF2-40B4-BE49-F238E27FC236}">
                  <a16:creationId xmlns:a16="http://schemas.microsoft.com/office/drawing/2014/main" id="{11793651-A5C8-AAB9-D062-2A9217FF0444}"/>
                </a:ext>
              </a:extLst>
            </p:cNvPr>
            <p:cNvSpPr>
              <a:spLocks noChangeArrowheads="1"/>
            </p:cNvSpPr>
            <p:nvPr/>
          </p:nvSpPr>
          <p:spPr bwMode="auto">
            <a:xfrm>
              <a:off x="2597150" y="4791694"/>
              <a:ext cx="25400" cy="349250"/>
            </a:xfrm>
            <a:custGeom>
              <a:avLst/>
              <a:gdLst>
                <a:gd name="T0" fmla="*/ 0 w 16"/>
                <a:gd name="T1" fmla="*/ 2147483646 h 220"/>
                <a:gd name="T2" fmla="*/ 0 w 16"/>
                <a:gd name="T3" fmla="*/ 2147483646 h 220"/>
                <a:gd name="T4" fmla="*/ 2147483646 w 16"/>
                <a:gd name="T5" fmla="*/ 2147483646 h 220"/>
                <a:gd name="T6" fmla="*/ 2147483646 w 16"/>
                <a:gd name="T7" fmla="*/ 2147483646 h 220"/>
                <a:gd name="T8" fmla="*/ 2147483646 w 16"/>
                <a:gd name="T9" fmla="*/ 2147483646 h 220"/>
                <a:gd name="T10" fmla="*/ 2147483646 w 16"/>
                <a:gd name="T11" fmla="*/ 2147483646 h 220"/>
                <a:gd name="T12" fmla="*/ 2147483646 w 16"/>
                <a:gd name="T13" fmla="*/ 2147483646 h 220"/>
                <a:gd name="T14" fmla="*/ 2147483646 w 16"/>
                <a:gd name="T15" fmla="*/ 2147483646 h 220"/>
                <a:gd name="T16" fmla="*/ 2147483646 w 16"/>
                <a:gd name="T17" fmla="*/ 2147483646 h 220"/>
                <a:gd name="T18" fmla="*/ 2147483646 w 16"/>
                <a:gd name="T19" fmla="*/ 0 h 220"/>
                <a:gd name="T20" fmla="*/ 2147483646 w 16"/>
                <a:gd name="T21" fmla="*/ 0 h 220"/>
                <a:gd name="T22" fmla="*/ 2147483646 w 16"/>
                <a:gd name="T23" fmla="*/ 2147483646 h 220"/>
                <a:gd name="T24" fmla="*/ 0 w 16"/>
                <a:gd name="T25" fmla="*/ 2147483646 h 220"/>
                <a:gd name="T26" fmla="*/ 0 w 16"/>
                <a:gd name="T27" fmla="*/ 2147483646 h 220"/>
                <a:gd name="T28" fmla="*/ 0 w 16"/>
                <a:gd name="T29" fmla="*/ 2147483646 h 2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
                <a:gd name="T46" fmla="*/ 0 h 220"/>
                <a:gd name="T47" fmla="*/ 16 w 16"/>
                <a:gd name="T48" fmla="*/ 220 h 2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 h="220">
                  <a:moveTo>
                    <a:pt x="0" y="211"/>
                  </a:moveTo>
                  <a:lnTo>
                    <a:pt x="0" y="214"/>
                  </a:lnTo>
                  <a:lnTo>
                    <a:pt x="2" y="217"/>
                  </a:lnTo>
                  <a:lnTo>
                    <a:pt x="5" y="220"/>
                  </a:lnTo>
                  <a:lnTo>
                    <a:pt x="11" y="220"/>
                  </a:lnTo>
                  <a:lnTo>
                    <a:pt x="13" y="217"/>
                  </a:lnTo>
                  <a:lnTo>
                    <a:pt x="16" y="214"/>
                  </a:lnTo>
                  <a:lnTo>
                    <a:pt x="16" y="5"/>
                  </a:lnTo>
                  <a:lnTo>
                    <a:pt x="13" y="3"/>
                  </a:lnTo>
                  <a:lnTo>
                    <a:pt x="11" y="0"/>
                  </a:lnTo>
                  <a:lnTo>
                    <a:pt x="5" y="0"/>
                  </a:lnTo>
                  <a:lnTo>
                    <a:pt x="2" y="3"/>
                  </a:lnTo>
                  <a:lnTo>
                    <a:pt x="0" y="5"/>
                  </a:lnTo>
                  <a:lnTo>
                    <a:pt x="0" y="8"/>
                  </a:lnTo>
                  <a:lnTo>
                    <a:pt x="0" y="211"/>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09" name="Freeform 14">
              <a:extLst>
                <a:ext uri="{FF2B5EF4-FFF2-40B4-BE49-F238E27FC236}">
                  <a16:creationId xmlns:a16="http://schemas.microsoft.com/office/drawing/2014/main" id="{4562BB72-8373-E71E-54F1-06B221B10A23}"/>
                </a:ext>
              </a:extLst>
            </p:cNvPr>
            <p:cNvSpPr>
              <a:spLocks noChangeArrowheads="1"/>
            </p:cNvSpPr>
            <p:nvPr/>
          </p:nvSpPr>
          <p:spPr bwMode="auto">
            <a:xfrm>
              <a:off x="2597150" y="4791694"/>
              <a:ext cx="349250" cy="25400"/>
            </a:xfrm>
            <a:custGeom>
              <a:avLst/>
              <a:gdLst>
                <a:gd name="T0" fmla="*/ 2147483646 w 220"/>
                <a:gd name="T1" fmla="*/ 0 h 16"/>
                <a:gd name="T2" fmla="*/ 2147483646 w 220"/>
                <a:gd name="T3" fmla="*/ 0 h 16"/>
                <a:gd name="T4" fmla="*/ 2147483646 w 220"/>
                <a:gd name="T5" fmla="*/ 2147483646 h 16"/>
                <a:gd name="T6" fmla="*/ 0 w 220"/>
                <a:gd name="T7" fmla="*/ 2147483646 h 16"/>
                <a:gd name="T8" fmla="*/ 0 w 220"/>
                <a:gd name="T9" fmla="*/ 2147483646 h 16"/>
                <a:gd name="T10" fmla="*/ 2147483646 w 220"/>
                <a:gd name="T11" fmla="*/ 2147483646 h 16"/>
                <a:gd name="T12" fmla="*/ 2147483646 w 220"/>
                <a:gd name="T13" fmla="*/ 2147483646 h 16"/>
                <a:gd name="T14" fmla="*/ 2147483646 w 220"/>
                <a:gd name="T15" fmla="*/ 2147483646 h 16"/>
                <a:gd name="T16" fmla="*/ 2147483646 w 220"/>
                <a:gd name="T17" fmla="*/ 2147483646 h 16"/>
                <a:gd name="T18" fmla="*/ 2147483646 w 220"/>
                <a:gd name="T19" fmla="*/ 2147483646 h 16"/>
                <a:gd name="T20" fmla="*/ 2147483646 w 220"/>
                <a:gd name="T21" fmla="*/ 2147483646 h 16"/>
                <a:gd name="T22" fmla="*/ 2147483646 w 220"/>
                <a:gd name="T23" fmla="*/ 2147483646 h 16"/>
                <a:gd name="T24" fmla="*/ 2147483646 w 220"/>
                <a:gd name="T25" fmla="*/ 0 h 16"/>
                <a:gd name="T26" fmla="*/ 2147483646 w 220"/>
                <a:gd name="T27" fmla="*/ 0 h 16"/>
                <a:gd name="T28" fmla="*/ 2147483646 w 220"/>
                <a:gd name="T29" fmla="*/ 0 h 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20"/>
                <a:gd name="T46" fmla="*/ 0 h 16"/>
                <a:gd name="T47" fmla="*/ 220 w 220"/>
                <a:gd name="T48" fmla="*/ 16 h 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20" h="16">
                  <a:moveTo>
                    <a:pt x="8" y="0"/>
                  </a:moveTo>
                  <a:lnTo>
                    <a:pt x="5" y="0"/>
                  </a:lnTo>
                  <a:lnTo>
                    <a:pt x="2" y="3"/>
                  </a:lnTo>
                  <a:lnTo>
                    <a:pt x="0" y="5"/>
                  </a:lnTo>
                  <a:lnTo>
                    <a:pt x="0" y="11"/>
                  </a:lnTo>
                  <a:lnTo>
                    <a:pt x="2" y="13"/>
                  </a:lnTo>
                  <a:lnTo>
                    <a:pt x="5" y="16"/>
                  </a:lnTo>
                  <a:lnTo>
                    <a:pt x="214" y="16"/>
                  </a:lnTo>
                  <a:lnTo>
                    <a:pt x="217" y="13"/>
                  </a:lnTo>
                  <a:lnTo>
                    <a:pt x="220" y="11"/>
                  </a:lnTo>
                  <a:lnTo>
                    <a:pt x="220" y="5"/>
                  </a:lnTo>
                  <a:lnTo>
                    <a:pt x="217" y="3"/>
                  </a:lnTo>
                  <a:lnTo>
                    <a:pt x="214" y="0"/>
                  </a:lnTo>
                  <a:lnTo>
                    <a:pt x="211" y="0"/>
                  </a:lnTo>
                  <a:lnTo>
                    <a:pt x="8" y="0"/>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10" name="Freeform 15">
              <a:extLst>
                <a:ext uri="{FF2B5EF4-FFF2-40B4-BE49-F238E27FC236}">
                  <a16:creationId xmlns:a16="http://schemas.microsoft.com/office/drawing/2014/main" id="{605FC461-BDF9-4E9A-B1B7-0508B0693DBB}"/>
                </a:ext>
              </a:extLst>
            </p:cNvPr>
            <p:cNvSpPr>
              <a:spLocks noChangeArrowheads="1"/>
            </p:cNvSpPr>
            <p:nvPr/>
          </p:nvSpPr>
          <p:spPr bwMode="auto">
            <a:xfrm>
              <a:off x="2919413" y="4791694"/>
              <a:ext cx="26987" cy="349250"/>
            </a:xfrm>
            <a:custGeom>
              <a:avLst/>
              <a:gdLst>
                <a:gd name="T0" fmla="*/ 2147483646 w 17"/>
                <a:gd name="T1" fmla="*/ 2147483646 h 220"/>
                <a:gd name="T2" fmla="*/ 2147483646 w 17"/>
                <a:gd name="T3" fmla="*/ 2147483646 h 220"/>
                <a:gd name="T4" fmla="*/ 2147483646 w 17"/>
                <a:gd name="T5" fmla="*/ 2147483646 h 220"/>
                <a:gd name="T6" fmla="*/ 2147483646 w 17"/>
                <a:gd name="T7" fmla="*/ 0 h 220"/>
                <a:gd name="T8" fmla="*/ 2147483646 w 17"/>
                <a:gd name="T9" fmla="*/ 0 h 220"/>
                <a:gd name="T10" fmla="*/ 2147483646 w 17"/>
                <a:gd name="T11" fmla="*/ 2147483646 h 220"/>
                <a:gd name="T12" fmla="*/ 0 w 17"/>
                <a:gd name="T13" fmla="*/ 2147483646 h 220"/>
                <a:gd name="T14" fmla="*/ 0 w 17"/>
                <a:gd name="T15" fmla="*/ 2147483646 h 220"/>
                <a:gd name="T16" fmla="*/ 2147483646 w 17"/>
                <a:gd name="T17" fmla="*/ 2147483646 h 220"/>
                <a:gd name="T18" fmla="*/ 2147483646 w 17"/>
                <a:gd name="T19" fmla="*/ 2147483646 h 220"/>
                <a:gd name="T20" fmla="*/ 2147483646 w 17"/>
                <a:gd name="T21" fmla="*/ 2147483646 h 220"/>
                <a:gd name="T22" fmla="*/ 2147483646 w 17"/>
                <a:gd name="T23" fmla="*/ 2147483646 h 220"/>
                <a:gd name="T24" fmla="*/ 2147483646 w 17"/>
                <a:gd name="T25" fmla="*/ 2147483646 h 220"/>
                <a:gd name="T26" fmla="*/ 2147483646 w 17"/>
                <a:gd name="T27" fmla="*/ 2147483646 h 220"/>
                <a:gd name="T28" fmla="*/ 2147483646 w 17"/>
                <a:gd name="T29" fmla="*/ 2147483646 h 2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
                <a:gd name="T46" fmla="*/ 0 h 220"/>
                <a:gd name="T47" fmla="*/ 17 w 17"/>
                <a:gd name="T48" fmla="*/ 220 h 2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 h="220">
                  <a:moveTo>
                    <a:pt x="17" y="8"/>
                  </a:moveTo>
                  <a:lnTo>
                    <a:pt x="17" y="5"/>
                  </a:lnTo>
                  <a:lnTo>
                    <a:pt x="14" y="3"/>
                  </a:lnTo>
                  <a:lnTo>
                    <a:pt x="11" y="0"/>
                  </a:lnTo>
                  <a:lnTo>
                    <a:pt x="6" y="0"/>
                  </a:lnTo>
                  <a:lnTo>
                    <a:pt x="3" y="3"/>
                  </a:lnTo>
                  <a:lnTo>
                    <a:pt x="0" y="5"/>
                  </a:lnTo>
                  <a:lnTo>
                    <a:pt x="0" y="214"/>
                  </a:lnTo>
                  <a:lnTo>
                    <a:pt x="3" y="217"/>
                  </a:lnTo>
                  <a:lnTo>
                    <a:pt x="6" y="220"/>
                  </a:lnTo>
                  <a:lnTo>
                    <a:pt x="11" y="220"/>
                  </a:lnTo>
                  <a:lnTo>
                    <a:pt x="14" y="217"/>
                  </a:lnTo>
                  <a:lnTo>
                    <a:pt x="17" y="214"/>
                  </a:lnTo>
                  <a:lnTo>
                    <a:pt x="17" y="211"/>
                  </a:lnTo>
                  <a:lnTo>
                    <a:pt x="17" y="8"/>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11" name="Freeform 16">
              <a:extLst>
                <a:ext uri="{FF2B5EF4-FFF2-40B4-BE49-F238E27FC236}">
                  <a16:creationId xmlns:a16="http://schemas.microsoft.com/office/drawing/2014/main" id="{0CDE4936-1A7F-E44A-0A87-58008DA22C78}"/>
                </a:ext>
              </a:extLst>
            </p:cNvPr>
            <p:cNvSpPr>
              <a:spLocks noChangeArrowheads="1"/>
            </p:cNvSpPr>
            <p:nvPr/>
          </p:nvSpPr>
          <p:spPr bwMode="auto">
            <a:xfrm>
              <a:off x="2919413" y="5113957"/>
              <a:ext cx="349250" cy="26987"/>
            </a:xfrm>
            <a:custGeom>
              <a:avLst/>
              <a:gdLst>
                <a:gd name="T0" fmla="*/ 2147483646 w 220"/>
                <a:gd name="T1" fmla="*/ 0 h 17"/>
                <a:gd name="T2" fmla="*/ 2147483646 w 220"/>
                <a:gd name="T3" fmla="*/ 0 h 17"/>
                <a:gd name="T4" fmla="*/ 2147483646 w 220"/>
                <a:gd name="T5" fmla="*/ 2147483646 h 17"/>
                <a:gd name="T6" fmla="*/ 0 w 220"/>
                <a:gd name="T7" fmla="*/ 2147483646 h 17"/>
                <a:gd name="T8" fmla="*/ 0 w 220"/>
                <a:gd name="T9" fmla="*/ 2147483646 h 17"/>
                <a:gd name="T10" fmla="*/ 2147483646 w 220"/>
                <a:gd name="T11" fmla="*/ 2147483646 h 17"/>
                <a:gd name="T12" fmla="*/ 2147483646 w 220"/>
                <a:gd name="T13" fmla="*/ 2147483646 h 17"/>
                <a:gd name="T14" fmla="*/ 2147483646 w 220"/>
                <a:gd name="T15" fmla="*/ 2147483646 h 17"/>
                <a:gd name="T16" fmla="*/ 2147483646 w 220"/>
                <a:gd name="T17" fmla="*/ 2147483646 h 17"/>
                <a:gd name="T18" fmla="*/ 2147483646 w 220"/>
                <a:gd name="T19" fmla="*/ 2147483646 h 17"/>
                <a:gd name="T20" fmla="*/ 2147483646 w 220"/>
                <a:gd name="T21" fmla="*/ 2147483646 h 17"/>
                <a:gd name="T22" fmla="*/ 2147483646 w 220"/>
                <a:gd name="T23" fmla="*/ 2147483646 h 17"/>
                <a:gd name="T24" fmla="*/ 2147483646 w 220"/>
                <a:gd name="T25" fmla="*/ 0 h 17"/>
                <a:gd name="T26" fmla="*/ 2147483646 w 220"/>
                <a:gd name="T27" fmla="*/ 0 h 17"/>
                <a:gd name="T28" fmla="*/ 2147483646 w 220"/>
                <a:gd name="T29" fmla="*/ 0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20"/>
                <a:gd name="T46" fmla="*/ 0 h 17"/>
                <a:gd name="T47" fmla="*/ 220 w 220"/>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20" h="17">
                  <a:moveTo>
                    <a:pt x="8" y="0"/>
                  </a:moveTo>
                  <a:lnTo>
                    <a:pt x="6" y="0"/>
                  </a:lnTo>
                  <a:lnTo>
                    <a:pt x="3" y="3"/>
                  </a:lnTo>
                  <a:lnTo>
                    <a:pt x="0" y="6"/>
                  </a:lnTo>
                  <a:lnTo>
                    <a:pt x="0" y="11"/>
                  </a:lnTo>
                  <a:lnTo>
                    <a:pt x="3" y="14"/>
                  </a:lnTo>
                  <a:lnTo>
                    <a:pt x="6" y="17"/>
                  </a:lnTo>
                  <a:lnTo>
                    <a:pt x="215" y="17"/>
                  </a:lnTo>
                  <a:lnTo>
                    <a:pt x="217" y="14"/>
                  </a:lnTo>
                  <a:lnTo>
                    <a:pt x="220" y="11"/>
                  </a:lnTo>
                  <a:lnTo>
                    <a:pt x="220" y="6"/>
                  </a:lnTo>
                  <a:lnTo>
                    <a:pt x="217" y="3"/>
                  </a:lnTo>
                  <a:lnTo>
                    <a:pt x="215" y="0"/>
                  </a:lnTo>
                  <a:lnTo>
                    <a:pt x="212" y="0"/>
                  </a:lnTo>
                  <a:lnTo>
                    <a:pt x="8" y="0"/>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12" name="Freeform 17">
              <a:extLst>
                <a:ext uri="{FF2B5EF4-FFF2-40B4-BE49-F238E27FC236}">
                  <a16:creationId xmlns:a16="http://schemas.microsoft.com/office/drawing/2014/main" id="{57CB40A4-C85D-E06B-C3F7-6F5D647DD256}"/>
                </a:ext>
              </a:extLst>
            </p:cNvPr>
            <p:cNvSpPr>
              <a:spLocks noChangeArrowheads="1"/>
            </p:cNvSpPr>
            <p:nvPr/>
          </p:nvSpPr>
          <p:spPr bwMode="auto">
            <a:xfrm>
              <a:off x="3243263" y="4791694"/>
              <a:ext cx="25400" cy="349250"/>
            </a:xfrm>
            <a:custGeom>
              <a:avLst/>
              <a:gdLst>
                <a:gd name="T0" fmla="*/ 0 w 16"/>
                <a:gd name="T1" fmla="*/ 2147483646 h 220"/>
                <a:gd name="T2" fmla="*/ 0 w 16"/>
                <a:gd name="T3" fmla="*/ 2147483646 h 220"/>
                <a:gd name="T4" fmla="*/ 2147483646 w 16"/>
                <a:gd name="T5" fmla="*/ 2147483646 h 220"/>
                <a:gd name="T6" fmla="*/ 2147483646 w 16"/>
                <a:gd name="T7" fmla="*/ 2147483646 h 220"/>
                <a:gd name="T8" fmla="*/ 2147483646 w 16"/>
                <a:gd name="T9" fmla="*/ 2147483646 h 220"/>
                <a:gd name="T10" fmla="*/ 2147483646 w 16"/>
                <a:gd name="T11" fmla="*/ 2147483646 h 220"/>
                <a:gd name="T12" fmla="*/ 2147483646 w 16"/>
                <a:gd name="T13" fmla="*/ 2147483646 h 220"/>
                <a:gd name="T14" fmla="*/ 2147483646 w 16"/>
                <a:gd name="T15" fmla="*/ 2147483646 h 220"/>
                <a:gd name="T16" fmla="*/ 2147483646 w 16"/>
                <a:gd name="T17" fmla="*/ 2147483646 h 220"/>
                <a:gd name="T18" fmla="*/ 2147483646 w 16"/>
                <a:gd name="T19" fmla="*/ 0 h 220"/>
                <a:gd name="T20" fmla="*/ 2147483646 w 16"/>
                <a:gd name="T21" fmla="*/ 0 h 220"/>
                <a:gd name="T22" fmla="*/ 2147483646 w 16"/>
                <a:gd name="T23" fmla="*/ 2147483646 h 220"/>
                <a:gd name="T24" fmla="*/ 0 w 16"/>
                <a:gd name="T25" fmla="*/ 2147483646 h 220"/>
                <a:gd name="T26" fmla="*/ 0 w 16"/>
                <a:gd name="T27" fmla="*/ 2147483646 h 220"/>
                <a:gd name="T28" fmla="*/ 0 w 16"/>
                <a:gd name="T29" fmla="*/ 2147483646 h 2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
                <a:gd name="T46" fmla="*/ 0 h 220"/>
                <a:gd name="T47" fmla="*/ 16 w 16"/>
                <a:gd name="T48" fmla="*/ 220 h 2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 h="220">
                  <a:moveTo>
                    <a:pt x="0" y="211"/>
                  </a:moveTo>
                  <a:lnTo>
                    <a:pt x="0" y="214"/>
                  </a:lnTo>
                  <a:lnTo>
                    <a:pt x="2" y="217"/>
                  </a:lnTo>
                  <a:lnTo>
                    <a:pt x="5" y="220"/>
                  </a:lnTo>
                  <a:lnTo>
                    <a:pt x="11" y="220"/>
                  </a:lnTo>
                  <a:lnTo>
                    <a:pt x="13" y="217"/>
                  </a:lnTo>
                  <a:lnTo>
                    <a:pt x="16" y="214"/>
                  </a:lnTo>
                  <a:lnTo>
                    <a:pt x="16" y="5"/>
                  </a:lnTo>
                  <a:lnTo>
                    <a:pt x="13" y="3"/>
                  </a:lnTo>
                  <a:lnTo>
                    <a:pt x="11" y="0"/>
                  </a:lnTo>
                  <a:lnTo>
                    <a:pt x="5" y="0"/>
                  </a:lnTo>
                  <a:lnTo>
                    <a:pt x="2" y="3"/>
                  </a:lnTo>
                  <a:lnTo>
                    <a:pt x="0" y="5"/>
                  </a:lnTo>
                  <a:lnTo>
                    <a:pt x="0" y="8"/>
                  </a:lnTo>
                  <a:lnTo>
                    <a:pt x="0" y="211"/>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13" name="Freeform 18">
              <a:extLst>
                <a:ext uri="{FF2B5EF4-FFF2-40B4-BE49-F238E27FC236}">
                  <a16:creationId xmlns:a16="http://schemas.microsoft.com/office/drawing/2014/main" id="{C5C6CA35-A995-7CB4-269E-EC54CF486466}"/>
                </a:ext>
              </a:extLst>
            </p:cNvPr>
            <p:cNvSpPr>
              <a:spLocks noChangeArrowheads="1"/>
            </p:cNvSpPr>
            <p:nvPr/>
          </p:nvSpPr>
          <p:spPr bwMode="auto">
            <a:xfrm>
              <a:off x="3243263" y="4791694"/>
              <a:ext cx="347662" cy="25400"/>
            </a:xfrm>
            <a:custGeom>
              <a:avLst/>
              <a:gdLst>
                <a:gd name="T0" fmla="*/ 2147483646 w 219"/>
                <a:gd name="T1" fmla="*/ 0 h 16"/>
                <a:gd name="T2" fmla="*/ 2147483646 w 219"/>
                <a:gd name="T3" fmla="*/ 0 h 16"/>
                <a:gd name="T4" fmla="*/ 2147483646 w 219"/>
                <a:gd name="T5" fmla="*/ 2147483646 h 16"/>
                <a:gd name="T6" fmla="*/ 0 w 219"/>
                <a:gd name="T7" fmla="*/ 2147483646 h 16"/>
                <a:gd name="T8" fmla="*/ 0 w 219"/>
                <a:gd name="T9" fmla="*/ 2147483646 h 16"/>
                <a:gd name="T10" fmla="*/ 2147483646 w 219"/>
                <a:gd name="T11" fmla="*/ 2147483646 h 16"/>
                <a:gd name="T12" fmla="*/ 2147483646 w 219"/>
                <a:gd name="T13" fmla="*/ 2147483646 h 16"/>
                <a:gd name="T14" fmla="*/ 2147483646 w 219"/>
                <a:gd name="T15" fmla="*/ 2147483646 h 16"/>
                <a:gd name="T16" fmla="*/ 2147483646 w 219"/>
                <a:gd name="T17" fmla="*/ 2147483646 h 16"/>
                <a:gd name="T18" fmla="*/ 2147483646 w 219"/>
                <a:gd name="T19" fmla="*/ 2147483646 h 16"/>
                <a:gd name="T20" fmla="*/ 2147483646 w 219"/>
                <a:gd name="T21" fmla="*/ 2147483646 h 16"/>
                <a:gd name="T22" fmla="*/ 2147483646 w 219"/>
                <a:gd name="T23" fmla="*/ 2147483646 h 16"/>
                <a:gd name="T24" fmla="*/ 2147483646 w 219"/>
                <a:gd name="T25" fmla="*/ 0 h 16"/>
                <a:gd name="T26" fmla="*/ 2147483646 w 219"/>
                <a:gd name="T27" fmla="*/ 0 h 16"/>
                <a:gd name="T28" fmla="*/ 2147483646 w 219"/>
                <a:gd name="T29" fmla="*/ 0 h 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9"/>
                <a:gd name="T46" fmla="*/ 0 h 16"/>
                <a:gd name="T47" fmla="*/ 219 w 219"/>
                <a:gd name="T48" fmla="*/ 16 h 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9" h="16">
                  <a:moveTo>
                    <a:pt x="8" y="0"/>
                  </a:moveTo>
                  <a:lnTo>
                    <a:pt x="5" y="0"/>
                  </a:lnTo>
                  <a:lnTo>
                    <a:pt x="2" y="3"/>
                  </a:lnTo>
                  <a:lnTo>
                    <a:pt x="0" y="5"/>
                  </a:lnTo>
                  <a:lnTo>
                    <a:pt x="0" y="11"/>
                  </a:lnTo>
                  <a:lnTo>
                    <a:pt x="2" y="13"/>
                  </a:lnTo>
                  <a:lnTo>
                    <a:pt x="5" y="16"/>
                  </a:lnTo>
                  <a:lnTo>
                    <a:pt x="214" y="16"/>
                  </a:lnTo>
                  <a:lnTo>
                    <a:pt x="217" y="13"/>
                  </a:lnTo>
                  <a:lnTo>
                    <a:pt x="219" y="11"/>
                  </a:lnTo>
                  <a:lnTo>
                    <a:pt x="219" y="5"/>
                  </a:lnTo>
                  <a:lnTo>
                    <a:pt x="217" y="3"/>
                  </a:lnTo>
                  <a:lnTo>
                    <a:pt x="214" y="0"/>
                  </a:lnTo>
                  <a:lnTo>
                    <a:pt x="211" y="0"/>
                  </a:lnTo>
                  <a:lnTo>
                    <a:pt x="8" y="0"/>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14" name="Freeform 19">
              <a:extLst>
                <a:ext uri="{FF2B5EF4-FFF2-40B4-BE49-F238E27FC236}">
                  <a16:creationId xmlns:a16="http://schemas.microsoft.com/office/drawing/2014/main" id="{1F39F98B-E2BF-6E14-061A-203DAE8A931F}"/>
                </a:ext>
              </a:extLst>
            </p:cNvPr>
            <p:cNvSpPr>
              <a:spLocks noChangeArrowheads="1"/>
            </p:cNvSpPr>
            <p:nvPr/>
          </p:nvSpPr>
          <p:spPr bwMode="auto">
            <a:xfrm>
              <a:off x="3565525" y="4791694"/>
              <a:ext cx="25400" cy="349250"/>
            </a:xfrm>
            <a:custGeom>
              <a:avLst/>
              <a:gdLst>
                <a:gd name="T0" fmla="*/ 2147483646 w 16"/>
                <a:gd name="T1" fmla="*/ 2147483646 h 220"/>
                <a:gd name="T2" fmla="*/ 2147483646 w 16"/>
                <a:gd name="T3" fmla="*/ 2147483646 h 220"/>
                <a:gd name="T4" fmla="*/ 2147483646 w 16"/>
                <a:gd name="T5" fmla="*/ 2147483646 h 220"/>
                <a:gd name="T6" fmla="*/ 2147483646 w 16"/>
                <a:gd name="T7" fmla="*/ 0 h 220"/>
                <a:gd name="T8" fmla="*/ 2147483646 w 16"/>
                <a:gd name="T9" fmla="*/ 0 h 220"/>
                <a:gd name="T10" fmla="*/ 2147483646 w 16"/>
                <a:gd name="T11" fmla="*/ 2147483646 h 220"/>
                <a:gd name="T12" fmla="*/ 0 w 16"/>
                <a:gd name="T13" fmla="*/ 2147483646 h 220"/>
                <a:gd name="T14" fmla="*/ 0 w 16"/>
                <a:gd name="T15" fmla="*/ 2147483646 h 220"/>
                <a:gd name="T16" fmla="*/ 2147483646 w 16"/>
                <a:gd name="T17" fmla="*/ 2147483646 h 220"/>
                <a:gd name="T18" fmla="*/ 2147483646 w 16"/>
                <a:gd name="T19" fmla="*/ 2147483646 h 220"/>
                <a:gd name="T20" fmla="*/ 2147483646 w 16"/>
                <a:gd name="T21" fmla="*/ 2147483646 h 220"/>
                <a:gd name="T22" fmla="*/ 2147483646 w 16"/>
                <a:gd name="T23" fmla="*/ 2147483646 h 220"/>
                <a:gd name="T24" fmla="*/ 2147483646 w 16"/>
                <a:gd name="T25" fmla="*/ 2147483646 h 220"/>
                <a:gd name="T26" fmla="*/ 2147483646 w 16"/>
                <a:gd name="T27" fmla="*/ 2147483646 h 220"/>
                <a:gd name="T28" fmla="*/ 2147483646 w 16"/>
                <a:gd name="T29" fmla="*/ 2147483646 h 2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
                <a:gd name="T46" fmla="*/ 0 h 220"/>
                <a:gd name="T47" fmla="*/ 16 w 16"/>
                <a:gd name="T48" fmla="*/ 220 h 2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 h="220">
                  <a:moveTo>
                    <a:pt x="16" y="8"/>
                  </a:moveTo>
                  <a:lnTo>
                    <a:pt x="16" y="5"/>
                  </a:lnTo>
                  <a:lnTo>
                    <a:pt x="14" y="3"/>
                  </a:lnTo>
                  <a:lnTo>
                    <a:pt x="11" y="0"/>
                  </a:lnTo>
                  <a:lnTo>
                    <a:pt x="6" y="0"/>
                  </a:lnTo>
                  <a:lnTo>
                    <a:pt x="3" y="3"/>
                  </a:lnTo>
                  <a:lnTo>
                    <a:pt x="0" y="5"/>
                  </a:lnTo>
                  <a:lnTo>
                    <a:pt x="0" y="214"/>
                  </a:lnTo>
                  <a:lnTo>
                    <a:pt x="3" y="217"/>
                  </a:lnTo>
                  <a:lnTo>
                    <a:pt x="6" y="220"/>
                  </a:lnTo>
                  <a:lnTo>
                    <a:pt x="11" y="220"/>
                  </a:lnTo>
                  <a:lnTo>
                    <a:pt x="14" y="217"/>
                  </a:lnTo>
                  <a:lnTo>
                    <a:pt x="16" y="214"/>
                  </a:lnTo>
                  <a:lnTo>
                    <a:pt x="16" y="211"/>
                  </a:lnTo>
                  <a:lnTo>
                    <a:pt x="16" y="8"/>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15" name="Freeform 20">
              <a:extLst>
                <a:ext uri="{FF2B5EF4-FFF2-40B4-BE49-F238E27FC236}">
                  <a16:creationId xmlns:a16="http://schemas.microsoft.com/office/drawing/2014/main" id="{22F683A7-6F93-387D-E60C-6DC6F455475C}"/>
                </a:ext>
              </a:extLst>
            </p:cNvPr>
            <p:cNvSpPr>
              <a:spLocks noChangeArrowheads="1"/>
            </p:cNvSpPr>
            <p:nvPr/>
          </p:nvSpPr>
          <p:spPr bwMode="auto">
            <a:xfrm>
              <a:off x="3565525" y="5113957"/>
              <a:ext cx="349250" cy="26987"/>
            </a:xfrm>
            <a:custGeom>
              <a:avLst/>
              <a:gdLst>
                <a:gd name="T0" fmla="*/ 2147483646 w 220"/>
                <a:gd name="T1" fmla="*/ 0 h 17"/>
                <a:gd name="T2" fmla="*/ 2147483646 w 220"/>
                <a:gd name="T3" fmla="*/ 0 h 17"/>
                <a:gd name="T4" fmla="*/ 2147483646 w 220"/>
                <a:gd name="T5" fmla="*/ 2147483646 h 17"/>
                <a:gd name="T6" fmla="*/ 0 w 220"/>
                <a:gd name="T7" fmla="*/ 2147483646 h 17"/>
                <a:gd name="T8" fmla="*/ 0 w 220"/>
                <a:gd name="T9" fmla="*/ 2147483646 h 17"/>
                <a:gd name="T10" fmla="*/ 2147483646 w 220"/>
                <a:gd name="T11" fmla="*/ 2147483646 h 17"/>
                <a:gd name="T12" fmla="*/ 2147483646 w 220"/>
                <a:gd name="T13" fmla="*/ 2147483646 h 17"/>
                <a:gd name="T14" fmla="*/ 2147483646 w 220"/>
                <a:gd name="T15" fmla="*/ 2147483646 h 17"/>
                <a:gd name="T16" fmla="*/ 2147483646 w 220"/>
                <a:gd name="T17" fmla="*/ 2147483646 h 17"/>
                <a:gd name="T18" fmla="*/ 2147483646 w 220"/>
                <a:gd name="T19" fmla="*/ 2147483646 h 17"/>
                <a:gd name="T20" fmla="*/ 2147483646 w 220"/>
                <a:gd name="T21" fmla="*/ 2147483646 h 17"/>
                <a:gd name="T22" fmla="*/ 2147483646 w 220"/>
                <a:gd name="T23" fmla="*/ 2147483646 h 17"/>
                <a:gd name="T24" fmla="*/ 2147483646 w 220"/>
                <a:gd name="T25" fmla="*/ 0 h 17"/>
                <a:gd name="T26" fmla="*/ 2147483646 w 220"/>
                <a:gd name="T27" fmla="*/ 0 h 17"/>
                <a:gd name="T28" fmla="*/ 2147483646 w 220"/>
                <a:gd name="T29" fmla="*/ 0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20"/>
                <a:gd name="T46" fmla="*/ 0 h 17"/>
                <a:gd name="T47" fmla="*/ 220 w 220"/>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20" h="17">
                  <a:moveTo>
                    <a:pt x="8" y="0"/>
                  </a:moveTo>
                  <a:lnTo>
                    <a:pt x="6" y="0"/>
                  </a:lnTo>
                  <a:lnTo>
                    <a:pt x="3" y="3"/>
                  </a:lnTo>
                  <a:lnTo>
                    <a:pt x="0" y="6"/>
                  </a:lnTo>
                  <a:lnTo>
                    <a:pt x="0" y="11"/>
                  </a:lnTo>
                  <a:lnTo>
                    <a:pt x="3" y="14"/>
                  </a:lnTo>
                  <a:lnTo>
                    <a:pt x="6" y="17"/>
                  </a:lnTo>
                  <a:lnTo>
                    <a:pt x="215" y="17"/>
                  </a:lnTo>
                  <a:lnTo>
                    <a:pt x="217" y="14"/>
                  </a:lnTo>
                  <a:lnTo>
                    <a:pt x="220" y="11"/>
                  </a:lnTo>
                  <a:lnTo>
                    <a:pt x="220" y="6"/>
                  </a:lnTo>
                  <a:lnTo>
                    <a:pt x="217" y="3"/>
                  </a:lnTo>
                  <a:lnTo>
                    <a:pt x="215" y="0"/>
                  </a:lnTo>
                  <a:lnTo>
                    <a:pt x="212" y="0"/>
                  </a:lnTo>
                  <a:lnTo>
                    <a:pt x="8" y="0"/>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16" name="Freeform 21">
              <a:extLst>
                <a:ext uri="{FF2B5EF4-FFF2-40B4-BE49-F238E27FC236}">
                  <a16:creationId xmlns:a16="http://schemas.microsoft.com/office/drawing/2014/main" id="{DB761F53-54E6-AA0D-1030-FAE5E526BC7B}"/>
                </a:ext>
              </a:extLst>
            </p:cNvPr>
            <p:cNvSpPr>
              <a:spLocks noChangeArrowheads="1"/>
            </p:cNvSpPr>
            <p:nvPr/>
          </p:nvSpPr>
          <p:spPr bwMode="auto">
            <a:xfrm>
              <a:off x="3889375" y="4791694"/>
              <a:ext cx="25400" cy="349250"/>
            </a:xfrm>
            <a:custGeom>
              <a:avLst/>
              <a:gdLst>
                <a:gd name="T0" fmla="*/ 0 w 16"/>
                <a:gd name="T1" fmla="*/ 2147483646 h 220"/>
                <a:gd name="T2" fmla="*/ 0 w 16"/>
                <a:gd name="T3" fmla="*/ 2147483646 h 220"/>
                <a:gd name="T4" fmla="*/ 2147483646 w 16"/>
                <a:gd name="T5" fmla="*/ 2147483646 h 220"/>
                <a:gd name="T6" fmla="*/ 2147483646 w 16"/>
                <a:gd name="T7" fmla="*/ 2147483646 h 220"/>
                <a:gd name="T8" fmla="*/ 2147483646 w 16"/>
                <a:gd name="T9" fmla="*/ 2147483646 h 220"/>
                <a:gd name="T10" fmla="*/ 2147483646 w 16"/>
                <a:gd name="T11" fmla="*/ 2147483646 h 220"/>
                <a:gd name="T12" fmla="*/ 2147483646 w 16"/>
                <a:gd name="T13" fmla="*/ 2147483646 h 220"/>
                <a:gd name="T14" fmla="*/ 2147483646 w 16"/>
                <a:gd name="T15" fmla="*/ 2147483646 h 220"/>
                <a:gd name="T16" fmla="*/ 2147483646 w 16"/>
                <a:gd name="T17" fmla="*/ 2147483646 h 220"/>
                <a:gd name="T18" fmla="*/ 2147483646 w 16"/>
                <a:gd name="T19" fmla="*/ 0 h 220"/>
                <a:gd name="T20" fmla="*/ 2147483646 w 16"/>
                <a:gd name="T21" fmla="*/ 0 h 220"/>
                <a:gd name="T22" fmla="*/ 2147483646 w 16"/>
                <a:gd name="T23" fmla="*/ 2147483646 h 220"/>
                <a:gd name="T24" fmla="*/ 0 w 16"/>
                <a:gd name="T25" fmla="*/ 2147483646 h 220"/>
                <a:gd name="T26" fmla="*/ 0 w 16"/>
                <a:gd name="T27" fmla="*/ 2147483646 h 220"/>
                <a:gd name="T28" fmla="*/ 0 w 16"/>
                <a:gd name="T29" fmla="*/ 2147483646 h 2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
                <a:gd name="T46" fmla="*/ 0 h 220"/>
                <a:gd name="T47" fmla="*/ 16 w 16"/>
                <a:gd name="T48" fmla="*/ 220 h 2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 h="220">
                  <a:moveTo>
                    <a:pt x="0" y="211"/>
                  </a:moveTo>
                  <a:lnTo>
                    <a:pt x="0" y="214"/>
                  </a:lnTo>
                  <a:lnTo>
                    <a:pt x="2" y="217"/>
                  </a:lnTo>
                  <a:lnTo>
                    <a:pt x="5" y="220"/>
                  </a:lnTo>
                  <a:lnTo>
                    <a:pt x="11" y="220"/>
                  </a:lnTo>
                  <a:lnTo>
                    <a:pt x="13" y="217"/>
                  </a:lnTo>
                  <a:lnTo>
                    <a:pt x="16" y="214"/>
                  </a:lnTo>
                  <a:lnTo>
                    <a:pt x="16" y="5"/>
                  </a:lnTo>
                  <a:lnTo>
                    <a:pt x="13" y="3"/>
                  </a:lnTo>
                  <a:lnTo>
                    <a:pt x="11" y="0"/>
                  </a:lnTo>
                  <a:lnTo>
                    <a:pt x="5" y="0"/>
                  </a:lnTo>
                  <a:lnTo>
                    <a:pt x="2" y="3"/>
                  </a:lnTo>
                  <a:lnTo>
                    <a:pt x="0" y="5"/>
                  </a:lnTo>
                  <a:lnTo>
                    <a:pt x="0" y="8"/>
                  </a:lnTo>
                  <a:lnTo>
                    <a:pt x="0" y="211"/>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17" name="Freeform 22">
              <a:extLst>
                <a:ext uri="{FF2B5EF4-FFF2-40B4-BE49-F238E27FC236}">
                  <a16:creationId xmlns:a16="http://schemas.microsoft.com/office/drawing/2014/main" id="{50C4DD02-DD08-BCDE-5C96-F5503240C660}"/>
                </a:ext>
              </a:extLst>
            </p:cNvPr>
            <p:cNvSpPr>
              <a:spLocks noChangeArrowheads="1"/>
            </p:cNvSpPr>
            <p:nvPr/>
          </p:nvSpPr>
          <p:spPr bwMode="auto">
            <a:xfrm>
              <a:off x="3889375" y="4791694"/>
              <a:ext cx="347663" cy="25400"/>
            </a:xfrm>
            <a:custGeom>
              <a:avLst/>
              <a:gdLst>
                <a:gd name="T0" fmla="*/ 2147483646 w 219"/>
                <a:gd name="T1" fmla="*/ 0 h 16"/>
                <a:gd name="T2" fmla="*/ 2147483646 w 219"/>
                <a:gd name="T3" fmla="*/ 0 h 16"/>
                <a:gd name="T4" fmla="*/ 2147483646 w 219"/>
                <a:gd name="T5" fmla="*/ 2147483646 h 16"/>
                <a:gd name="T6" fmla="*/ 0 w 219"/>
                <a:gd name="T7" fmla="*/ 2147483646 h 16"/>
                <a:gd name="T8" fmla="*/ 0 w 219"/>
                <a:gd name="T9" fmla="*/ 2147483646 h 16"/>
                <a:gd name="T10" fmla="*/ 2147483646 w 219"/>
                <a:gd name="T11" fmla="*/ 2147483646 h 16"/>
                <a:gd name="T12" fmla="*/ 2147483646 w 219"/>
                <a:gd name="T13" fmla="*/ 2147483646 h 16"/>
                <a:gd name="T14" fmla="*/ 2147483646 w 219"/>
                <a:gd name="T15" fmla="*/ 2147483646 h 16"/>
                <a:gd name="T16" fmla="*/ 2147483646 w 219"/>
                <a:gd name="T17" fmla="*/ 2147483646 h 16"/>
                <a:gd name="T18" fmla="*/ 2147483646 w 219"/>
                <a:gd name="T19" fmla="*/ 2147483646 h 16"/>
                <a:gd name="T20" fmla="*/ 2147483646 w 219"/>
                <a:gd name="T21" fmla="*/ 2147483646 h 16"/>
                <a:gd name="T22" fmla="*/ 2147483646 w 219"/>
                <a:gd name="T23" fmla="*/ 2147483646 h 16"/>
                <a:gd name="T24" fmla="*/ 2147483646 w 219"/>
                <a:gd name="T25" fmla="*/ 0 h 16"/>
                <a:gd name="T26" fmla="*/ 2147483646 w 219"/>
                <a:gd name="T27" fmla="*/ 0 h 16"/>
                <a:gd name="T28" fmla="*/ 2147483646 w 219"/>
                <a:gd name="T29" fmla="*/ 0 h 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9"/>
                <a:gd name="T46" fmla="*/ 0 h 16"/>
                <a:gd name="T47" fmla="*/ 219 w 219"/>
                <a:gd name="T48" fmla="*/ 16 h 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9" h="16">
                  <a:moveTo>
                    <a:pt x="8" y="0"/>
                  </a:moveTo>
                  <a:lnTo>
                    <a:pt x="5" y="0"/>
                  </a:lnTo>
                  <a:lnTo>
                    <a:pt x="2" y="3"/>
                  </a:lnTo>
                  <a:lnTo>
                    <a:pt x="0" y="5"/>
                  </a:lnTo>
                  <a:lnTo>
                    <a:pt x="0" y="11"/>
                  </a:lnTo>
                  <a:lnTo>
                    <a:pt x="2" y="13"/>
                  </a:lnTo>
                  <a:lnTo>
                    <a:pt x="5" y="16"/>
                  </a:lnTo>
                  <a:lnTo>
                    <a:pt x="214" y="16"/>
                  </a:lnTo>
                  <a:lnTo>
                    <a:pt x="217" y="13"/>
                  </a:lnTo>
                  <a:lnTo>
                    <a:pt x="219" y="11"/>
                  </a:lnTo>
                  <a:lnTo>
                    <a:pt x="219" y="5"/>
                  </a:lnTo>
                  <a:lnTo>
                    <a:pt x="217" y="3"/>
                  </a:lnTo>
                  <a:lnTo>
                    <a:pt x="214" y="0"/>
                  </a:lnTo>
                  <a:lnTo>
                    <a:pt x="211" y="0"/>
                  </a:lnTo>
                  <a:lnTo>
                    <a:pt x="8" y="0"/>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18" name="Freeform 23">
              <a:extLst>
                <a:ext uri="{FF2B5EF4-FFF2-40B4-BE49-F238E27FC236}">
                  <a16:creationId xmlns:a16="http://schemas.microsoft.com/office/drawing/2014/main" id="{F4F2D173-E26F-7B7E-2CCA-CE27B6958730}"/>
                </a:ext>
              </a:extLst>
            </p:cNvPr>
            <p:cNvSpPr>
              <a:spLocks noChangeArrowheads="1"/>
            </p:cNvSpPr>
            <p:nvPr/>
          </p:nvSpPr>
          <p:spPr bwMode="auto">
            <a:xfrm>
              <a:off x="4211638" y="4791694"/>
              <a:ext cx="25400" cy="349250"/>
            </a:xfrm>
            <a:custGeom>
              <a:avLst/>
              <a:gdLst>
                <a:gd name="T0" fmla="*/ 2147483646 w 16"/>
                <a:gd name="T1" fmla="*/ 2147483646 h 220"/>
                <a:gd name="T2" fmla="*/ 2147483646 w 16"/>
                <a:gd name="T3" fmla="*/ 2147483646 h 220"/>
                <a:gd name="T4" fmla="*/ 2147483646 w 16"/>
                <a:gd name="T5" fmla="*/ 2147483646 h 220"/>
                <a:gd name="T6" fmla="*/ 2147483646 w 16"/>
                <a:gd name="T7" fmla="*/ 0 h 220"/>
                <a:gd name="T8" fmla="*/ 2147483646 w 16"/>
                <a:gd name="T9" fmla="*/ 0 h 220"/>
                <a:gd name="T10" fmla="*/ 2147483646 w 16"/>
                <a:gd name="T11" fmla="*/ 2147483646 h 220"/>
                <a:gd name="T12" fmla="*/ 0 w 16"/>
                <a:gd name="T13" fmla="*/ 2147483646 h 220"/>
                <a:gd name="T14" fmla="*/ 0 w 16"/>
                <a:gd name="T15" fmla="*/ 2147483646 h 220"/>
                <a:gd name="T16" fmla="*/ 2147483646 w 16"/>
                <a:gd name="T17" fmla="*/ 2147483646 h 220"/>
                <a:gd name="T18" fmla="*/ 2147483646 w 16"/>
                <a:gd name="T19" fmla="*/ 2147483646 h 220"/>
                <a:gd name="T20" fmla="*/ 2147483646 w 16"/>
                <a:gd name="T21" fmla="*/ 2147483646 h 220"/>
                <a:gd name="T22" fmla="*/ 2147483646 w 16"/>
                <a:gd name="T23" fmla="*/ 2147483646 h 220"/>
                <a:gd name="T24" fmla="*/ 2147483646 w 16"/>
                <a:gd name="T25" fmla="*/ 2147483646 h 220"/>
                <a:gd name="T26" fmla="*/ 2147483646 w 16"/>
                <a:gd name="T27" fmla="*/ 2147483646 h 220"/>
                <a:gd name="T28" fmla="*/ 2147483646 w 16"/>
                <a:gd name="T29" fmla="*/ 2147483646 h 2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
                <a:gd name="T46" fmla="*/ 0 h 220"/>
                <a:gd name="T47" fmla="*/ 16 w 16"/>
                <a:gd name="T48" fmla="*/ 220 h 2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 h="220">
                  <a:moveTo>
                    <a:pt x="16" y="8"/>
                  </a:moveTo>
                  <a:lnTo>
                    <a:pt x="16" y="5"/>
                  </a:lnTo>
                  <a:lnTo>
                    <a:pt x="14" y="3"/>
                  </a:lnTo>
                  <a:lnTo>
                    <a:pt x="11" y="0"/>
                  </a:lnTo>
                  <a:lnTo>
                    <a:pt x="6" y="0"/>
                  </a:lnTo>
                  <a:lnTo>
                    <a:pt x="3" y="3"/>
                  </a:lnTo>
                  <a:lnTo>
                    <a:pt x="0" y="5"/>
                  </a:lnTo>
                  <a:lnTo>
                    <a:pt x="0" y="214"/>
                  </a:lnTo>
                  <a:lnTo>
                    <a:pt x="3" y="217"/>
                  </a:lnTo>
                  <a:lnTo>
                    <a:pt x="6" y="220"/>
                  </a:lnTo>
                  <a:lnTo>
                    <a:pt x="11" y="220"/>
                  </a:lnTo>
                  <a:lnTo>
                    <a:pt x="14" y="217"/>
                  </a:lnTo>
                  <a:lnTo>
                    <a:pt x="16" y="214"/>
                  </a:lnTo>
                  <a:lnTo>
                    <a:pt x="16" y="211"/>
                  </a:lnTo>
                  <a:lnTo>
                    <a:pt x="16" y="8"/>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19" name="Freeform 24">
              <a:extLst>
                <a:ext uri="{FF2B5EF4-FFF2-40B4-BE49-F238E27FC236}">
                  <a16:creationId xmlns:a16="http://schemas.microsoft.com/office/drawing/2014/main" id="{48A1BC0D-58C2-D8A6-21CE-338FF2ACB043}"/>
                </a:ext>
              </a:extLst>
            </p:cNvPr>
            <p:cNvSpPr>
              <a:spLocks noChangeArrowheads="1"/>
            </p:cNvSpPr>
            <p:nvPr/>
          </p:nvSpPr>
          <p:spPr bwMode="auto">
            <a:xfrm>
              <a:off x="4211638" y="5113957"/>
              <a:ext cx="349250" cy="26987"/>
            </a:xfrm>
            <a:custGeom>
              <a:avLst/>
              <a:gdLst>
                <a:gd name="T0" fmla="*/ 2147483646 w 220"/>
                <a:gd name="T1" fmla="*/ 0 h 17"/>
                <a:gd name="T2" fmla="*/ 2147483646 w 220"/>
                <a:gd name="T3" fmla="*/ 0 h 17"/>
                <a:gd name="T4" fmla="*/ 2147483646 w 220"/>
                <a:gd name="T5" fmla="*/ 2147483646 h 17"/>
                <a:gd name="T6" fmla="*/ 0 w 220"/>
                <a:gd name="T7" fmla="*/ 2147483646 h 17"/>
                <a:gd name="T8" fmla="*/ 0 w 220"/>
                <a:gd name="T9" fmla="*/ 2147483646 h 17"/>
                <a:gd name="T10" fmla="*/ 2147483646 w 220"/>
                <a:gd name="T11" fmla="*/ 2147483646 h 17"/>
                <a:gd name="T12" fmla="*/ 2147483646 w 220"/>
                <a:gd name="T13" fmla="*/ 2147483646 h 17"/>
                <a:gd name="T14" fmla="*/ 2147483646 w 220"/>
                <a:gd name="T15" fmla="*/ 2147483646 h 17"/>
                <a:gd name="T16" fmla="*/ 2147483646 w 220"/>
                <a:gd name="T17" fmla="*/ 2147483646 h 17"/>
                <a:gd name="T18" fmla="*/ 2147483646 w 220"/>
                <a:gd name="T19" fmla="*/ 2147483646 h 17"/>
                <a:gd name="T20" fmla="*/ 2147483646 w 220"/>
                <a:gd name="T21" fmla="*/ 2147483646 h 17"/>
                <a:gd name="T22" fmla="*/ 2147483646 w 220"/>
                <a:gd name="T23" fmla="*/ 2147483646 h 17"/>
                <a:gd name="T24" fmla="*/ 2147483646 w 220"/>
                <a:gd name="T25" fmla="*/ 0 h 17"/>
                <a:gd name="T26" fmla="*/ 2147483646 w 220"/>
                <a:gd name="T27" fmla="*/ 0 h 17"/>
                <a:gd name="T28" fmla="*/ 2147483646 w 220"/>
                <a:gd name="T29" fmla="*/ 0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20"/>
                <a:gd name="T46" fmla="*/ 0 h 17"/>
                <a:gd name="T47" fmla="*/ 220 w 220"/>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20" h="17">
                  <a:moveTo>
                    <a:pt x="8" y="0"/>
                  </a:moveTo>
                  <a:lnTo>
                    <a:pt x="6" y="0"/>
                  </a:lnTo>
                  <a:lnTo>
                    <a:pt x="3" y="3"/>
                  </a:lnTo>
                  <a:lnTo>
                    <a:pt x="0" y="6"/>
                  </a:lnTo>
                  <a:lnTo>
                    <a:pt x="0" y="11"/>
                  </a:lnTo>
                  <a:lnTo>
                    <a:pt x="3" y="14"/>
                  </a:lnTo>
                  <a:lnTo>
                    <a:pt x="6" y="17"/>
                  </a:lnTo>
                  <a:lnTo>
                    <a:pt x="214" y="17"/>
                  </a:lnTo>
                  <a:lnTo>
                    <a:pt x="217" y="14"/>
                  </a:lnTo>
                  <a:lnTo>
                    <a:pt x="220" y="11"/>
                  </a:lnTo>
                  <a:lnTo>
                    <a:pt x="220" y="6"/>
                  </a:lnTo>
                  <a:lnTo>
                    <a:pt x="217" y="3"/>
                  </a:lnTo>
                  <a:lnTo>
                    <a:pt x="214" y="0"/>
                  </a:lnTo>
                  <a:lnTo>
                    <a:pt x="212" y="0"/>
                  </a:lnTo>
                  <a:lnTo>
                    <a:pt x="8" y="0"/>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20" name="Line 25">
              <a:extLst>
                <a:ext uri="{FF2B5EF4-FFF2-40B4-BE49-F238E27FC236}">
                  <a16:creationId xmlns:a16="http://schemas.microsoft.com/office/drawing/2014/main" id="{8CC23364-72C2-987C-176E-C9385DCB8995}"/>
                </a:ext>
              </a:extLst>
            </p:cNvPr>
            <p:cNvSpPr>
              <a:spLocks noChangeShapeType="1"/>
            </p:cNvSpPr>
            <p:nvPr/>
          </p:nvSpPr>
          <p:spPr bwMode="auto">
            <a:xfrm>
              <a:off x="895350" y="5764832"/>
              <a:ext cx="3784600" cy="111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50221" name="Line 26">
              <a:extLst>
                <a:ext uri="{FF2B5EF4-FFF2-40B4-BE49-F238E27FC236}">
                  <a16:creationId xmlns:a16="http://schemas.microsoft.com/office/drawing/2014/main" id="{1BE2806D-2B0C-C98D-DECA-0960E256984A}"/>
                </a:ext>
              </a:extLst>
            </p:cNvPr>
            <p:cNvSpPr>
              <a:spLocks noChangeShapeType="1"/>
            </p:cNvSpPr>
            <p:nvPr/>
          </p:nvSpPr>
          <p:spPr bwMode="auto">
            <a:xfrm>
              <a:off x="1304925" y="4320207"/>
              <a:ext cx="1588" cy="1800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50222" name="Line 27">
              <a:extLst>
                <a:ext uri="{FF2B5EF4-FFF2-40B4-BE49-F238E27FC236}">
                  <a16:creationId xmlns:a16="http://schemas.microsoft.com/office/drawing/2014/main" id="{0D99A263-D8D1-E709-186A-F8A2C34C81DF}"/>
                </a:ext>
              </a:extLst>
            </p:cNvPr>
            <p:cNvSpPr>
              <a:spLocks noChangeShapeType="1"/>
            </p:cNvSpPr>
            <p:nvPr/>
          </p:nvSpPr>
          <p:spPr bwMode="auto">
            <a:xfrm>
              <a:off x="1963738" y="4320207"/>
              <a:ext cx="1587" cy="1800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50223" name="Line 28">
              <a:extLst>
                <a:ext uri="{FF2B5EF4-FFF2-40B4-BE49-F238E27FC236}">
                  <a16:creationId xmlns:a16="http://schemas.microsoft.com/office/drawing/2014/main" id="{1D2FA062-FD84-E299-9A06-55428146EE6E}"/>
                </a:ext>
              </a:extLst>
            </p:cNvPr>
            <p:cNvSpPr>
              <a:spLocks noChangeShapeType="1"/>
            </p:cNvSpPr>
            <p:nvPr/>
          </p:nvSpPr>
          <p:spPr bwMode="auto">
            <a:xfrm>
              <a:off x="2597150" y="4320207"/>
              <a:ext cx="1588" cy="1800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50224" name="Line 29">
              <a:extLst>
                <a:ext uri="{FF2B5EF4-FFF2-40B4-BE49-F238E27FC236}">
                  <a16:creationId xmlns:a16="http://schemas.microsoft.com/office/drawing/2014/main" id="{128EAEC2-1324-707A-0E92-506AFF527DCE}"/>
                </a:ext>
              </a:extLst>
            </p:cNvPr>
            <p:cNvSpPr>
              <a:spLocks noChangeShapeType="1"/>
            </p:cNvSpPr>
            <p:nvPr/>
          </p:nvSpPr>
          <p:spPr bwMode="auto">
            <a:xfrm>
              <a:off x="3243263" y="4320207"/>
              <a:ext cx="1587" cy="1800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50225" name="Line 30">
              <a:extLst>
                <a:ext uri="{FF2B5EF4-FFF2-40B4-BE49-F238E27FC236}">
                  <a16:creationId xmlns:a16="http://schemas.microsoft.com/office/drawing/2014/main" id="{242AB86F-76B3-8494-4B25-D76843135120}"/>
                </a:ext>
              </a:extLst>
            </p:cNvPr>
            <p:cNvSpPr>
              <a:spLocks noChangeShapeType="1"/>
            </p:cNvSpPr>
            <p:nvPr/>
          </p:nvSpPr>
          <p:spPr bwMode="auto">
            <a:xfrm>
              <a:off x="3889375" y="4320207"/>
              <a:ext cx="1588" cy="1800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50226" name="Freeform 31">
              <a:extLst>
                <a:ext uri="{FF2B5EF4-FFF2-40B4-BE49-F238E27FC236}">
                  <a16:creationId xmlns:a16="http://schemas.microsoft.com/office/drawing/2014/main" id="{33C1B005-0B41-6FAD-8BC1-FF8B5912B051}"/>
                </a:ext>
              </a:extLst>
            </p:cNvPr>
            <p:cNvSpPr>
              <a:spLocks noChangeArrowheads="1"/>
            </p:cNvSpPr>
            <p:nvPr/>
          </p:nvSpPr>
          <p:spPr bwMode="auto">
            <a:xfrm>
              <a:off x="865188" y="5748957"/>
              <a:ext cx="527050" cy="46037"/>
            </a:xfrm>
            <a:custGeom>
              <a:avLst/>
              <a:gdLst>
                <a:gd name="T0" fmla="*/ 2147483646 w 257"/>
                <a:gd name="T1" fmla="*/ 0 h 27"/>
                <a:gd name="T2" fmla="*/ 2147483646 w 257"/>
                <a:gd name="T3" fmla="*/ 0 h 27"/>
                <a:gd name="T4" fmla="*/ 2147483646 w 257"/>
                <a:gd name="T5" fmla="*/ 2147483646 h 27"/>
                <a:gd name="T6" fmla="*/ 2147483646 w 257"/>
                <a:gd name="T7" fmla="*/ 2147483646 h 27"/>
                <a:gd name="T8" fmla="*/ 0 w 257"/>
                <a:gd name="T9" fmla="*/ 2147483646 h 27"/>
                <a:gd name="T10" fmla="*/ 0 w 257"/>
                <a:gd name="T11" fmla="*/ 2147483646 h 27"/>
                <a:gd name="T12" fmla="*/ 2147483646 w 257"/>
                <a:gd name="T13" fmla="*/ 2147483646 h 27"/>
                <a:gd name="T14" fmla="*/ 2147483646 w 257"/>
                <a:gd name="T15" fmla="*/ 2147483646 h 27"/>
                <a:gd name="T16" fmla="*/ 2147483646 w 257"/>
                <a:gd name="T17" fmla="*/ 2147483646 h 27"/>
                <a:gd name="T18" fmla="*/ 2147483646 w 257"/>
                <a:gd name="T19" fmla="*/ 2147483646 h 27"/>
                <a:gd name="T20" fmla="*/ 2147483646 w 257"/>
                <a:gd name="T21" fmla="*/ 2147483646 h 27"/>
                <a:gd name="T22" fmla="*/ 2147483646 w 257"/>
                <a:gd name="T23" fmla="*/ 2147483646 h 27"/>
                <a:gd name="T24" fmla="*/ 2147483646 w 257"/>
                <a:gd name="T25" fmla="*/ 2147483646 h 27"/>
                <a:gd name="T26" fmla="*/ 2147483646 w 257"/>
                <a:gd name="T27" fmla="*/ 2147483646 h 27"/>
                <a:gd name="T28" fmla="*/ 2147483646 w 257"/>
                <a:gd name="T29" fmla="*/ 2147483646 h 27"/>
                <a:gd name="T30" fmla="*/ 2147483646 w 257"/>
                <a:gd name="T31" fmla="*/ 2147483646 h 27"/>
                <a:gd name="T32" fmla="*/ 2147483646 w 257"/>
                <a:gd name="T33" fmla="*/ 0 h 27"/>
                <a:gd name="T34" fmla="*/ 2147483646 w 257"/>
                <a:gd name="T35" fmla="*/ 0 h 27"/>
                <a:gd name="T36" fmla="*/ 2147483646 w 257"/>
                <a:gd name="T37" fmla="*/ 0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7"/>
                <a:gd name="T58" fmla="*/ 0 h 27"/>
                <a:gd name="T59" fmla="*/ 257 w 257"/>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7" h="27">
                  <a:moveTo>
                    <a:pt x="14" y="0"/>
                  </a:moveTo>
                  <a:lnTo>
                    <a:pt x="10" y="0"/>
                  </a:lnTo>
                  <a:lnTo>
                    <a:pt x="7" y="1"/>
                  </a:lnTo>
                  <a:lnTo>
                    <a:pt x="2" y="7"/>
                  </a:lnTo>
                  <a:lnTo>
                    <a:pt x="0" y="9"/>
                  </a:lnTo>
                  <a:lnTo>
                    <a:pt x="0" y="18"/>
                  </a:lnTo>
                  <a:lnTo>
                    <a:pt x="2" y="20"/>
                  </a:lnTo>
                  <a:lnTo>
                    <a:pt x="7" y="26"/>
                  </a:lnTo>
                  <a:lnTo>
                    <a:pt x="10" y="27"/>
                  </a:lnTo>
                  <a:lnTo>
                    <a:pt x="247" y="27"/>
                  </a:lnTo>
                  <a:lnTo>
                    <a:pt x="250" y="26"/>
                  </a:lnTo>
                  <a:lnTo>
                    <a:pt x="255" y="20"/>
                  </a:lnTo>
                  <a:lnTo>
                    <a:pt x="257" y="18"/>
                  </a:lnTo>
                  <a:lnTo>
                    <a:pt x="257" y="9"/>
                  </a:lnTo>
                  <a:lnTo>
                    <a:pt x="255" y="7"/>
                  </a:lnTo>
                  <a:lnTo>
                    <a:pt x="250" y="1"/>
                  </a:lnTo>
                  <a:lnTo>
                    <a:pt x="247" y="0"/>
                  </a:lnTo>
                  <a:lnTo>
                    <a:pt x="243" y="0"/>
                  </a:lnTo>
                  <a:lnTo>
                    <a:pt x="14" y="0"/>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27" name="Rectangle 32">
              <a:extLst>
                <a:ext uri="{FF2B5EF4-FFF2-40B4-BE49-F238E27FC236}">
                  <a16:creationId xmlns:a16="http://schemas.microsoft.com/office/drawing/2014/main" id="{72E74D5D-4122-2815-D4A3-AF7FCF2B15D6}"/>
                </a:ext>
              </a:extLst>
            </p:cNvPr>
            <p:cNvSpPr>
              <a:spLocks noChangeArrowheads="1"/>
            </p:cNvSpPr>
            <p:nvPr/>
          </p:nvSpPr>
          <p:spPr bwMode="auto">
            <a:xfrm>
              <a:off x="506413" y="4744069"/>
              <a:ext cx="5826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buClr>
                  <a:srgbClr val="000000"/>
                </a:buClr>
                <a:buSzPct val="100000"/>
                <a:buFont typeface="Times New Roman" panose="02020603050405020304" pitchFamily="18" charset="0"/>
                <a:buNone/>
              </a:pPr>
              <a:r>
                <a:rPr lang="it-IT" altLang="it-IT" sz="2000">
                  <a:solidFill>
                    <a:srgbClr val="003366"/>
                  </a:solidFill>
                  <a:latin typeface="Swiss 721 SWA" charset="0"/>
                  <a:ea typeface="MS PGothic" panose="020B0600070205080204" pitchFamily="34" charset="-128"/>
                </a:rPr>
                <a:t>clock</a:t>
              </a:r>
            </a:p>
          </p:txBody>
        </p:sp>
        <p:sp>
          <p:nvSpPr>
            <p:cNvPr id="50228" name="Rectangle 33">
              <a:extLst>
                <a:ext uri="{FF2B5EF4-FFF2-40B4-BE49-F238E27FC236}">
                  <a16:creationId xmlns:a16="http://schemas.microsoft.com/office/drawing/2014/main" id="{4DC900D7-6EB9-99A9-C55A-DD578BCF2B7F}"/>
                </a:ext>
              </a:extLst>
            </p:cNvPr>
            <p:cNvSpPr>
              <a:spLocks noChangeArrowheads="1"/>
            </p:cNvSpPr>
            <p:nvPr/>
          </p:nvSpPr>
          <p:spPr bwMode="auto">
            <a:xfrm>
              <a:off x="798513" y="5352082"/>
              <a:ext cx="217487"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buClr>
                  <a:srgbClr val="000000"/>
                </a:buClr>
                <a:buSzPct val="100000"/>
                <a:buFont typeface="Times New Roman" panose="02020603050405020304" pitchFamily="18" charset="0"/>
                <a:buNone/>
              </a:pPr>
              <a:r>
                <a:rPr lang="it-IT" altLang="it-IT" sz="2200">
                  <a:solidFill>
                    <a:srgbClr val="003366"/>
                  </a:solidFill>
                  <a:latin typeface="Swiss 721 SWA" charset="0"/>
                  <a:ea typeface="MS PGothic" panose="020B0600070205080204" pitchFamily="34" charset="-128"/>
                </a:rPr>
                <a:t>Q</a:t>
              </a:r>
            </a:p>
          </p:txBody>
        </p:sp>
        <p:sp>
          <p:nvSpPr>
            <p:cNvPr id="50229" name="Line 34">
              <a:extLst>
                <a:ext uri="{FF2B5EF4-FFF2-40B4-BE49-F238E27FC236}">
                  <a16:creationId xmlns:a16="http://schemas.microsoft.com/office/drawing/2014/main" id="{EEA7BE07-EAA0-6DCC-BC85-AF71F53EAA7B}"/>
                </a:ext>
              </a:extLst>
            </p:cNvPr>
            <p:cNvSpPr>
              <a:spLocks noChangeShapeType="1"/>
            </p:cNvSpPr>
            <p:nvPr/>
          </p:nvSpPr>
          <p:spPr bwMode="auto">
            <a:xfrm flipV="1">
              <a:off x="1370013" y="5448919"/>
              <a:ext cx="1587" cy="3270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50230" name="Freeform 35">
              <a:extLst>
                <a:ext uri="{FF2B5EF4-FFF2-40B4-BE49-F238E27FC236}">
                  <a16:creationId xmlns:a16="http://schemas.microsoft.com/office/drawing/2014/main" id="{727F8F4E-02B5-0214-3151-2B8258D71798}"/>
                </a:ext>
              </a:extLst>
            </p:cNvPr>
            <p:cNvSpPr>
              <a:spLocks noChangeArrowheads="1"/>
            </p:cNvSpPr>
            <p:nvPr/>
          </p:nvSpPr>
          <p:spPr bwMode="auto">
            <a:xfrm>
              <a:off x="1347788" y="5428282"/>
              <a:ext cx="44450" cy="366712"/>
            </a:xfrm>
            <a:custGeom>
              <a:avLst/>
              <a:gdLst>
                <a:gd name="T0" fmla="*/ 0 w 28"/>
                <a:gd name="T1" fmla="*/ 2147483646 h 231"/>
                <a:gd name="T2" fmla="*/ 0 w 28"/>
                <a:gd name="T3" fmla="*/ 2147483646 h 231"/>
                <a:gd name="T4" fmla="*/ 2147483646 w 28"/>
                <a:gd name="T5" fmla="*/ 2147483646 h 231"/>
                <a:gd name="T6" fmla="*/ 2147483646 w 28"/>
                <a:gd name="T7" fmla="*/ 2147483646 h 231"/>
                <a:gd name="T8" fmla="*/ 2147483646 w 28"/>
                <a:gd name="T9" fmla="*/ 2147483646 h 231"/>
                <a:gd name="T10" fmla="*/ 2147483646 w 28"/>
                <a:gd name="T11" fmla="*/ 2147483646 h 231"/>
                <a:gd name="T12" fmla="*/ 2147483646 w 28"/>
                <a:gd name="T13" fmla="*/ 2147483646 h 231"/>
                <a:gd name="T14" fmla="*/ 2147483646 w 28"/>
                <a:gd name="T15" fmla="*/ 2147483646 h 231"/>
                <a:gd name="T16" fmla="*/ 2147483646 w 28"/>
                <a:gd name="T17" fmla="*/ 2147483646 h 231"/>
                <a:gd name="T18" fmla="*/ 2147483646 w 28"/>
                <a:gd name="T19" fmla="*/ 2147483646 h 231"/>
                <a:gd name="T20" fmla="*/ 2147483646 w 28"/>
                <a:gd name="T21" fmla="*/ 2147483646 h 231"/>
                <a:gd name="T22" fmla="*/ 2147483646 w 28"/>
                <a:gd name="T23" fmla="*/ 2147483646 h 231"/>
                <a:gd name="T24" fmla="*/ 2147483646 w 28"/>
                <a:gd name="T25" fmla="*/ 0 h 231"/>
                <a:gd name="T26" fmla="*/ 2147483646 w 28"/>
                <a:gd name="T27" fmla="*/ 0 h 231"/>
                <a:gd name="T28" fmla="*/ 2147483646 w 28"/>
                <a:gd name="T29" fmla="*/ 2147483646 h 231"/>
                <a:gd name="T30" fmla="*/ 2147483646 w 28"/>
                <a:gd name="T31" fmla="*/ 2147483646 h 231"/>
                <a:gd name="T32" fmla="*/ 0 w 28"/>
                <a:gd name="T33" fmla="*/ 2147483646 h 231"/>
                <a:gd name="T34" fmla="*/ 0 w 28"/>
                <a:gd name="T35" fmla="*/ 2147483646 h 231"/>
                <a:gd name="T36" fmla="*/ 0 w 28"/>
                <a:gd name="T37" fmla="*/ 2147483646 h 2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
                <a:gd name="T58" fmla="*/ 0 h 231"/>
                <a:gd name="T59" fmla="*/ 28 w 28"/>
                <a:gd name="T60" fmla="*/ 231 h 2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 h="231">
                  <a:moveTo>
                    <a:pt x="0" y="218"/>
                  </a:moveTo>
                  <a:lnTo>
                    <a:pt x="0" y="222"/>
                  </a:lnTo>
                  <a:lnTo>
                    <a:pt x="2" y="224"/>
                  </a:lnTo>
                  <a:lnTo>
                    <a:pt x="7" y="230"/>
                  </a:lnTo>
                  <a:lnTo>
                    <a:pt x="10" y="231"/>
                  </a:lnTo>
                  <a:lnTo>
                    <a:pt x="18" y="231"/>
                  </a:lnTo>
                  <a:lnTo>
                    <a:pt x="21" y="230"/>
                  </a:lnTo>
                  <a:lnTo>
                    <a:pt x="26" y="224"/>
                  </a:lnTo>
                  <a:lnTo>
                    <a:pt x="28" y="222"/>
                  </a:lnTo>
                  <a:lnTo>
                    <a:pt x="28" y="10"/>
                  </a:lnTo>
                  <a:lnTo>
                    <a:pt x="26" y="7"/>
                  </a:lnTo>
                  <a:lnTo>
                    <a:pt x="21" y="2"/>
                  </a:lnTo>
                  <a:lnTo>
                    <a:pt x="18" y="0"/>
                  </a:lnTo>
                  <a:lnTo>
                    <a:pt x="10" y="0"/>
                  </a:lnTo>
                  <a:lnTo>
                    <a:pt x="7" y="2"/>
                  </a:lnTo>
                  <a:lnTo>
                    <a:pt x="2" y="7"/>
                  </a:lnTo>
                  <a:lnTo>
                    <a:pt x="0" y="10"/>
                  </a:lnTo>
                  <a:lnTo>
                    <a:pt x="0" y="14"/>
                  </a:lnTo>
                  <a:lnTo>
                    <a:pt x="0" y="218"/>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31" name="Freeform 36">
              <a:extLst>
                <a:ext uri="{FF2B5EF4-FFF2-40B4-BE49-F238E27FC236}">
                  <a16:creationId xmlns:a16="http://schemas.microsoft.com/office/drawing/2014/main" id="{2E432492-8879-F64B-EA75-24455891209A}"/>
                </a:ext>
              </a:extLst>
            </p:cNvPr>
            <p:cNvSpPr>
              <a:spLocks noChangeArrowheads="1"/>
            </p:cNvSpPr>
            <p:nvPr/>
          </p:nvSpPr>
          <p:spPr bwMode="auto">
            <a:xfrm>
              <a:off x="1347788" y="5428282"/>
              <a:ext cx="690562" cy="44450"/>
            </a:xfrm>
            <a:custGeom>
              <a:avLst/>
              <a:gdLst>
                <a:gd name="T0" fmla="*/ 2147483646 w 435"/>
                <a:gd name="T1" fmla="*/ 0 h 28"/>
                <a:gd name="T2" fmla="*/ 2147483646 w 435"/>
                <a:gd name="T3" fmla="*/ 0 h 28"/>
                <a:gd name="T4" fmla="*/ 2147483646 w 435"/>
                <a:gd name="T5" fmla="*/ 2147483646 h 28"/>
                <a:gd name="T6" fmla="*/ 2147483646 w 435"/>
                <a:gd name="T7" fmla="*/ 2147483646 h 28"/>
                <a:gd name="T8" fmla="*/ 0 w 435"/>
                <a:gd name="T9" fmla="*/ 2147483646 h 28"/>
                <a:gd name="T10" fmla="*/ 0 w 435"/>
                <a:gd name="T11" fmla="*/ 2147483646 h 28"/>
                <a:gd name="T12" fmla="*/ 2147483646 w 435"/>
                <a:gd name="T13" fmla="*/ 2147483646 h 28"/>
                <a:gd name="T14" fmla="*/ 2147483646 w 435"/>
                <a:gd name="T15" fmla="*/ 2147483646 h 28"/>
                <a:gd name="T16" fmla="*/ 2147483646 w 435"/>
                <a:gd name="T17" fmla="*/ 2147483646 h 28"/>
                <a:gd name="T18" fmla="*/ 2147483646 w 435"/>
                <a:gd name="T19" fmla="*/ 2147483646 h 28"/>
                <a:gd name="T20" fmla="*/ 2147483646 w 435"/>
                <a:gd name="T21" fmla="*/ 2147483646 h 28"/>
                <a:gd name="T22" fmla="*/ 2147483646 w 435"/>
                <a:gd name="T23" fmla="*/ 2147483646 h 28"/>
                <a:gd name="T24" fmla="*/ 2147483646 w 435"/>
                <a:gd name="T25" fmla="*/ 2147483646 h 28"/>
                <a:gd name="T26" fmla="*/ 2147483646 w 435"/>
                <a:gd name="T27" fmla="*/ 2147483646 h 28"/>
                <a:gd name="T28" fmla="*/ 2147483646 w 435"/>
                <a:gd name="T29" fmla="*/ 2147483646 h 28"/>
                <a:gd name="T30" fmla="*/ 2147483646 w 435"/>
                <a:gd name="T31" fmla="*/ 2147483646 h 28"/>
                <a:gd name="T32" fmla="*/ 2147483646 w 435"/>
                <a:gd name="T33" fmla="*/ 0 h 28"/>
                <a:gd name="T34" fmla="*/ 2147483646 w 435"/>
                <a:gd name="T35" fmla="*/ 0 h 28"/>
                <a:gd name="T36" fmla="*/ 2147483646 w 435"/>
                <a:gd name="T37" fmla="*/ 0 h 2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35"/>
                <a:gd name="T58" fmla="*/ 0 h 28"/>
                <a:gd name="T59" fmla="*/ 435 w 435"/>
                <a:gd name="T60" fmla="*/ 28 h 2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35" h="28">
                  <a:moveTo>
                    <a:pt x="14" y="0"/>
                  </a:moveTo>
                  <a:lnTo>
                    <a:pt x="10" y="0"/>
                  </a:lnTo>
                  <a:lnTo>
                    <a:pt x="7" y="2"/>
                  </a:lnTo>
                  <a:lnTo>
                    <a:pt x="2" y="7"/>
                  </a:lnTo>
                  <a:lnTo>
                    <a:pt x="0" y="10"/>
                  </a:lnTo>
                  <a:lnTo>
                    <a:pt x="0" y="18"/>
                  </a:lnTo>
                  <a:lnTo>
                    <a:pt x="2" y="21"/>
                  </a:lnTo>
                  <a:lnTo>
                    <a:pt x="7" y="26"/>
                  </a:lnTo>
                  <a:lnTo>
                    <a:pt x="10" y="28"/>
                  </a:lnTo>
                  <a:lnTo>
                    <a:pt x="425" y="28"/>
                  </a:lnTo>
                  <a:lnTo>
                    <a:pt x="428" y="26"/>
                  </a:lnTo>
                  <a:lnTo>
                    <a:pt x="433" y="21"/>
                  </a:lnTo>
                  <a:lnTo>
                    <a:pt x="435" y="18"/>
                  </a:lnTo>
                  <a:lnTo>
                    <a:pt x="435" y="10"/>
                  </a:lnTo>
                  <a:lnTo>
                    <a:pt x="433" y="7"/>
                  </a:lnTo>
                  <a:lnTo>
                    <a:pt x="428" y="2"/>
                  </a:lnTo>
                  <a:lnTo>
                    <a:pt x="425" y="0"/>
                  </a:lnTo>
                  <a:lnTo>
                    <a:pt x="421" y="0"/>
                  </a:lnTo>
                  <a:lnTo>
                    <a:pt x="14" y="0"/>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32" name="Freeform 37">
              <a:extLst>
                <a:ext uri="{FF2B5EF4-FFF2-40B4-BE49-F238E27FC236}">
                  <a16:creationId xmlns:a16="http://schemas.microsoft.com/office/drawing/2014/main" id="{CA57FEB6-2819-B70B-1A63-A5FCE4A89FEF}"/>
                </a:ext>
              </a:extLst>
            </p:cNvPr>
            <p:cNvSpPr>
              <a:spLocks noChangeArrowheads="1"/>
            </p:cNvSpPr>
            <p:nvPr/>
          </p:nvSpPr>
          <p:spPr bwMode="auto">
            <a:xfrm>
              <a:off x="1993900" y="5428282"/>
              <a:ext cx="44450" cy="366712"/>
            </a:xfrm>
            <a:custGeom>
              <a:avLst/>
              <a:gdLst>
                <a:gd name="T0" fmla="*/ 2147483646 w 28"/>
                <a:gd name="T1" fmla="*/ 2147483646 h 231"/>
                <a:gd name="T2" fmla="*/ 2147483646 w 28"/>
                <a:gd name="T3" fmla="*/ 2147483646 h 231"/>
                <a:gd name="T4" fmla="*/ 2147483646 w 28"/>
                <a:gd name="T5" fmla="*/ 2147483646 h 231"/>
                <a:gd name="T6" fmla="*/ 2147483646 w 28"/>
                <a:gd name="T7" fmla="*/ 2147483646 h 231"/>
                <a:gd name="T8" fmla="*/ 2147483646 w 28"/>
                <a:gd name="T9" fmla="*/ 0 h 231"/>
                <a:gd name="T10" fmla="*/ 2147483646 w 28"/>
                <a:gd name="T11" fmla="*/ 0 h 231"/>
                <a:gd name="T12" fmla="*/ 2147483646 w 28"/>
                <a:gd name="T13" fmla="*/ 2147483646 h 231"/>
                <a:gd name="T14" fmla="*/ 2147483646 w 28"/>
                <a:gd name="T15" fmla="*/ 2147483646 h 231"/>
                <a:gd name="T16" fmla="*/ 0 w 28"/>
                <a:gd name="T17" fmla="*/ 2147483646 h 231"/>
                <a:gd name="T18" fmla="*/ 0 w 28"/>
                <a:gd name="T19" fmla="*/ 2147483646 h 231"/>
                <a:gd name="T20" fmla="*/ 2147483646 w 28"/>
                <a:gd name="T21" fmla="*/ 2147483646 h 231"/>
                <a:gd name="T22" fmla="*/ 2147483646 w 28"/>
                <a:gd name="T23" fmla="*/ 2147483646 h 231"/>
                <a:gd name="T24" fmla="*/ 2147483646 w 28"/>
                <a:gd name="T25" fmla="*/ 2147483646 h 231"/>
                <a:gd name="T26" fmla="*/ 2147483646 w 28"/>
                <a:gd name="T27" fmla="*/ 2147483646 h 231"/>
                <a:gd name="T28" fmla="*/ 2147483646 w 28"/>
                <a:gd name="T29" fmla="*/ 2147483646 h 231"/>
                <a:gd name="T30" fmla="*/ 2147483646 w 28"/>
                <a:gd name="T31" fmla="*/ 2147483646 h 231"/>
                <a:gd name="T32" fmla="*/ 2147483646 w 28"/>
                <a:gd name="T33" fmla="*/ 2147483646 h 231"/>
                <a:gd name="T34" fmla="*/ 2147483646 w 28"/>
                <a:gd name="T35" fmla="*/ 2147483646 h 231"/>
                <a:gd name="T36" fmla="*/ 2147483646 w 28"/>
                <a:gd name="T37" fmla="*/ 2147483646 h 2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
                <a:gd name="T58" fmla="*/ 0 h 231"/>
                <a:gd name="T59" fmla="*/ 28 w 28"/>
                <a:gd name="T60" fmla="*/ 231 h 2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 h="231">
                  <a:moveTo>
                    <a:pt x="28" y="14"/>
                  </a:moveTo>
                  <a:lnTo>
                    <a:pt x="28" y="10"/>
                  </a:lnTo>
                  <a:lnTo>
                    <a:pt x="26" y="7"/>
                  </a:lnTo>
                  <a:lnTo>
                    <a:pt x="21" y="2"/>
                  </a:lnTo>
                  <a:lnTo>
                    <a:pt x="18" y="0"/>
                  </a:lnTo>
                  <a:lnTo>
                    <a:pt x="10" y="0"/>
                  </a:lnTo>
                  <a:lnTo>
                    <a:pt x="7" y="2"/>
                  </a:lnTo>
                  <a:lnTo>
                    <a:pt x="2" y="7"/>
                  </a:lnTo>
                  <a:lnTo>
                    <a:pt x="0" y="10"/>
                  </a:lnTo>
                  <a:lnTo>
                    <a:pt x="0" y="222"/>
                  </a:lnTo>
                  <a:lnTo>
                    <a:pt x="2" y="224"/>
                  </a:lnTo>
                  <a:lnTo>
                    <a:pt x="7" y="230"/>
                  </a:lnTo>
                  <a:lnTo>
                    <a:pt x="10" y="231"/>
                  </a:lnTo>
                  <a:lnTo>
                    <a:pt x="18" y="231"/>
                  </a:lnTo>
                  <a:lnTo>
                    <a:pt x="21" y="230"/>
                  </a:lnTo>
                  <a:lnTo>
                    <a:pt x="26" y="224"/>
                  </a:lnTo>
                  <a:lnTo>
                    <a:pt x="28" y="222"/>
                  </a:lnTo>
                  <a:lnTo>
                    <a:pt x="28" y="218"/>
                  </a:lnTo>
                  <a:lnTo>
                    <a:pt x="28" y="14"/>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33" name="Freeform 38">
              <a:extLst>
                <a:ext uri="{FF2B5EF4-FFF2-40B4-BE49-F238E27FC236}">
                  <a16:creationId xmlns:a16="http://schemas.microsoft.com/office/drawing/2014/main" id="{94A09A01-E986-B4FE-30FC-1A8BF161251B}"/>
                </a:ext>
              </a:extLst>
            </p:cNvPr>
            <p:cNvSpPr>
              <a:spLocks noChangeArrowheads="1"/>
            </p:cNvSpPr>
            <p:nvPr/>
          </p:nvSpPr>
          <p:spPr bwMode="auto">
            <a:xfrm>
              <a:off x="2014538" y="5758482"/>
              <a:ext cx="688975" cy="42862"/>
            </a:xfrm>
            <a:custGeom>
              <a:avLst/>
              <a:gdLst>
                <a:gd name="T0" fmla="*/ 2147483646 w 434"/>
                <a:gd name="T1" fmla="*/ 0 h 27"/>
                <a:gd name="T2" fmla="*/ 2147483646 w 434"/>
                <a:gd name="T3" fmla="*/ 0 h 27"/>
                <a:gd name="T4" fmla="*/ 2147483646 w 434"/>
                <a:gd name="T5" fmla="*/ 2147483646 h 27"/>
                <a:gd name="T6" fmla="*/ 2147483646 w 434"/>
                <a:gd name="T7" fmla="*/ 2147483646 h 27"/>
                <a:gd name="T8" fmla="*/ 0 w 434"/>
                <a:gd name="T9" fmla="*/ 2147483646 h 27"/>
                <a:gd name="T10" fmla="*/ 0 w 434"/>
                <a:gd name="T11" fmla="*/ 2147483646 h 27"/>
                <a:gd name="T12" fmla="*/ 2147483646 w 434"/>
                <a:gd name="T13" fmla="*/ 2147483646 h 27"/>
                <a:gd name="T14" fmla="*/ 2147483646 w 434"/>
                <a:gd name="T15" fmla="*/ 2147483646 h 27"/>
                <a:gd name="T16" fmla="*/ 2147483646 w 434"/>
                <a:gd name="T17" fmla="*/ 2147483646 h 27"/>
                <a:gd name="T18" fmla="*/ 2147483646 w 434"/>
                <a:gd name="T19" fmla="*/ 2147483646 h 27"/>
                <a:gd name="T20" fmla="*/ 2147483646 w 434"/>
                <a:gd name="T21" fmla="*/ 2147483646 h 27"/>
                <a:gd name="T22" fmla="*/ 2147483646 w 434"/>
                <a:gd name="T23" fmla="*/ 2147483646 h 27"/>
                <a:gd name="T24" fmla="*/ 2147483646 w 434"/>
                <a:gd name="T25" fmla="*/ 2147483646 h 27"/>
                <a:gd name="T26" fmla="*/ 2147483646 w 434"/>
                <a:gd name="T27" fmla="*/ 2147483646 h 27"/>
                <a:gd name="T28" fmla="*/ 2147483646 w 434"/>
                <a:gd name="T29" fmla="*/ 2147483646 h 27"/>
                <a:gd name="T30" fmla="*/ 2147483646 w 434"/>
                <a:gd name="T31" fmla="*/ 2147483646 h 27"/>
                <a:gd name="T32" fmla="*/ 2147483646 w 434"/>
                <a:gd name="T33" fmla="*/ 0 h 27"/>
                <a:gd name="T34" fmla="*/ 2147483646 w 434"/>
                <a:gd name="T35" fmla="*/ 0 h 27"/>
                <a:gd name="T36" fmla="*/ 2147483646 w 434"/>
                <a:gd name="T37" fmla="*/ 0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34"/>
                <a:gd name="T58" fmla="*/ 0 h 27"/>
                <a:gd name="T59" fmla="*/ 434 w 434"/>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34" h="27">
                  <a:moveTo>
                    <a:pt x="13" y="0"/>
                  </a:moveTo>
                  <a:lnTo>
                    <a:pt x="9" y="0"/>
                  </a:lnTo>
                  <a:lnTo>
                    <a:pt x="6" y="1"/>
                  </a:lnTo>
                  <a:lnTo>
                    <a:pt x="1" y="7"/>
                  </a:lnTo>
                  <a:lnTo>
                    <a:pt x="0" y="9"/>
                  </a:lnTo>
                  <a:lnTo>
                    <a:pt x="0" y="17"/>
                  </a:lnTo>
                  <a:lnTo>
                    <a:pt x="1" y="20"/>
                  </a:lnTo>
                  <a:lnTo>
                    <a:pt x="6" y="26"/>
                  </a:lnTo>
                  <a:lnTo>
                    <a:pt x="9" y="27"/>
                  </a:lnTo>
                  <a:lnTo>
                    <a:pt x="424" y="27"/>
                  </a:lnTo>
                  <a:lnTo>
                    <a:pt x="427" y="26"/>
                  </a:lnTo>
                  <a:lnTo>
                    <a:pt x="432" y="20"/>
                  </a:lnTo>
                  <a:lnTo>
                    <a:pt x="434" y="17"/>
                  </a:lnTo>
                  <a:lnTo>
                    <a:pt x="434" y="9"/>
                  </a:lnTo>
                  <a:lnTo>
                    <a:pt x="432" y="7"/>
                  </a:lnTo>
                  <a:lnTo>
                    <a:pt x="427" y="1"/>
                  </a:lnTo>
                  <a:lnTo>
                    <a:pt x="424" y="0"/>
                  </a:lnTo>
                  <a:lnTo>
                    <a:pt x="420" y="0"/>
                  </a:lnTo>
                  <a:lnTo>
                    <a:pt x="13" y="0"/>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34" name="Line 39">
              <a:extLst>
                <a:ext uri="{FF2B5EF4-FFF2-40B4-BE49-F238E27FC236}">
                  <a16:creationId xmlns:a16="http://schemas.microsoft.com/office/drawing/2014/main" id="{0CCEDF5F-6356-5B80-F9F8-4F628312F9B5}"/>
                </a:ext>
              </a:extLst>
            </p:cNvPr>
            <p:cNvSpPr>
              <a:spLocks noChangeShapeType="1"/>
            </p:cNvSpPr>
            <p:nvPr/>
          </p:nvSpPr>
          <p:spPr bwMode="auto">
            <a:xfrm flipV="1">
              <a:off x="2681288" y="5467969"/>
              <a:ext cx="1587" cy="3270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50235" name="Freeform 40">
              <a:extLst>
                <a:ext uri="{FF2B5EF4-FFF2-40B4-BE49-F238E27FC236}">
                  <a16:creationId xmlns:a16="http://schemas.microsoft.com/office/drawing/2014/main" id="{E28381BF-5583-E3F9-2630-E26F580260D8}"/>
                </a:ext>
              </a:extLst>
            </p:cNvPr>
            <p:cNvSpPr>
              <a:spLocks noChangeArrowheads="1"/>
            </p:cNvSpPr>
            <p:nvPr/>
          </p:nvSpPr>
          <p:spPr bwMode="auto">
            <a:xfrm>
              <a:off x="2660650" y="5448919"/>
              <a:ext cx="42863" cy="365125"/>
            </a:xfrm>
            <a:custGeom>
              <a:avLst/>
              <a:gdLst>
                <a:gd name="T0" fmla="*/ 0 w 27"/>
                <a:gd name="T1" fmla="*/ 2147483646 h 230"/>
                <a:gd name="T2" fmla="*/ 0 w 27"/>
                <a:gd name="T3" fmla="*/ 2147483646 h 230"/>
                <a:gd name="T4" fmla="*/ 2147483646 w 27"/>
                <a:gd name="T5" fmla="*/ 2147483646 h 230"/>
                <a:gd name="T6" fmla="*/ 2147483646 w 27"/>
                <a:gd name="T7" fmla="*/ 2147483646 h 230"/>
                <a:gd name="T8" fmla="*/ 2147483646 w 27"/>
                <a:gd name="T9" fmla="*/ 2147483646 h 230"/>
                <a:gd name="T10" fmla="*/ 2147483646 w 27"/>
                <a:gd name="T11" fmla="*/ 2147483646 h 230"/>
                <a:gd name="T12" fmla="*/ 2147483646 w 27"/>
                <a:gd name="T13" fmla="*/ 2147483646 h 230"/>
                <a:gd name="T14" fmla="*/ 2147483646 w 27"/>
                <a:gd name="T15" fmla="*/ 2147483646 h 230"/>
                <a:gd name="T16" fmla="*/ 2147483646 w 27"/>
                <a:gd name="T17" fmla="*/ 2147483646 h 230"/>
                <a:gd name="T18" fmla="*/ 2147483646 w 27"/>
                <a:gd name="T19" fmla="*/ 2147483646 h 230"/>
                <a:gd name="T20" fmla="*/ 2147483646 w 27"/>
                <a:gd name="T21" fmla="*/ 2147483646 h 230"/>
                <a:gd name="T22" fmla="*/ 2147483646 w 27"/>
                <a:gd name="T23" fmla="*/ 2147483646 h 230"/>
                <a:gd name="T24" fmla="*/ 2147483646 w 27"/>
                <a:gd name="T25" fmla="*/ 0 h 230"/>
                <a:gd name="T26" fmla="*/ 2147483646 w 27"/>
                <a:gd name="T27" fmla="*/ 0 h 230"/>
                <a:gd name="T28" fmla="*/ 2147483646 w 27"/>
                <a:gd name="T29" fmla="*/ 2147483646 h 230"/>
                <a:gd name="T30" fmla="*/ 2147483646 w 27"/>
                <a:gd name="T31" fmla="*/ 2147483646 h 230"/>
                <a:gd name="T32" fmla="*/ 0 w 27"/>
                <a:gd name="T33" fmla="*/ 2147483646 h 230"/>
                <a:gd name="T34" fmla="*/ 0 w 27"/>
                <a:gd name="T35" fmla="*/ 2147483646 h 230"/>
                <a:gd name="T36" fmla="*/ 0 w 27"/>
                <a:gd name="T37" fmla="*/ 2147483646 h 2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7"/>
                <a:gd name="T58" fmla="*/ 0 h 230"/>
                <a:gd name="T59" fmla="*/ 27 w 27"/>
                <a:gd name="T60" fmla="*/ 230 h 2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7" h="230">
                  <a:moveTo>
                    <a:pt x="0" y="217"/>
                  </a:moveTo>
                  <a:lnTo>
                    <a:pt x="0" y="221"/>
                  </a:lnTo>
                  <a:lnTo>
                    <a:pt x="1" y="224"/>
                  </a:lnTo>
                  <a:lnTo>
                    <a:pt x="6" y="229"/>
                  </a:lnTo>
                  <a:lnTo>
                    <a:pt x="9" y="230"/>
                  </a:lnTo>
                  <a:lnTo>
                    <a:pt x="17" y="230"/>
                  </a:lnTo>
                  <a:lnTo>
                    <a:pt x="20" y="229"/>
                  </a:lnTo>
                  <a:lnTo>
                    <a:pt x="25" y="224"/>
                  </a:lnTo>
                  <a:lnTo>
                    <a:pt x="27" y="221"/>
                  </a:lnTo>
                  <a:lnTo>
                    <a:pt x="27" y="9"/>
                  </a:lnTo>
                  <a:lnTo>
                    <a:pt x="25" y="6"/>
                  </a:lnTo>
                  <a:lnTo>
                    <a:pt x="20" y="1"/>
                  </a:lnTo>
                  <a:lnTo>
                    <a:pt x="17" y="0"/>
                  </a:lnTo>
                  <a:lnTo>
                    <a:pt x="9" y="0"/>
                  </a:lnTo>
                  <a:lnTo>
                    <a:pt x="6" y="1"/>
                  </a:lnTo>
                  <a:lnTo>
                    <a:pt x="1" y="6"/>
                  </a:lnTo>
                  <a:lnTo>
                    <a:pt x="0" y="9"/>
                  </a:lnTo>
                  <a:lnTo>
                    <a:pt x="0" y="13"/>
                  </a:lnTo>
                  <a:lnTo>
                    <a:pt x="0" y="217"/>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36" name="Freeform 41">
              <a:extLst>
                <a:ext uri="{FF2B5EF4-FFF2-40B4-BE49-F238E27FC236}">
                  <a16:creationId xmlns:a16="http://schemas.microsoft.com/office/drawing/2014/main" id="{DEB2D89D-DE95-85C9-4F3D-85AD1F30A3E3}"/>
                </a:ext>
              </a:extLst>
            </p:cNvPr>
            <p:cNvSpPr>
              <a:spLocks noChangeArrowheads="1"/>
            </p:cNvSpPr>
            <p:nvPr/>
          </p:nvSpPr>
          <p:spPr bwMode="auto">
            <a:xfrm>
              <a:off x="2660650" y="5448919"/>
              <a:ext cx="688975" cy="42863"/>
            </a:xfrm>
            <a:custGeom>
              <a:avLst/>
              <a:gdLst>
                <a:gd name="T0" fmla="*/ 2147483646 w 434"/>
                <a:gd name="T1" fmla="*/ 0 h 27"/>
                <a:gd name="T2" fmla="*/ 2147483646 w 434"/>
                <a:gd name="T3" fmla="*/ 0 h 27"/>
                <a:gd name="T4" fmla="*/ 2147483646 w 434"/>
                <a:gd name="T5" fmla="*/ 2147483646 h 27"/>
                <a:gd name="T6" fmla="*/ 2147483646 w 434"/>
                <a:gd name="T7" fmla="*/ 2147483646 h 27"/>
                <a:gd name="T8" fmla="*/ 0 w 434"/>
                <a:gd name="T9" fmla="*/ 2147483646 h 27"/>
                <a:gd name="T10" fmla="*/ 0 w 434"/>
                <a:gd name="T11" fmla="*/ 2147483646 h 27"/>
                <a:gd name="T12" fmla="*/ 2147483646 w 434"/>
                <a:gd name="T13" fmla="*/ 2147483646 h 27"/>
                <a:gd name="T14" fmla="*/ 2147483646 w 434"/>
                <a:gd name="T15" fmla="*/ 2147483646 h 27"/>
                <a:gd name="T16" fmla="*/ 2147483646 w 434"/>
                <a:gd name="T17" fmla="*/ 2147483646 h 27"/>
                <a:gd name="T18" fmla="*/ 2147483646 w 434"/>
                <a:gd name="T19" fmla="*/ 2147483646 h 27"/>
                <a:gd name="T20" fmla="*/ 2147483646 w 434"/>
                <a:gd name="T21" fmla="*/ 2147483646 h 27"/>
                <a:gd name="T22" fmla="*/ 2147483646 w 434"/>
                <a:gd name="T23" fmla="*/ 2147483646 h 27"/>
                <a:gd name="T24" fmla="*/ 2147483646 w 434"/>
                <a:gd name="T25" fmla="*/ 2147483646 h 27"/>
                <a:gd name="T26" fmla="*/ 2147483646 w 434"/>
                <a:gd name="T27" fmla="*/ 2147483646 h 27"/>
                <a:gd name="T28" fmla="*/ 2147483646 w 434"/>
                <a:gd name="T29" fmla="*/ 2147483646 h 27"/>
                <a:gd name="T30" fmla="*/ 2147483646 w 434"/>
                <a:gd name="T31" fmla="*/ 2147483646 h 27"/>
                <a:gd name="T32" fmla="*/ 2147483646 w 434"/>
                <a:gd name="T33" fmla="*/ 0 h 27"/>
                <a:gd name="T34" fmla="*/ 2147483646 w 434"/>
                <a:gd name="T35" fmla="*/ 0 h 27"/>
                <a:gd name="T36" fmla="*/ 2147483646 w 434"/>
                <a:gd name="T37" fmla="*/ 0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34"/>
                <a:gd name="T58" fmla="*/ 0 h 27"/>
                <a:gd name="T59" fmla="*/ 434 w 434"/>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34" h="27">
                  <a:moveTo>
                    <a:pt x="13" y="0"/>
                  </a:moveTo>
                  <a:lnTo>
                    <a:pt x="9" y="0"/>
                  </a:lnTo>
                  <a:lnTo>
                    <a:pt x="6" y="1"/>
                  </a:lnTo>
                  <a:lnTo>
                    <a:pt x="1" y="6"/>
                  </a:lnTo>
                  <a:lnTo>
                    <a:pt x="0" y="9"/>
                  </a:lnTo>
                  <a:lnTo>
                    <a:pt x="0" y="17"/>
                  </a:lnTo>
                  <a:lnTo>
                    <a:pt x="1" y="20"/>
                  </a:lnTo>
                  <a:lnTo>
                    <a:pt x="6" y="25"/>
                  </a:lnTo>
                  <a:lnTo>
                    <a:pt x="9" y="27"/>
                  </a:lnTo>
                  <a:lnTo>
                    <a:pt x="424" y="27"/>
                  </a:lnTo>
                  <a:lnTo>
                    <a:pt x="427" y="25"/>
                  </a:lnTo>
                  <a:lnTo>
                    <a:pt x="432" y="20"/>
                  </a:lnTo>
                  <a:lnTo>
                    <a:pt x="434" y="17"/>
                  </a:lnTo>
                  <a:lnTo>
                    <a:pt x="434" y="9"/>
                  </a:lnTo>
                  <a:lnTo>
                    <a:pt x="432" y="6"/>
                  </a:lnTo>
                  <a:lnTo>
                    <a:pt x="427" y="1"/>
                  </a:lnTo>
                  <a:lnTo>
                    <a:pt x="424" y="0"/>
                  </a:lnTo>
                  <a:lnTo>
                    <a:pt x="420" y="0"/>
                  </a:lnTo>
                  <a:lnTo>
                    <a:pt x="13" y="0"/>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37" name="Freeform 42">
              <a:extLst>
                <a:ext uri="{FF2B5EF4-FFF2-40B4-BE49-F238E27FC236}">
                  <a16:creationId xmlns:a16="http://schemas.microsoft.com/office/drawing/2014/main" id="{E148200D-8586-758C-D088-D954494E04BD}"/>
                </a:ext>
              </a:extLst>
            </p:cNvPr>
            <p:cNvSpPr>
              <a:spLocks noChangeArrowheads="1"/>
            </p:cNvSpPr>
            <p:nvPr/>
          </p:nvSpPr>
          <p:spPr bwMode="auto">
            <a:xfrm>
              <a:off x="3305175" y="5448919"/>
              <a:ext cx="44450" cy="365125"/>
            </a:xfrm>
            <a:custGeom>
              <a:avLst/>
              <a:gdLst>
                <a:gd name="T0" fmla="*/ 2147483646 w 28"/>
                <a:gd name="T1" fmla="*/ 2147483646 h 230"/>
                <a:gd name="T2" fmla="*/ 2147483646 w 28"/>
                <a:gd name="T3" fmla="*/ 2147483646 h 230"/>
                <a:gd name="T4" fmla="*/ 2147483646 w 28"/>
                <a:gd name="T5" fmla="*/ 2147483646 h 230"/>
                <a:gd name="T6" fmla="*/ 2147483646 w 28"/>
                <a:gd name="T7" fmla="*/ 2147483646 h 230"/>
                <a:gd name="T8" fmla="*/ 2147483646 w 28"/>
                <a:gd name="T9" fmla="*/ 0 h 230"/>
                <a:gd name="T10" fmla="*/ 2147483646 w 28"/>
                <a:gd name="T11" fmla="*/ 0 h 230"/>
                <a:gd name="T12" fmla="*/ 2147483646 w 28"/>
                <a:gd name="T13" fmla="*/ 2147483646 h 230"/>
                <a:gd name="T14" fmla="*/ 2147483646 w 28"/>
                <a:gd name="T15" fmla="*/ 2147483646 h 230"/>
                <a:gd name="T16" fmla="*/ 0 w 28"/>
                <a:gd name="T17" fmla="*/ 2147483646 h 230"/>
                <a:gd name="T18" fmla="*/ 0 w 28"/>
                <a:gd name="T19" fmla="*/ 2147483646 h 230"/>
                <a:gd name="T20" fmla="*/ 2147483646 w 28"/>
                <a:gd name="T21" fmla="*/ 2147483646 h 230"/>
                <a:gd name="T22" fmla="*/ 2147483646 w 28"/>
                <a:gd name="T23" fmla="*/ 2147483646 h 230"/>
                <a:gd name="T24" fmla="*/ 2147483646 w 28"/>
                <a:gd name="T25" fmla="*/ 2147483646 h 230"/>
                <a:gd name="T26" fmla="*/ 2147483646 w 28"/>
                <a:gd name="T27" fmla="*/ 2147483646 h 230"/>
                <a:gd name="T28" fmla="*/ 2147483646 w 28"/>
                <a:gd name="T29" fmla="*/ 2147483646 h 230"/>
                <a:gd name="T30" fmla="*/ 2147483646 w 28"/>
                <a:gd name="T31" fmla="*/ 2147483646 h 230"/>
                <a:gd name="T32" fmla="*/ 2147483646 w 28"/>
                <a:gd name="T33" fmla="*/ 2147483646 h 230"/>
                <a:gd name="T34" fmla="*/ 2147483646 w 28"/>
                <a:gd name="T35" fmla="*/ 2147483646 h 230"/>
                <a:gd name="T36" fmla="*/ 2147483646 w 28"/>
                <a:gd name="T37" fmla="*/ 2147483646 h 2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
                <a:gd name="T58" fmla="*/ 0 h 230"/>
                <a:gd name="T59" fmla="*/ 28 w 28"/>
                <a:gd name="T60" fmla="*/ 230 h 2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 h="230">
                  <a:moveTo>
                    <a:pt x="28" y="13"/>
                  </a:moveTo>
                  <a:lnTo>
                    <a:pt x="28" y="9"/>
                  </a:lnTo>
                  <a:lnTo>
                    <a:pt x="26" y="6"/>
                  </a:lnTo>
                  <a:lnTo>
                    <a:pt x="21" y="1"/>
                  </a:lnTo>
                  <a:lnTo>
                    <a:pt x="18" y="0"/>
                  </a:lnTo>
                  <a:lnTo>
                    <a:pt x="10" y="0"/>
                  </a:lnTo>
                  <a:lnTo>
                    <a:pt x="7" y="1"/>
                  </a:lnTo>
                  <a:lnTo>
                    <a:pt x="2" y="6"/>
                  </a:lnTo>
                  <a:lnTo>
                    <a:pt x="0" y="9"/>
                  </a:lnTo>
                  <a:lnTo>
                    <a:pt x="0" y="221"/>
                  </a:lnTo>
                  <a:lnTo>
                    <a:pt x="2" y="224"/>
                  </a:lnTo>
                  <a:lnTo>
                    <a:pt x="7" y="229"/>
                  </a:lnTo>
                  <a:lnTo>
                    <a:pt x="10" y="230"/>
                  </a:lnTo>
                  <a:lnTo>
                    <a:pt x="18" y="230"/>
                  </a:lnTo>
                  <a:lnTo>
                    <a:pt x="21" y="229"/>
                  </a:lnTo>
                  <a:lnTo>
                    <a:pt x="26" y="224"/>
                  </a:lnTo>
                  <a:lnTo>
                    <a:pt x="28" y="221"/>
                  </a:lnTo>
                  <a:lnTo>
                    <a:pt x="28" y="217"/>
                  </a:lnTo>
                  <a:lnTo>
                    <a:pt x="28" y="13"/>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38" name="Line 43">
              <a:extLst>
                <a:ext uri="{FF2B5EF4-FFF2-40B4-BE49-F238E27FC236}">
                  <a16:creationId xmlns:a16="http://schemas.microsoft.com/office/drawing/2014/main" id="{92369323-0C88-761B-9330-99102802C32C}"/>
                </a:ext>
              </a:extLst>
            </p:cNvPr>
            <p:cNvSpPr>
              <a:spLocks noChangeShapeType="1"/>
            </p:cNvSpPr>
            <p:nvPr/>
          </p:nvSpPr>
          <p:spPr bwMode="auto">
            <a:xfrm flipV="1">
              <a:off x="3973513" y="5429869"/>
              <a:ext cx="1587" cy="3254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50239" name="Freeform 44">
              <a:extLst>
                <a:ext uri="{FF2B5EF4-FFF2-40B4-BE49-F238E27FC236}">
                  <a16:creationId xmlns:a16="http://schemas.microsoft.com/office/drawing/2014/main" id="{60F37EE5-1146-F1D0-036B-DC310A226381}"/>
                </a:ext>
              </a:extLst>
            </p:cNvPr>
            <p:cNvSpPr>
              <a:spLocks noChangeArrowheads="1"/>
            </p:cNvSpPr>
            <p:nvPr/>
          </p:nvSpPr>
          <p:spPr bwMode="auto">
            <a:xfrm>
              <a:off x="3949700" y="5469557"/>
              <a:ext cx="46038" cy="306387"/>
            </a:xfrm>
            <a:custGeom>
              <a:avLst/>
              <a:gdLst>
                <a:gd name="T0" fmla="*/ 0 w 28"/>
                <a:gd name="T1" fmla="*/ 2147483646 h 231"/>
                <a:gd name="T2" fmla="*/ 0 w 28"/>
                <a:gd name="T3" fmla="*/ 2147483646 h 231"/>
                <a:gd name="T4" fmla="*/ 2147483646 w 28"/>
                <a:gd name="T5" fmla="*/ 2147483646 h 231"/>
                <a:gd name="T6" fmla="*/ 2147483646 w 28"/>
                <a:gd name="T7" fmla="*/ 2147483646 h 231"/>
                <a:gd name="T8" fmla="*/ 2147483646 w 28"/>
                <a:gd name="T9" fmla="*/ 2147483646 h 231"/>
                <a:gd name="T10" fmla="*/ 2147483646 w 28"/>
                <a:gd name="T11" fmla="*/ 2147483646 h 231"/>
                <a:gd name="T12" fmla="*/ 2147483646 w 28"/>
                <a:gd name="T13" fmla="*/ 2147483646 h 231"/>
                <a:gd name="T14" fmla="*/ 2147483646 w 28"/>
                <a:gd name="T15" fmla="*/ 2147483646 h 231"/>
                <a:gd name="T16" fmla="*/ 2147483646 w 28"/>
                <a:gd name="T17" fmla="*/ 2147483646 h 231"/>
                <a:gd name="T18" fmla="*/ 2147483646 w 28"/>
                <a:gd name="T19" fmla="*/ 2147483646 h 231"/>
                <a:gd name="T20" fmla="*/ 2147483646 w 28"/>
                <a:gd name="T21" fmla="*/ 2147483646 h 231"/>
                <a:gd name="T22" fmla="*/ 2147483646 w 28"/>
                <a:gd name="T23" fmla="*/ 2147483646 h 231"/>
                <a:gd name="T24" fmla="*/ 2147483646 w 28"/>
                <a:gd name="T25" fmla="*/ 0 h 231"/>
                <a:gd name="T26" fmla="*/ 2147483646 w 28"/>
                <a:gd name="T27" fmla="*/ 0 h 231"/>
                <a:gd name="T28" fmla="*/ 2147483646 w 28"/>
                <a:gd name="T29" fmla="*/ 2147483646 h 231"/>
                <a:gd name="T30" fmla="*/ 2147483646 w 28"/>
                <a:gd name="T31" fmla="*/ 2147483646 h 231"/>
                <a:gd name="T32" fmla="*/ 0 w 28"/>
                <a:gd name="T33" fmla="*/ 2147483646 h 231"/>
                <a:gd name="T34" fmla="*/ 0 w 28"/>
                <a:gd name="T35" fmla="*/ 2147483646 h 231"/>
                <a:gd name="T36" fmla="*/ 0 w 28"/>
                <a:gd name="T37" fmla="*/ 2147483646 h 2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
                <a:gd name="T58" fmla="*/ 0 h 231"/>
                <a:gd name="T59" fmla="*/ 28 w 28"/>
                <a:gd name="T60" fmla="*/ 231 h 2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 h="231">
                  <a:moveTo>
                    <a:pt x="0" y="217"/>
                  </a:moveTo>
                  <a:lnTo>
                    <a:pt x="0" y="221"/>
                  </a:lnTo>
                  <a:lnTo>
                    <a:pt x="2" y="224"/>
                  </a:lnTo>
                  <a:lnTo>
                    <a:pt x="7" y="230"/>
                  </a:lnTo>
                  <a:lnTo>
                    <a:pt x="10" y="231"/>
                  </a:lnTo>
                  <a:lnTo>
                    <a:pt x="18" y="231"/>
                  </a:lnTo>
                  <a:lnTo>
                    <a:pt x="21" y="230"/>
                  </a:lnTo>
                  <a:lnTo>
                    <a:pt x="26" y="224"/>
                  </a:lnTo>
                  <a:lnTo>
                    <a:pt x="28" y="221"/>
                  </a:lnTo>
                  <a:lnTo>
                    <a:pt x="28" y="10"/>
                  </a:lnTo>
                  <a:lnTo>
                    <a:pt x="26" y="7"/>
                  </a:lnTo>
                  <a:lnTo>
                    <a:pt x="21" y="2"/>
                  </a:lnTo>
                  <a:lnTo>
                    <a:pt x="18" y="0"/>
                  </a:lnTo>
                  <a:lnTo>
                    <a:pt x="10" y="0"/>
                  </a:lnTo>
                  <a:lnTo>
                    <a:pt x="7" y="2"/>
                  </a:lnTo>
                  <a:lnTo>
                    <a:pt x="2" y="7"/>
                  </a:lnTo>
                  <a:lnTo>
                    <a:pt x="0" y="10"/>
                  </a:lnTo>
                  <a:lnTo>
                    <a:pt x="0" y="14"/>
                  </a:lnTo>
                  <a:lnTo>
                    <a:pt x="0" y="217"/>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40" name="Freeform 45">
              <a:extLst>
                <a:ext uri="{FF2B5EF4-FFF2-40B4-BE49-F238E27FC236}">
                  <a16:creationId xmlns:a16="http://schemas.microsoft.com/office/drawing/2014/main" id="{F8181D7F-1F3C-43E4-E4AC-A6DE6A0C5725}"/>
                </a:ext>
              </a:extLst>
            </p:cNvPr>
            <p:cNvSpPr>
              <a:spLocks noChangeArrowheads="1"/>
            </p:cNvSpPr>
            <p:nvPr/>
          </p:nvSpPr>
          <p:spPr bwMode="auto">
            <a:xfrm>
              <a:off x="3962400" y="5467969"/>
              <a:ext cx="690563" cy="42863"/>
            </a:xfrm>
            <a:custGeom>
              <a:avLst/>
              <a:gdLst>
                <a:gd name="T0" fmla="*/ 2147483646 w 435"/>
                <a:gd name="T1" fmla="*/ 0 h 27"/>
                <a:gd name="T2" fmla="*/ 2147483646 w 435"/>
                <a:gd name="T3" fmla="*/ 0 h 27"/>
                <a:gd name="T4" fmla="*/ 2147483646 w 435"/>
                <a:gd name="T5" fmla="*/ 2147483646 h 27"/>
                <a:gd name="T6" fmla="*/ 2147483646 w 435"/>
                <a:gd name="T7" fmla="*/ 2147483646 h 27"/>
                <a:gd name="T8" fmla="*/ 0 w 435"/>
                <a:gd name="T9" fmla="*/ 2147483646 h 27"/>
                <a:gd name="T10" fmla="*/ 0 w 435"/>
                <a:gd name="T11" fmla="*/ 2147483646 h 27"/>
                <a:gd name="T12" fmla="*/ 2147483646 w 435"/>
                <a:gd name="T13" fmla="*/ 2147483646 h 27"/>
                <a:gd name="T14" fmla="*/ 2147483646 w 435"/>
                <a:gd name="T15" fmla="*/ 2147483646 h 27"/>
                <a:gd name="T16" fmla="*/ 2147483646 w 435"/>
                <a:gd name="T17" fmla="*/ 2147483646 h 27"/>
                <a:gd name="T18" fmla="*/ 2147483646 w 435"/>
                <a:gd name="T19" fmla="*/ 2147483646 h 27"/>
                <a:gd name="T20" fmla="*/ 2147483646 w 435"/>
                <a:gd name="T21" fmla="*/ 2147483646 h 27"/>
                <a:gd name="T22" fmla="*/ 2147483646 w 435"/>
                <a:gd name="T23" fmla="*/ 2147483646 h 27"/>
                <a:gd name="T24" fmla="*/ 2147483646 w 435"/>
                <a:gd name="T25" fmla="*/ 2147483646 h 27"/>
                <a:gd name="T26" fmla="*/ 2147483646 w 435"/>
                <a:gd name="T27" fmla="*/ 2147483646 h 27"/>
                <a:gd name="T28" fmla="*/ 2147483646 w 435"/>
                <a:gd name="T29" fmla="*/ 2147483646 h 27"/>
                <a:gd name="T30" fmla="*/ 2147483646 w 435"/>
                <a:gd name="T31" fmla="*/ 2147483646 h 27"/>
                <a:gd name="T32" fmla="*/ 2147483646 w 435"/>
                <a:gd name="T33" fmla="*/ 0 h 27"/>
                <a:gd name="T34" fmla="*/ 2147483646 w 435"/>
                <a:gd name="T35" fmla="*/ 0 h 27"/>
                <a:gd name="T36" fmla="*/ 2147483646 w 435"/>
                <a:gd name="T37" fmla="*/ 0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35"/>
                <a:gd name="T58" fmla="*/ 0 h 27"/>
                <a:gd name="T59" fmla="*/ 435 w 435"/>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35" h="27">
                  <a:moveTo>
                    <a:pt x="14" y="0"/>
                  </a:moveTo>
                  <a:lnTo>
                    <a:pt x="10" y="0"/>
                  </a:lnTo>
                  <a:lnTo>
                    <a:pt x="7" y="2"/>
                  </a:lnTo>
                  <a:lnTo>
                    <a:pt x="2" y="7"/>
                  </a:lnTo>
                  <a:lnTo>
                    <a:pt x="0" y="10"/>
                  </a:lnTo>
                  <a:lnTo>
                    <a:pt x="0" y="18"/>
                  </a:lnTo>
                  <a:lnTo>
                    <a:pt x="2" y="21"/>
                  </a:lnTo>
                  <a:lnTo>
                    <a:pt x="7" y="26"/>
                  </a:lnTo>
                  <a:lnTo>
                    <a:pt x="10" y="27"/>
                  </a:lnTo>
                  <a:lnTo>
                    <a:pt x="425" y="27"/>
                  </a:lnTo>
                  <a:lnTo>
                    <a:pt x="428" y="26"/>
                  </a:lnTo>
                  <a:lnTo>
                    <a:pt x="433" y="21"/>
                  </a:lnTo>
                  <a:lnTo>
                    <a:pt x="435" y="18"/>
                  </a:lnTo>
                  <a:lnTo>
                    <a:pt x="435" y="10"/>
                  </a:lnTo>
                  <a:lnTo>
                    <a:pt x="433" y="7"/>
                  </a:lnTo>
                  <a:lnTo>
                    <a:pt x="428" y="2"/>
                  </a:lnTo>
                  <a:lnTo>
                    <a:pt x="425" y="0"/>
                  </a:lnTo>
                  <a:lnTo>
                    <a:pt x="421" y="0"/>
                  </a:lnTo>
                  <a:lnTo>
                    <a:pt x="14" y="0"/>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41" name="Freeform 46">
              <a:extLst>
                <a:ext uri="{FF2B5EF4-FFF2-40B4-BE49-F238E27FC236}">
                  <a16:creationId xmlns:a16="http://schemas.microsoft.com/office/drawing/2014/main" id="{1D9C88B2-4086-F5F5-6972-23C9D7CD9CC7}"/>
                </a:ext>
              </a:extLst>
            </p:cNvPr>
            <p:cNvSpPr>
              <a:spLocks noChangeArrowheads="1"/>
            </p:cNvSpPr>
            <p:nvPr/>
          </p:nvSpPr>
          <p:spPr bwMode="auto">
            <a:xfrm>
              <a:off x="4595813" y="5469557"/>
              <a:ext cx="46037" cy="306387"/>
            </a:xfrm>
            <a:custGeom>
              <a:avLst/>
              <a:gdLst>
                <a:gd name="T0" fmla="*/ 2147483646 w 28"/>
                <a:gd name="T1" fmla="*/ 2147483646 h 231"/>
                <a:gd name="T2" fmla="*/ 2147483646 w 28"/>
                <a:gd name="T3" fmla="*/ 2147483646 h 231"/>
                <a:gd name="T4" fmla="*/ 2147483646 w 28"/>
                <a:gd name="T5" fmla="*/ 2147483646 h 231"/>
                <a:gd name="T6" fmla="*/ 2147483646 w 28"/>
                <a:gd name="T7" fmla="*/ 2147483646 h 231"/>
                <a:gd name="T8" fmla="*/ 2147483646 w 28"/>
                <a:gd name="T9" fmla="*/ 0 h 231"/>
                <a:gd name="T10" fmla="*/ 2147483646 w 28"/>
                <a:gd name="T11" fmla="*/ 0 h 231"/>
                <a:gd name="T12" fmla="*/ 2147483646 w 28"/>
                <a:gd name="T13" fmla="*/ 2147483646 h 231"/>
                <a:gd name="T14" fmla="*/ 2147483646 w 28"/>
                <a:gd name="T15" fmla="*/ 2147483646 h 231"/>
                <a:gd name="T16" fmla="*/ 0 w 28"/>
                <a:gd name="T17" fmla="*/ 2147483646 h 231"/>
                <a:gd name="T18" fmla="*/ 0 w 28"/>
                <a:gd name="T19" fmla="*/ 2147483646 h 231"/>
                <a:gd name="T20" fmla="*/ 2147483646 w 28"/>
                <a:gd name="T21" fmla="*/ 2147483646 h 231"/>
                <a:gd name="T22" fmla="*/ 2147483646 w 28"/>
                <a:gd name="T23" fmla="*/ 2147483646 h 231"/>
                <a:gd name="T24" fmla="*/ 2147483646 w 28"/>
                <a:gd name="T25" fmla="*/ 2147483646 h 231"/>
                <a:gd name="T26" fmla="*/ 2147483646 w 28"/>
                <a:gd name="T27" fmla="*/ 2147483646 h 231"/>
                <a:gd name="T28" fmla="*/ 2147483646 w 28"/>
                <a:gd name="T29" fmla="*/ 2147483646 h 231"/>
                <a:gd name="T30" fmla="*/ 2147483646 w 28"/>
                <a:gd name="T31" fmla="*/ 2147483646 h 231"/>
                <a:gd name="T32" fmla="*/ 2147483646 w 28"/>
                <a:gd name="T33" fmla="*/ 2147483646 h 231"/>
                <a:gd name="T34" fmla="*/ 2147483646 w 28"/>
                <a:gd name="T35" fmla="*/ 2147483646 h 231"/>
                <a:gd name="T36" fmla="*/ 2147483646 w 28"/>
                <a:gd name="T37" fmla="*/ 2147483646 h 2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
                <a:gd name="T58" fmla="*/ 0 h 231"/>
                <a:gd name="T59" fmla="*/ 28 w 28"/>
                <a:gd name="T60" fmla="*/ 231 h 2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 h="231">
                  <a:moveTo>
                    <a:pt x="28" y="14"/>
                  </a:moveTo>
                  <a:lnTo>
                    <a:pt x="28" y="10"/>
                  </a:lnTo>
                  <a:lnTo>
                    <a:pt x="26" y="7"/>
                  </a:lnTo>
                  <a:lnTo>
                    <a:pt x="21" y="2"/>
                  </a:lnTo>
                  <a:lnTo>
                    <a:pt x="18" y="0"/>
                  </a:lnTo>
                  <a:lnTo>
                    <a:pt x="10" y="0"/>
                  </a:lnTo>
                  <a:lnTo>
                    <a:pt x="7" y="2"/>
                  </a:lnTo>
                  <a:lnTo>
                    <a:pt x="2" y="7"/>
                  </a:lnTo>
                  <a:lnTo>
                    <a:pt x="0" y="10"/>
                  </a:lnTo>
                  <a:lnTo>
                    <a:pt x="0" y="221"/>
                  </a:lnTo>
                  <a:lnTo>
                    <a:pt x="2" y="224"/>
                  </a:lnTo>
                  <a:lnTo>
                    <a:pt x="7" y="230"/>
                  </a:lnTo>
                  <a:lnTo>
                    <a:pt x="10" y="231"/>
                  </a:lnTo>
                  <a:lnTo>
                    <a:pt x="18" y="231"/>
                  </a:lnTo>
                  <a:lnTo>
                    <a:pt x="21" y="230"/>
                  </a:lnTo>
                  <a:lnTo>
                    <a:pt x="26" y="224"/>
                  </a:lnTo>
                  <a:lnTo>
                    <a:pt x="28" y="221"/>
                  </a:lnTo>
                  <a:lnTo>
                    <a:pt x="28" y="217"/>
                  </a:lnTo>
                  <a:lnTo>
                    <a:pt x="28" y="14"/>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50242" name="Rectangle 56">
              <a:extLst>
                <a:ext uri="{FF2B5EF4-FFF2-40B4-BE49-F238E27FC236}">
                  <a16:creationId xmlns:a16="http://schemas.microsoft.com/office/drawing/2014/main" id="{B4363CE2-609F-724B-970E-1F71CACB980B}"/>
                </a:ext>
              </a:extLst>
            </p:cNvPr>
            <p:cNvSpPr>
              <a:spLocks noChangeArrowheads="1"/>
            </p:cNvSpPr>
            <p:nvPr/>
          </p:nvSpPr>
          <p:spPr bwMode="auto">
            <a:xfrm>
              <a:off x="979488" y="5848969"/>
              <a:ext cx="3975100" cy="398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pPr>
              <a:r>
                <a:rPr lang="it-IT" altLang="it-IT" sz="2000">
                  <a:solidFill>
                    <a:srgbClr val="003366"/>
                  </a:solidFill>
                </a:rPr>
                <a:t>       1        0       1        0       1     </a:t>
              </a:r>
            </a:p>
          </p:txBody>
        </p:sp>
        <p:sp>
          <p:nvSpPr>
            <p:cNvPr id="50243" name="Freeform 76">
              <a:extLst>
                <a:ext uri="{FF2B5EF4-FFF2-40B4-BE49-F238E27FC236}">
                  <a16:creationId xmlns:a16="http://schemas.microsoft.com/office/drawing/2014/main" id="{1ADD5455-74B4-73DB-A6FE-04ABC5140513}"/>
                </a:ext>
              </a:extLst>
            </p:cNvPr>
            <p:cNvSpPr>
              <a:spLocks noChangeArrowheads="1"/>
            </p:cNvSpPr>
            <p:nvPr/>
          </p:nvSpPr>
          <p:spPr bwMode="auto">
            <a:xfrm>
              <a:off x="3317875" y="5772769"/>
              <a:ext cx="688975" cy="42863"/>
            </a:xfrm>
            <a:custGeom>
              <a:avLst/>
              <a:gdLst>
                <a:gd name="T0" fmla="*/ 2147483646 w 434"/>
                <a:gd name="T1" fmla="*/ 0 h 27"/>
                <a:gd name="T2" fmla="*/ 2147483646 w 434"/>
                <a:gd name="T3" fmla="*/ 0 h 27"/>
                <a:gd name="T4" fmla="*/ 2147483646 w 434"/>
                <a:gd name="T5" fmla="*/ 2147483646 h 27"/>
                <a:gd name="T6" fmla="*/ 2147483646 w 434"/>
                <a:gd name="T7" fmla="*/ 2147483646 h 27"/>
                <a:gd name="T8" fmla="*/ 0 w 434"/>
                <a:gd name="T9" fmla="*/ 2147483646 h 27"/>
                <a:gd name="T10" fmla="*/ 0 w 434"/>
                <a:gd name="T11" fmla="*/ 2147483646 h 27"/>
                <a:gd name="T12" fmla="*/ 2147483646 w 434"/>
                <a:gd name="T13" fmla="*/ 2147483646 h 27"/>
                <a:gd name="T14" fmla="*/ 2147483646 w 434"/>
                <a:gd name="T15" fmla="*/ 2147483646 h 27"/>
                <a:gd name="T16" fmla="*/ 2147483646 w 434"/>
                <a:gd name="T17" fmla="*/ 2147483646 h 27"/>
                <a:gd name="T18" fmla="*/ 2147483646 w 434"/>
                <a:gd name="T19" fmla="*/ 2147483646 h 27"/>
                <a:gd name="T20" fmla="*/ 2147483646 w 434"/>
                <a:gd name="T21" fmla="*/ 2147483646 h 27"/>
                <a:gd name="T22" fmla="*/ 2147483646 w 434"/>
                <a:gd name="T23" fmla="*/ 2147483646 h 27"/>
                <a:gd name="T24" fmla="*/ 2147483646 w 434"/>
                <a:gd name="T25" fmla="*/ 2147483646 h 27"/>
                <a:gd name="T26" fmla="*/ 2147483646 w 434"/>
                <a:gd name="T27" fmla="*/ 2147483646 h 27"/>
                <a:gd name="T28" fmla="*/ 2147483646 w 434"/>
                <a:gd name="T29" fmla="*/ 2147483646 h 27"/>
                <a:gd name="T30" fmla="*/ 2147483646 w 434"/>
                <a:gd name="T31" fmla="*/ 2147483646 h 27"/>
                <a:gd name="T32" fmla="*/ 2147483646 w 434"/>
                <a:gd name="T33" fmla="*/ 0 h 27"/>
                <a:gd name="T34" fmla="*/ 2147483646 w 434"/>
                <a:gd name="T35" fmla="*/ 0 h 27"/>
                <a:gd name="T36" fmla="*/ 2147483646 w 434"/>
                <a:gd name="T37" fmla="*/ 0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34"/>
                <a:gd name="T58" fmla="*/ 0 h 27"/>
                <a:gd name="T59" fmla="*/ 434 w 434"/>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34" h="27">
                  <a:moveTo>
                    <a:pt x="13" y="0"/>
                  </a:moveTo>
                  <a:lnTo>
                    <a:pt x="9" y="0"/>
                  </a:lnTo>
                  <a:lnTo>
                    <a:pt x="6" y="1"/>
                  </a:lnTo>
                  <a:lnTo>
                    <a:pt x="1" y="7"/>
                  </a:lnTo>
                  <a:lnTo>
                    <a:pt x="0" y="9"/>
                  </a:lnTo>
                  <a:lnTo>
                    <a:pt x="0" y="17"/>
                  </a:lnTo>
                  <a:lnTo>
                    <a:pt x="1" y="20"/>
                  </a:lnTo>
                  <a:lnTo>
                    <a:pt x="6" y="26"/>
                  </a:lnTo>
                  <a:lnTo>
                    <a:pt x="9" y="27"/>
                  </a:lnTo>
                  <a:lnTo>
                    <a:pt x="424" y="27"/>
                  </a:lnTo>
                  <a:lnTo>
                    <a:pt x="427" y="26"/>
                  </a:lnTo>
                  <a:lnTo>
                    <a:pt x="432" y="20"/>
                  </a:lnTo>
                  <a:lnTo>
                    <a:pt x="434" y="17"/>
                  </a:lnTo>
                  <a:lnTo>
                    <a:pt x="434" y="9"/>
                  </a:lnTo>
                  <a:lnTo>
                    <a:pt x="432" y="7"/>
                  </a:lnTo>
                  <a:lnTo>
                    <a:pt x="427" y="1"/>
                  </a:lnTo>
                  <a:lnTo>
                    <a:pt x="424" y="0"/>
                  </a:lnTo>
                  <a:lnTo>
                    <a:pt x="420" y="0"/>
                  </a:lnTo>
                  <a:lnTo>
                    <a:pt x="13" y="0"/>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grpSp>
      <p:grpSp>
        <p:nvGrpSpPr>
          <p:cNvPr id="50181" name="Gruppo 1">
            <a:extLst>
              <a:ext uri="{FF2B5EF4-FFF2-40B4-BE49-F238E27FC236}">
                <a16:creationId xmlns:a16="http://schemas.microsoft.com/office/drawing/2014/main" id="{EF7E6604-0711-826B-F3A0-F41881EF3454}"/>
              </a:ext>
            </a:extLst>
          </p:cNvPr>
          <p:cNvGrpSpPr>
            <a:grpSpLocks/>
          </p:cNvGrpSpPr>
          <p:nvPr/>
        </p:nvGrpSpPr>
        <p:grpSpPr bwMode="auto">
          <a:xfrm>
            <a:off x="750888" y="2303463"/>
            <a:ext cx="2400300" cy="1506537"/>
            <a:chOff x="6876355" y="3677766"/>
            <a:chExt cx="2400300" cy="1506537"/>
          </a:xfrm>
        </p:grpSpPr>
        <p:sp>
          <p:nvSpPr>
            <p:cNvPr id="50183" name="Rectangle 47">
              <a:extLst>
                <a:ext uri="{FF2B5EF4-FFF2-40B4-BE49-F238E27FC236}">
                  <a16:creationId xmlns:a16="http://schemas.microsoft.com/office/drawing/2014/main" id="{2C15796B-CD84-ACF7-D2CB-F649B78D9D36}"/>
                </a:ext>
              </a:extLst>
            </p:cNvPr>
            <p:cNvSpPr>
              <a:spLocks noChangeArrowheads="1"/>
            </p:cNvSpPr>
            <p:nvPr/>
          </p:nvSpPr>
          <p:spPr bwMode="auto">
            <a:xfrm>
              <a:off x="8101905" y="3917478"/>
              <a:ext cx="654050" cy="1266825"/>
            </a:xfrm>
            <a:prstGeom prst="rect">
              <a:avLst/>
            </a:prstGeom>
            <a:solidFill>
              <a:srgbClr val="FFFFFF"/>
            </a:solidFill>
            <a:ln w="28440">
              <a:solidFill>
                <a:srgbClr val="003366"/>
              </a:solidFill>
              <a:miter lim="800000"/>
              <a:headEnd/>
              <a:tailEnd/>
            </a:ln>
          </p:spPr>
          <p:txBody>
            <a:bodyPr wrap="none" anchor="ctr"/>
            <a:lstStyle/>
            <a:p>
              <a:pPr eaLnBrk="1">
                <a:lnSpc>
                  <a:spcPct val="93000"/>
                </a:lnSpc>
                <a:buClr>
                  <a:srgbClr val="000000"/>
                </a:buClr>
                <a:buSzPct val="100000"/>
                <a:buFont typeface="Times New Roman" panose="02020603050405020304" pitchFamily="18" charset="0"/>
                <a:buNone/>
              </a:pPr>
              <a:endParaRPr lang="it-IT" altLang="it-IT"/>
            </a:p>
          </p:txBody>
        </p:sp>
        <p:sp>
          <p:nvSpPr>
            <p:cNvPr id="50184" name="Freeform 48">
              <a:extLst>
                <a:ext uri="{FF2B5EF4-FFF2-40B4-BE49-F238E27FC236}">
                  <a16:creationId xmlns:a16="http://schemas.microsoft.com/office/drawing/2014/main" id="{65B7D164-EBF7-B743-C038-B3E57F9C29D9}"/>
                </a:ext>
              </a:extLst>
            </p:cNvPr>
            <p:cNvSpPr>
              <a:spLocks noChangeArrowheads="1"/>
            </p:cNvSpPr>
            <p:nvPr/>
          </p:nvSpPr>
          <p:spPr bwMode="auto">
            <a:xfrm>
              <a:off x="8101905" y="4484216"/>
              <a:ext cx="192088" cy="133350"/>
            </a:xfrm>
            <a:custGeom>
              <a:avLst/>
              <a:gdLst>
                <a:gd name="T0" fmla="*/ 0 w 172"/>
                <a:gd name="T1" fmla="*/ 0 h 120"/>
                <a:gd name="T2" fmla="*/ 2147483646 w 172"/>
                <a:gd name="T3" fmla="*/ 2147483646 h 120"/>
                <a:gd name="T4" fmla="*/ 0 w 172"/>
                <a:gd name="T5" fmla="*/ 2147483646 h 120"/>
                <a:gd name="T6" fmla="*/ 0 60000 65536"/>
                <a:gd name="T7" fmla="*/ 0 60000 65536"/>
                <a:gd name="T8" fmla="*/ 0 60000 65536"/>
                <a:gd name="T9" fmla="*/ 0 w 172"/>
                <a:gd name="T10" fmla="*/ 0 h 120"/>
                <a:gd name="T11" fmla="*/ 172 w 172"/>
                <a:gd name="T12" fmla="*/ 120 h 120"/>
              </a:gdLst>
              <a:ahLst/>
              <a:cxnLst>
                <a:cxn ang="T6">
                  <a:pos x="T0" y="T1"/>
                </a:cxn>
                <a:cxn ang="T7">
                  <a:pos x="T2" y="T3"/>
                </a:cxn>
                <a:cxn ang="T8">
                  <a:pos x="T4" y="T5"/>
                </a:cxn>
              </a:cxnLst>
              <a:rect l="T9" t="T10" r="T11" b="T12"/>
              <a:pathLst>
                <a:path w="172" h="120">
                  <a:moveTo>
                    <a:pt x="0" y="0"/>
                  </a:moveTo>
                  <a:lnTo>
                    <a:pt x="172" y="51"/>
                  </a:lnTo>
                  <a:lnTo>
                    <a:pt x="0" y="120"/>
                  </a:lnTo>
                </a:path>
              </a:pathLst>
            </a:custGeom>
            <a:noFill/>
            <a:ln w="28440" cap="flat">
              <a:solidFill>
                <a:srgbClr val="00336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50185" name="Line 49">
              <a:extLst>
                <a:ext uri="{FF2B5EF4-FFF2-40B4-BE49-F238E27FC236}">
                  <a16:creationId xmlns:a16="http://schemas.microsoft.com/office/drawing/2014/main" id="{320375DA-06E1-C486-376B-DEE4BA1C7A88}"/>
                </a:ext>
              </a:extLst>
            </p:cNvPr>
            <p:cNvSpPr>
              <a:spLocks noChangeShapeType="1"/>
            </p:cNvSpPr>
            <p:nvPr/>
          </p:nvSpPr>
          <p:spPr bwMode="auto">
            <a:xfrm>
              <a:off x="7028755" y="4535016"/>
              <a:ext cx="1042988" cy="1587"/>
            </a:xfrm>
            <a:prstGeom prst="line">
              <a:avLst/>
            </a:prstGeom>
            <a:noFill/>
            <a:ln w="28440">
              <a:solidFill>
                <a:srgbClr val="003366"/>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50186" name="Line 50">
              <a:extLst>
                <a:ext uri="{FF2B5EF4-FFF2-40B4-BE49-F238E27FC236}">
                  <a16:creationId xmlns:a16="http://schemas.microsoft.com/office/drawing/2014/main" id="{F6CBC12C-4C41-ECEE-FCF5-53B18734C526}"/>
                </a:ext>
              </a:extLst>
            </p:cNvPr>
            <p:cNvSpPr>
              <a:spLocks noChangeShapeType="1"/>
            </p:cNvSpPr>
            <p:nvPr/>
          </p:nvSpPr>
          <p:spPr bwMode="auto">
            <a:xfrm>
              <a:off x="8755955" y="4211166"/>
              <a:ext cx="520700" cy="1587"/>
            </a:xfrm>
            <a:prstGeom prst="line">
              <a:avLst/>
            </a:prstGeom>
            <a:noFill/>
            <a:ln w="28440">
              <a:solidFill>
                <a:srgbClr val="003366"/>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50187" name="Line 51">
              <a:extLst>
                <a:ext uri="{FF2B5EF4-FFF2-40B4-BE49-F238E27FC236}">
                  <a16:creationId xmlns:a16="http://schemas.microsoft.com/office/drawing/2014/main" id="{7AF29924-71FE-28D3-786C-CB1644CE8666}"/>
                </a:ext>
              </a:extLst>
            </p:cNvPr>
            <p:cNvSpPr>
              <a:spLocks noChangeShapeType="1"/>
            </p:cNvSpPr>
            <p:nvPr/>
          </p:nvSpPr>
          <p:spPr bwMode="auto">
            <a:xfrm>
              <a:off x="7668518" y="4195291"/>
              <a:ext cx="433387" cy="1587"/>
            </a:xfrm>
            <a:prstGeom prst="line">
              <a:avLst/>
            </a:prstGeom>
            <a:noFill/>
            <a:ln w="28440">
              <a:solidFill>
                <a:srgbClr val="003366"/>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50188" name="Rectangle 52">
              <a:extLst>
                <a:ext uri="{FF2B5EF4-FFF2-40B4-BE49-F238E27FC236}">
                  <a16:creationId xmlns:a16="http://schemas.microsoft.com/office/drawing/2014/main" id="{8F69DA0B-0F11-A9BA-17C7-ABBEE70C3D7D}"/>
                </a:ext>
              </a:extLst>
            </p:cNvPr>
            <p:cNvSpPr>
              <a:spLocks noChangeArrowheads="1"/>
            </p:cNvSpPr>
            <p:nvPr/>
          </p:nvSpPr>
          <p:spPr bwMode="auto">
            <a:xfrm>
              <a:off x="6876355" y="4495328"/>
              <a:ext cx="7143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p>
              <a:pPr eaLnBrk="1" hangingPunct="1">
                <a:buClr>
                  <a:srgbClr val="000000"/>
                </a:buClr>
                <a:buSzPct val="100000"/>
                <a:buFont typeface="Times New Roman" panose="02020603050405020304" pitchFamily="18" charset="0"/>
                <a:buNone/>
              </a:pPr>
              <a:r>
                <a:rPr lang="it-IT" altLang="it-IT" sz="1600">
                  <a:solidFill>
                    <a:srgbClr val="003366"/>
                  </a:solidFill>
                  <a:ea typeface="MS PGothic" panose="020B0600070205080204" pitchFamily="34" charset="-128"/>
                </a:rPr>
                <a:t>clock</a:t>
              </a:r>
            </a:p>
          </p:txBody>
        </p:sp>
        <p:sp>
          <p:nvSpPr>
            <p:cNvPr id="50189" name="Line 53">
              <a:extLst>
                <a:ext uri="{FF2B5EF4-FFF2-40B4-BE49-F238E27FC236}">
                  <a16:creationId xmlns:a16="http://schemas.microsoft.com/office/drawing/2014/main" id="{959E151C-93D1-AFB1-326F-FC12C8122ACE}"/>
                </a:ext>
              </a:extLst>
            </p:cNvPr>
            <p:cNvSpPr>
              <a:spLocks noChangeShapeType="1"/>
            </p:cNvSpPr>
            <p:nvPr/>
          </p:nvSpPr>
          <p:spPr bwMode="auto">
            <a:xfrm>
              <a:off x="8776593" y="4938241"/>
              <a:ext cx="419100" cy="1587"/>
            </a:xfrm>
            <a:prstGeom prst="line">
              <a:avLst/>
            </a:prstGeom>
            <a:noFill/>
            <a:ln w="38160">
              <a:solidFill>
                <a:srgbClr val="003366"/>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50190" name="Rectangle 54">
              <a:extLst>
                <a:ext uri="{FF2B5EF4-FFF2-40B4-BE49-F238E27FC236}">
                  <a16:creationId xmlns:a16="http://schemas.microsoft.com/office/drawing/2014/main" id="{443C927E-069F-620B-B294-3E31575D916B}"/>
                </a:ext>
              </a:extLst>
            </p:cNvPr>
            <p:cNvSpPr>
              <a:spLocks noChangeArrowheads="1"/>
            </p:cNvSpPr>
            <p:nvPr/>
          </p:nvSpPr>
          <p:spPr bwMode="auto">
            <a:xfrm>
              <a:off x="8782943" y="4612803"/>
              <a:ext cx="3635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p>
              <a:pPr eaLnBrk="1" hangingPunct="1">
                <a:buClr>
                  <a:srgbClr val="000000"/>
                </a:buClr>
                <a:buSzPct val="100000"/>
                <a:buFont typeface="Times New Roman" panose="02020603050405020304" pitchFamily="18" charset="0"/>
                <a:buNone/>
              </a:pPr>
              <a:r>
                <a:rPr lang="it-IT" altLang="it-IT" sz="1600" b="1">
                  <a:solidFill>
                    <a:srgbClr val="003366"/>
                  </a:solidFill>
                  <a:latin typeface="Times New Roman" panose="02020603050405020304" pitchFamily="18" charset="0"/>
                  <a:ea typeface="MS PGothic" panose="020B0600070205080204" pitchFamily="34" charset="-128"/>
                </a:rPr>
                <a:t>Q</a:t>
              </a:r>
            </a:p>
          </p:txBody>
        </p:sp>
        <p:sp>
          <p:nvSpPr>
            <p:cNvPr id="50191" name="Rectangle 55">
              <a:extLst>
                <a:ext uri="{FF2B5EF4-FFF2-40B4-BE49-F238E27FC236}">
                  <a16:creationId xmlns:a16="http://schemas.microsoft.com/office/drawing/2014/main" id="{F8CB97EE-1357-2495-956E-4835C7FA85AB}"/>
                </a:ext>
              </a:extLst>
            </p:cNvPr>
            <p:cNvSpPr>
              <a:spLocks noChangeArrowheads="1"/>
            </p:cNvSpPr>
            <p:nvPr/>
          </p:nvSpPr>
          <p:spPr bwMode="auto">
            <a:xfrm flipH="1">
              <a:off x="8173343" y="4090516"/>
              <a:ext cx="30480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spAutoFit/>
            </a:bodyPr>
            <a:lstStyle/>
            <a:p>
              <a:pPr eaLnBrk="1" hangingPunct="1">
                <a:buClr>
                  <a:srgbClr val="000000"/>
                </a:buClr>
                <a:buSzPct val="100000"/>
                <a:buFont typeface="Times New Roman" panose="02020603050405020304" pitchFamily="18" charset="0"/>
                <a:buNone/>
              </a:pPr>
              <a:r>
                <a:rPr lang="it-IT" altLang="it-IT" sz="1700" b="1">
                  <a:solidFill>
                    <a:srgbClr val="003366"/>
                  </a:solidFill>
                  <a:latin typeface="TimesTen" pitchFamily="16" charset="0"/>
                  <a:ea typeface="MS PGothic" panose="020B0600070205080204" pitchFamily="34" charset="-128"/>
                </a:rPr>
                <a:t>J</a:t>
              </a:r>
            </a:p>
          </p:txBody>
        </p:sp>
        <p:sp>
          <p:nvSpPr>
            <p:cNvPr id="50192" name="Rectangle 69">
              <a:extLst>
                <a:ext uri="{FF2B5EF4-FFF2-40B4-BE49-F238E27FC236}">
                  <a16:creationId xmlns:a16="http://schemas.microsoft.com/office/drawing/2014/main" id="{A068A83E-1E55-82B9-C7ED-14A78916D1E5}"/>
                </a:ext>
              </a:extLst>
            </p:cNvPr>
            <p:cNvSpPr>
              <a:spLocks noChangeArrowheads="1"/>
            </p:cNvSpPr>
            <p:nvPr/>
          </p:nvSpPr>
          <p:spPr bwMode="auto">
            <a:xfrm flipH="1">
              <a:off x="8186043" y="4757266"/>
              <a:ext cx="30480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spAutoFit/>
            </a:bodyPr>
            <a:lstStyle/>
            <a:p>
              <a:pPr eaLnBrk="1" hangingPunct="1">
                <a:buClr>
                  <a:srgbClr val="000000"/>
                </a:buClr>
                <a:buSzPct val="100000"/>
                <a:buFont typeface="Times New Roman" panose="02020603050405020304" pitchFamily="18" charset="0"/>
                <a:buNone/>
              </a:pPr>
              <a:r>
                <a:rPr lang="it-IT" altLang="it-IT" sz="1700" b="1">
                  <a:solidFill>
                    <a:srgbClr val="003366"/>
                  </a:solidFill>
                  <a:latin typeface="TimesTen" pitchFamily="16" charset="0"/>
                  <a:ea typeface="MS PGothic" panose="020B0600070205080204" pitchFamily="34" charset="-128"/>
                </a:rPr>
                <a:t>K</a:t>
              </a:r>
            </a:p>
          </p:txBody>
        </p:sp>
        <p:cxnSp>
          <p:nvCxnSpPr>
            <p:cNvPr id="50193" name="AutoShape 70">
              <a:extLst>
                <a:ext uri="{FF2B5EF4-FFF2-40B4-BE49-F238E27FC236}">
                  <a16:creationId xmlns:a16="http://schemas.microsoft.com/office/drawing/2014/main" id="{36FB2457-CED6-A8FD-A616-86A1CB271432}"/>
                </a:ext>
              </a:extLst>
            </p:cNvPr>
            <p:cNvCxnSpPr>
              <a:cxnSpLocks noChangeShapeType="1"/>
            </p:cNvCxnSpPr>
            <p:nvPr/>
          </p:nvCxnSpPr>
          <p:spPr bwMode="auto">
            <a:xfrm rot="16200000" flipH="1">
              <a:off x="7518499" y="4361185"/>
              <a:ext cx="714375" cy="414337"/>
            </a:xfrm>
            <a:prstGeom prst="bentConnector3">
              <a:avLst>
                <a:gd name="adj1" fmla="val 100000"/>
              </a:avLst>
            </a:prstGeom>
            <a:noFill/>
            <a:ln w="28440">
              <a:solidFill>
                <a:srgbClr val="003366"/>
              </a:solidFill>
              <a:round/>
              <a:headEnd/>
              <a:tailEnd/>
            </a:ln>
            <a:extLst>
              <a:ext uri="{909E8E84-426E-40DD-AFC4-6F175D3DCCD1}">
                <a14:hiddenFill xmlns:a14="http://schemas.microsoft.com/office/drawing/2010/main">
                  <a:noFill/>
                </a14:hiddenFill>
              </a:ext>
            </a:extLst>
          </p:spPr>
        </p:cxnSp>
        <p:sp>
          <p:nvSpPr>
            <p:cNvPr id="50194" name="Rectangle 71">
              <a:extLst>
                <a:ext uri="{FF2B5EF4-FFF2-40B4-BE49-F238E27FC236}">
                  <a16:creationId xmlns:a16="http://schemas.microsoft.com/office/drawing/2014/main" id="{20809CC3-4E04-7B31-1AE1-6066B720DC60}"/>
                </a:ext>
              </a:extLst>
            </p:cNvPr>
            <p:cNvSpPr>
              <a:spLocks noChangeArrowheads="1"/>
            </p:cNvSpPr>
            <p:nvPr/>
          </p:nvSpPr>
          <p:spPr bwMode="auto">
            <a:xfrm>
              <a:off x="8770243" y="3871441"/>
              <a:ext cx="4254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p>
              <a:pPr eaLnBrk="1" hangingPunct="1">
                <a:buClr>
                  <a:srgbClr val="000000"/>
                </a:buClr>
                <a:buSzPct val="100000"/>
                <a:buFont typeface="Times New Roman" panose="02020603050405020304" pitchFamily="18" charset="0"/>
                <a:buNone/>
              </a:pPr>
              <a:r>
                <a:rPr lang="it-IT" altLang="it-IT" sz="1600" b="1">
                  <a:solidFill>
                    <a:srgbClr val="003366"/>
                  </a:solidFill>
                  <a:latin typeface="Times New Roman" panose="02020603050405020304" pitchFamily="18" charset="0"/>
                  <a:ea typeface="MS PGothic" panose="020B0600070205080204" pitchFamily="34" charset="-128"/>
                </a:rPr>
                <a:t>!Q</a:t>
              </a:r>
            </a:p>
          </p:txBody>
        </p:sp>
        <p:cxnSp>
          <p:nvCxnSpPr>
            <p:cNvPr id="50195" name="AutoShape 73">
              <a:extLst>
                <a:ext uri="{FF2B5EF4-FFF2-40B4-BE49-F238E27FC236}">
                  <a16:creationId xmlns:a16="http://schemas.microsoft.com/office/drawing/2014/main" id="{141D712C-75E8-780B-F65C-DD686B018463}"/>
                </a:ext>
              </a:extLst>
            </p:cNvPr>
            <p:cNvCxnSpPr>
              <a:cxnSpLocks noChangeShapeType="1"/>
              <a:stCxn id="50196" idx="1"/>
              <a:endCxn id="50196" idx="1"/>
            </p:cNvCxnSpPr>
            <p:nvPr/>
          </p:nvCxnSpPr>
          <p:spPr bwMode="auto">
            <a:xfrm rot="5400000">
              <a:off x="7681218" y="3731741"/>
              <a:ext cx="1587" cy="1587"/>
            </a:xfrm>
            <a:prstGeom prst="bentConnector2">
              <a:avLst/>
            </a:prstGeom>
            <a:noFill/>
            <a:ln w="38160">
              <a:solidFill>
                <a:srgbClr val="003366"/>
              </a:solidFill>
              <a:round/>
              <a:headEnd/>
              <a:tailEnd/>
            </a:ln>
            <a:extLst>
              <a:ext uri="{909E8E84-426E-40DD-AFC4-6F175D3DCCD1}">
                <a14:hiddenFill xmlns:a14="http://schemas.microsoft.com/office/drawing/2010/main">
                  <a:noFill/>
                </a14:hiddenFill>
              </a:ext>
            </a:extLst>
          </p:spPr>
        </p:cxnSp>
        <p:sp>
          <p:nvSpPr>
            <p:cNvPr id="50196" name="Line 74">
              <a:extLst>
                <a:ext uri="{FF2B5EF4-FFF2-40B4-BE49-F238E27FC236}">
                  <a16:creationId xmlns:a16="http://schemas.microsoft.com/office/drawing/2014/main" id="{C6285A56-B3E4-5668-7330-23C605ABE8CE}"/>
                </a:ext>
              </a:extLst>
            </p:cNvPr>
            <p:cNvSpPr>
              <a:spLocks noChangeShapeType="1"/>
            </p:cNvSpPr>
            <p:nvPr/>
          </p:nvSpPr>
          <p:spPr bwMode="auto">
            <a:xfrm>
              <a:off x="7681218" y="3731741"/>
              <a:ext cx="1587" cy="493712"/>
            </a:xfrm>
            <a:prstGeom prst="line">
              <a:avLst/>
            </a:prstGeom>
            <a:noFill/>
            <a:ln w="38160">
              <a:solidFill>
                <a:srgbClr val="003366"/>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50197" name="Oval 75">
              <a:extLst>
                <a:ext uri="{FF2B5EF4-FFF2-40B4-BE49-F238E27FC236}">
                  <a16:creationId xmlns:a16="http://schemas.microsoft.com/office/drawing/2014/main" id="{F4391510-FF6A-64BB-7613-CDE5DE89AE14}"/>
                </a:ext>
              </a:extLst>
            </p:cNvPr>
            <p:cNvSpPr>
              <a:spLocks noChangeArrowheads="1"/>
            </p:cNvSpPr>
            <p:nvPr/>
          </p:nvSpPr>
          <p:spPr bwMode="auto">
            <a:xfrm>
              <a:off x="7647880" y="4173066"/>
              <a:ext cx="53975" cy="44450"/>
            </a:xfrm>
            <a:prstGeom prst="ellipse">
              <a:avLst/>
            </a:prstGeom>
            <a:solidFill>
              <a:srgbClr val="CCCC99"/>
            </a:solidFill>
            <a:ln w="38160">
              <a:solidFill>
                <a:srgbClr val="003366"/>
              </a:solidFill>
              <a:round/>
              <a:headEnd/>
              <a:tailEnd/>
            </a:ln>
          </p:spPr>
          <p:txBody>
            <a:bodyPr wrap="none" anchor="ctr"/>
            <a:lstStyle/>
            <a:p>
              <a:pPr eaLnBrk="1">
                <a:lnSpc>
                  <a:spcPct val="93000"/>
                </a:lnSpc>
                <a:buClr>
                  <a:srgbClr val="000000"/>
                </a:buClr>
                <a:buSzPct val="100000"/>
                <a:buFont typeface="Times New Roman" panose="02020603050405020304" pitchFamily="18" charset="0"/>
                <a:buNone/>
              </a:pPr>
              <a:endParaRPr lang="it-IT" altLang="it-IT"/>
            </a:p>
          </p:txBody>
        </p:sp>
        <p:sp>
          <p:nvSpPr>
            <p:cNvPr id="50198" name="Text Box 77">
              <a:extLst>
                <a:ext uri="{FF2B5EF4-FFF2-40B4-BE49-F238E27FC236}">
                  <a16:creationId xmlns:a16="http://schemas.microsoft.com/office/drawing/2014/main" id="{50ABA605-6075-D5F6-E436-EBF6975D15D1}"/>
                </a:ext>
              </a:extLst>
            </p:cNvPr>
            <p:cNvSpPr txBox="1">
              <a:spLocks noChangeArrowheads="1"/>
            </p:cNvSpPr>
            <p:nvPr/>
          </p:nvSpPr>
          <p:spPr bwMode="auto">
            <a:xfrm>
              <a:off x="7835205" y="3677766"/>
              <a:ext cx="1588"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60876" rIns="90000" bIns="45000"/>
            <a:lstStyle/>
            <a:p>
              <a:pPr eaLnBrk="1">
                <a:lnSpc>
                  <a:spcPct val="93000"/>
                </a:lnSpc>
                <a:buClr>
                  <a:srgbClr val="000000"/>
                </a:buClr>
                <a:buSzPct val="100000"/>
                <a:buFont typeface="Times New Roman" panose="02020603050405020304" pitchFamily="18" charset="0"/>
                <a:buNone/>
              </a:pPr>
              <a:r>
                <a:rPr lang="it-IT" altLang="it-IT">
                  <a:solidFill>
                    <a:srgbClr val="000000"/>
                  </a:solidFill>
                </a:rPr>
                <a:t>1</a:t>
              </a:r>
            </a:p>
          </p:txBody>
        </p:sp>
      </p:grpSp>
      <p:sp>
        <p:nvSpPr>
          <p:cNvPr id="50182" name="Rettangolo 3">
            <a:extLst>
              <a:ext uri="{FF2B5EF4-FFF2-40B4-BE49-F238E27FC236}">
                <a16:creationId xmlns:a16="http://schemas.microsoft.com/office/drawing/2014/main" id="{FF028FC8-5B70-881F-ABA5-8A93FA26458A}"/>
              </a:ext>
            </a:extLst>
          </p:cNvPr>
          <p:cNvSpPr>
            <a:spLocks noChangeArrowheads="1"/>
          </p:cNvSpPr>
          <p:nvPr/>
        </p:nvSpPr>
        <p:spPr bwMode="auto">
          <a:xfrm>
            <a:off x="323850" y="1295400"/>
            <a:ext cx="8853488"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lnSpc>
                <a:spcPct val="93000"/>
              </a:lnSpc>
              <a:spcAft>
                <a:spcPts val="1425"/>
              </a:spcAft>
              <a:buClr>
                <a:srgbClr val="000000"/>
              </a:buClr>
              <a:buSzPct val="100000"/>
              <a:buFont typeface="Times New Roman" panose="02020603050405020304" pitchFamily="18" charset="0"/>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a:spcAft>
                <a:spcPct val="0"/>
              </a:spcAft>
              <a:buFont typeface="Arial" panose="020B0604020202020204" pitchFamily="34" charset="0"/>
              <a:buChar char="•"/>
            </a:pPr>
            <a:r>
              <a:rPr lang="it-IT" altLang="it-IT" sz="2000">
                <a:solidFill>
                  <a:schemeClr val="tx1"/>
                </a:solidFill>
                <a:ea typeface="Microsoft YaHei" panose="020B0503020204020204" pitchFamily="34" charset="-122"/>
              </a:rPr>
              <a:t>Il </a:t>
            </a:r>
            <a:r>
              <a:rPr lang="it-IT" altLang="it-IT" sz="2000" b="1">
                <a:solidFill>
                  <a:schemeClr val="tx1"/>
                </a:solidFill>
                <a:ea typeface="Microsoft YaHei" panose="020B0503020204020204" pitchFamily="34" charset="-122"/>
              </a:rPr>
              <a:t>contatore mod-2 </a:t>
            </a:r>
            <a:r>
              <a:rPr lang="it-IT" altLang="it-IT" sz="2000">
                <a:solidFill>
                  <a:schemeClr val="tx1"/>
                </a:solidFill>
                <a:ea typeface="Microsoft YaHei" panose="020B0503020204020204" pitchFamily="34" charset="-122"/>
              </a:rPr>
              <a:t>può essere realizzato utilizzando un flip-flop T o un JK in cui si ponga J=K, oppure un flip-flop di tipo D retroazionato</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F29DD908-5359-0A65-C72B-D296C84AC182}"/>
              </a:ext>
            </a:extLst>
          </p:cNvPr>
          <p:cNvSpPr>
            <a:spLocks noGrp="1" noChangeArrowheads="1"/>
          </p:cNvSpPr>
          <p:nvPr>
            <p:ph type="title"/>
          </p:nvPr>
        </p:nvSpPr>
        <p:spPr>
          <a:xfrm>
            <a:off x="252413" y="-73025"/>
            <a:ext cx="9288462" cy="1008063"/>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Lst>
            </a:pPr>
            <a:r>
              <a:rPr lang="en-GB" altLang="it-IT" sz="3600">
                <a:solidFill>
                  <a:srgbClr val="FF0000"/>
                </a:solidFill>
              </a:rPr>
              <a:t>Progetto di contatori per composizione: schemi di collegamento</a:t>
            </a:r>
          </a:p>
        </p:txBody>
      </p:sp>
      <p:sp>
        <p:nvSpPr>
          <p:cNvPr id="52227" name="Text Box 3">
            <a:extLst>
              <a:ext uri="{FF2B5EF4-FFF2-40B4-BE49-F238E27FC236}">
                <a16:creationId xmlns:a16="http://schemas.microsoft.com/office/drawing/2014/main" id="{FB7EA262-B52D-77C6-CD4E-1C8249BB6FDF}"/>
              </a:ext>
            </a:extLst>
          </p:cNvPr>
          <p:cNvSpPr txBox="1">
            <a:spLocks noChangeArrowheads="1"/>
          </p:cNvSpPr>
          <p:nvPr/>
        </p:nvSpPr>
        <p:spPr bwMode="auto">
          <a:xfrm>
            <a:off x="252413" y="1223963"/>
            <a:ext cx="8999537"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2900">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Arial" panose="020B0604020202020204" pitchFamily="34" charset="0"/>
                <a:ea typeface="MS PGothic" panose="020B0600070205080204" pitchFamily="34" charset="-128"/>
              </a:defRPr>
            </a:lvl1pPr>
            <a:lvl2pPr indent="-342900">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MS PGothic" panose="020B0600070205080204" pitchFamily="34" charset="-128"/>
              </a:defRPr>
            </a:lvl2pPr>
            <a:lvl3pPr marL="1257300" indent="-342900">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9pPr>
          </a:lstStyle>
          <a:p>
            <a:pPr algn="just" eaLnBrk="1" hangingPunct="1">
              <a:lnSpc>
                <a:spcPct val="100000"/>
              </a:lnSpc>
              <a:spcBef>
                <a:spcPts val="638"/>
              </a:spcBef>
              <a:spcAft>
                <a:spcPct val="0"/>
              </a:spcAft>
              <a:buClr>
                <a:srgbClr val="003366"/>
              </a:buClr>
              <a:buFont typeface="Arial" panose="020B0604020202020204" pitchFamily="34" charset="0"/>
              <a:buChar char="•"/>
            </a:pPr>
            <a:r>
              <a:rPr lang="it-IT" altLang="it-IT" sz="2000"/>
              <a:t>Quando si compongono diversi contatori per realizzarne uno di modulo complessivamente più grande, è possibile adottare due diverse strategie di collegamento:</a:t>
            </a:r>
          </a:p>
          <a:p>
            <a:pPr lvl="1" algn="just" eaLnBrk="1" hangingPunct="1">
              <a:lnSpc>
                <a:spcPct val="100000"/>
              </a:lnSpc>
              <a:spcBef>
                <a:spcPts val="638"/>
              </a:spcBef>
              <a:spcAft>
                <a:spcPct val="0"/>
              </a:spcAft>
              <a:buClr>
                <a:srgbClr val="003366"/>
              </a:buClr>
              <a:buFont typeface="Wingdings" panose="05000000000000000000" pitchFamily="2" charset="2"/>
              <a:buChar char="§"/>
            </a:pPr>
            <a:r>
              <a:rPr lang="it-IT" altLang="it-IT" sz="2000" b="1"/>
              <a:t>schema parallelo: </a:t>
            </a:r>
            <a:r>
              <a:rPr lang="it-IT" altLang="it-IT" sz="2000"/>
              <a:t>Il </a:t>
            </a:r>
            <a:r>
              <a:rPr lang="it-IT" altLang="it-IT" sz="2000" u="sng"/>
              <a:t>segnale di conteggio è fornito simultaneamente a tutti i contatori (flip-flop) interconnessi</a:t>
            </a:r>
            <a:r>
              <a:rPr lang="it-IT" altLang="it-IT" sz="2000"/>
              <a:t>, e la frequenza diversa di conteggio è assicurata da una opportuna combinazione del segnale di conteggio e delle uscite dei contatori (flip-flop) precedenti</a:t>
            </a:r>
          </a:p>
          <a:p>
            <a:pPr lvl="1" algn="just" eaLnBrk="1" hangingPunct="1">
              <a:lnSpc>
                <a:spcPct val="100000"/>
              </a:lnSpc>
              <a:spcBef>
                <a:spcPts val="638"/>
              </a:spcBef>
              <a:spcAft>
                <a:spcPct val="0"/>
              </a:spcAft>
              <a:buClr>
                <a:srgbClr val="003366"/>
              </a:buClr>
              <a:buFont typeface="Wingdings" panose="05000000000000000000" pitchFamily="2" charset="2"/>
              <a:buChar char="§"/>
            </a:pPr>
            <a:r>
              <a:rPr lang="it-IT" altLang="it-IT" sz="2000" b="1"/>
              <a:t>schema seriale (o a cascata): </a:t>
            </a:r>
            <a:r>
              <a:rPr lang="it-IT" altLang="it-IT" sz="2000" u="sng"/>
              <a:t>il segnale di conteggio è fornito solo al contatore di peso meno significativo</a:t>
            </a:r>
            <a:r>
              <a:rPr lang="it-IT" altLang="it-IT" sz="2000"/>
              <a:t>, mentre per tutti gli altri è fornito dalle uscite dei contatori precedenti</a:t>
            </a:r>
          </a:p>
          <a:p>
            <a:pPr lvl="2">
              <a:spcAft>
                <a:spcPct val="0"/>
              </a:spcAft>
              <a:buFont typeface="Arial" panose="020B0604020202020204" pitchFamily="34" charset="0"/>
              <a:buChar char="•"/>
            </a:pPr>
            <a:r>
              <a:rPr lang="it-IT" altLang="it-IT" sz="1600"/>
              <a:t>In particolare, ogni contatore (dal secondo in poi) riceve un impulso di conteggio quando quello precedente raggiunge il suo valore massimo di conteggio</a:t>
            </a:r>
          </a:p>
        </p:txBody>
      </p:sp>
      <mc:AlternateContent xmlns:mc="http://schemas.openxmlformats.org/markup-compatibility/2006" xmlns:p14="http://schemas.microsoft.com/office/powerpoint/2010/main">
        <mc:Choice Requires="p14">
          <p:contentPart p14:bwMode="auto" r:id="rId3">
            <p14:nvContentPartPr>
              <p14:cNvPr id="62" name="Input penna 61">
                <a:extLst>
                  <a:ext uri="{FF2B5EF4-FFF2-40B4-BE49-F238E27FC236}">
                    <a16:creationId xmlns:a16="http://schemas.microsoft.com/office/drawing/2014/main" id="{48DD892A-D0D6-D9ED-C9F6-E4AD3C3C1F62}"/>
                  </a:ext>
                </a:extLst>
              </p14:cNvPr>
              <p14:cNvContentPartPr/>
              <p14:nvPr/>
            </p14:nvContentPartPr>
            <p14:xfrm>
              <a:off x="7101000" y="5525233"/>
              <a:ext cx="360" cy="360"/>
            </p14:xfrm>
          </p:contentPart>
        </mc:Choice>
        <mc:Fallback xmlns="">
          <p:pic>
            <p:nvPicPr>
              <p:cNvPr id="62" name="Input penna 61">
                <a:extLst>
                  <a:ext uri="{FF2B5EF4-FFF2-40B4-BE49-F238E27FC236}">
                    <a16:creationId xmlns:a16="http://schemas.microsoft.com/office/drawing/2014/main" id="{48DD892A-D0D6-D9ED-C9F6-E4AD3C3C1F62}"/>
                  </a:ext>
                </a:extLst>
              </p:cNvPr>
              <p:cNvPicPr/>
              <p:nvPr/>
            </p:nvPicPr>
            <p:blipFill>
              <a:blip r:embed="rId4"/>
              <a:stretch>
                <a:fillRect/>
              </a:stretch>
            </p:blipFill>
            <p:spPr>
              <a:xfrm>
                <a:off x="7092000" y="551623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2006" name="Input penna 42005">
                <a:extLst>
                  <a:ext uri="{FF2B5EF4-FFF2-40B4-BE49-F238E27FC236}">
                    <a16:creationId xmlns:a16="http://schemas.microsoft.com/office/drawing/2014/main" id="{9CDCB1DE-21A2-0928-7359-733FFBA37F88}"/>
                  </a:ext>
                </a:extLst>
              </p14:cNvPr>
              <p14:cNvContentPartPr/>
              <p14:nvPr/>
            </p14:nvContentPartPr>
            <p14:xfrm>
              <a:off x="6083640" y="5735833"/>
              <a:ext cx="360" cy="360"/>
            </p14:xfrm>
          </p:contentPart>
        </mc:Choice>
        <mc:Fallback xmlns="">
          <p:pic>
            <p:nvPicPr>
              <p:cNvPr id="42006" name="Input penna 42005">
                <a:extLst>
                  <a:ext uri="{FF2B5EF4-FFF2-40B4-BE49-F238E27FC236}">
                    <a16:creationId xmlns:a16="http://schemas.microsoft.com/office/drawing/2014/main" id="{9CDCB1DE-21A2-0928-7359-733FFBA37F88}"/>
                  </a:ext>
                </a:extLst>
              </p:cNvPr>
              <p:cNvPicPr/>
              <p:nvPr/>
            </p:nvPicPr>
            <p:blipFill>
              <a:blip r:embed="rId4"/>
              <a:stretch>
                <a:fillRect/>
              </a:stretch>
            </p:blipFill>
            <p:spPr>
              <a:xfrm>
                <a:off x="6074640" y="572683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2008" name="Input penna 42007">
                <a:extLst>
                  <a:ext uri="{FF2B5EF4-FFF2-40B4-BE49-F238E27FC236}">
                    <a16:creationId xmlns:a16="http://schemas.microsoft.com/office/drawing/2014/main" id="{C0232537-F59E-87D9-73FC-DE02F3236B84}"/>
                  </a:ext>
                </a:extLst>
              </p14:cNvPr>
              <p14:cNvContentPartPr/>
              <p14:nvPr/>
            </p14:nvContentPartPr>
            <p14:xfrm>
              <a:off x="7109640" y="5679313"/>
              <a:ext cx="360" cy="360"/>
            </p14:xfrm>
          </p:contentPart>
        </mc:Choice>
        <mc:Fallback xmlns="">
          <p:pic>
            <p:nvPicPr>
              <p:cNvPr id="42008" name="Input penna 42007">
                <a:extLst>
                  <a:ext uri="{FF2B5EF4-FFF2-40B4-BE49-F238E27FC236}">
                    <a16:creationId xmlns:a16="http://schemas.microsoft.com/office/drawing/2014/main" id="{C0232537-F59E-87D9-73FC-DE02F3236B84}"/>
                  </a:ext>
                </a:extLst>
              </p:cNvPr>
              <p:cNvPicPr/>
              <p:nvPr/>
            </p:nvPicPr>
            <p:blipFill>
              <a:blip r:embed="rId4"/>
              <a:stretch>
                <a:fillRect/>
              </a:stretch>
            </p:blipFill>
            <p:spPr>
              <a:xfrm>
                <a:off x="7100640" y="567031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2026" name="Input penna 42025">
                <a:extLst>
                  <a:ext uri="{FF2B5EF4-FFF2-40B4-BE49-F238E27FC236}">
                    <a16:creationId xmlns:a16="http://schemas.microsoft.com/office/drawing/2014/main" id="{BD53389A-0015-F3E0-A06C-215AE7B4EE41}"/>
                  </a:ext>
                </a:extLst>
              </p14:cNvPr>
              <p14:cNvContentPartPr/>
              <p14:nvPr/>
            </p14:nvContentPartPr>
            <p14:xfrm>
              <a:off x="9441720" y="5646913"/>
              <a:ext cx="360" cy="360"/>
            </p14:xfrm>
          </p:contentPart>
        </mc:Choice>
        <mc:Fallback xmlns="">
          <p:pic>
            <p:nvPicPr>
              <p:cNvPr id="42026" name="Input penna 42025">
                <a:extLst>
                  <a:ext uri="{FF2B5EF4-FFF2-40B4-BE49-F238E27FC236}">
                    <a16:creationId xmlns:a16="http://schemas.microsoft.com/office/drawing/2014/main" id="{BD53389A-0015-F3E0-A06C-215AE7B4EE41}"/>
                  </a:ext>
                </a:extLst>
              </p:cNvPr>
              <p:cNvPicPr/>
              <p:nvPr/>
            </p:nvPicPr>
            <p:blipFill>
              <a:blip r:embed="rId4"/>
              <a:stretch>
                <a:fillRect/>
              </a:stretch>
            </p:blipFill>
            <p:spPr>
              <a:xfrm>
                <a:off x="9432720" y="563791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2034" name="Input penna 42033">
                <a:extLst>
                  <a:ext uri="{FF2B5EF4-FFF2-40B4-BE49-F238E27FC236}">
                    <a16:creationId xmlns:a16="http://schemas.microsoft.com/office/drawing/2014/main" id="{5A346CC9-67DE-00A9-CA21-44697FEE4B23}"/>
                  </a:ext>
                </a:extLst>
              </p14:cNvPr>
              <p14:cNvContentPartPr/>
              <p14:nvPr/>
            </p14:nvContentPartPr>
            <p14:xfrm>
              <a:off x="2302560" y="5324713"/>
              <a:ext cx="2160" cy="2160"/>
            </p14:xfrm>
          </p:contentPart>
        </mc:Choice>
        <mc:Fallback xmlns="">
          <p:pic>
            <p:nvPicPr>
              <p:cNvPr id="42034" name="Input penna 42033">
                <a:extLst>
                  <a:ext uri="{FF2B5EF4-FFF2-40B4-BE49-F238E27FC236}">
                    <a16:creationId xmlns:a16="http://schemas.microsoft.com/office/drawing/2014/main" id="{5A346CC9-67DE-00A9-CA21-44697FEE4B23}"/>
                  </a:ext>
                </a:extLst>
              </p:cNvPr>
              <p:cNvPicPr/>
              <p:nvPr/>
            </p:nvPicPr>
            <p:blipFill>
              <a:blip r:embed="rId9"/>
              <a:stretch>
                <a:fillRect/>
              </a:stretch>
            </p:blipFill>
            <p:spPr>
              <a:xfrm>
                <a:off x="2293560" y="5315713"/>
                <a:ext cx="19800" cy="19800"/>
              </a:xfrm>
              <a:prstGeom prst="rect">
                <a:avLst/>
              </a:prstGeom>
            </p:spPr>
          </p:pic>
        </mc:Fallback>
      </mc:AlternateContent>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a:extLst>
              <a:ext uri="{FF2B5EF4-FFF2-40B4-BE49-F238E27FC236}">
                <a16:creationId xmlns:a16="http://schemas.microsoft.com/office/drawing/2014/main" id="{5F8F0515-13FE-2B8A-1510-3833A9CDDD99}"/>
              </a:ext>
            </a:extLst>
          </p:cNvPr>
          <p:cNvSpPr>
            <a:spLocks noGrp="1" noChangeArrowheads="1"/>
          </p:cNvSpPr>
          <p:nvPr>
            <p:ph type="title"/>
          </p:nvPr>
        </p:nvSpPr>
        <p:spPr>
          <a:xfrm>
            <a:off x="246063" y="314325"/>
            <a:ext cx="9721850"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it-IT" sz="2800">
                <a:solidFill>
                  <a:srgbClr val="FF0000"/>
                </a:solidFill>
              </a:rPr>
              <a:t>Contatori paralleli vs seriali – esempio con flip-flop JK</a:t>
            </a:r>
          </a:p>
        </p:txBody>
      </p:sp>
      <p:sp>
        <p:nvSpPr>
          <p:cNvPr id="54275" name="CasellaDiTesto 9">
            <a:extLst>
              <a:ext uri="{FF2B5EF4-FFF2-40B4-BE49-F238E27FC236}">
                <a16:creationId xmlns:a16="http://schemas.microsoft.com/office/drawing/2014/main" id="{41892B6F-ECF2-0DC9-5E08-F2A4B2B11A2A}"/>
              </a:ext>
            </a:extLst>
          </p:cNvPr>
          <p:cNvSpPr txBox="1">
            <a:spLocks noChangeArrowheads="1"/>
          </p:cNvSpPr>
          <p:nvPr/>
        </p:nvSpPr>
        <p:spPr bwMode="auto">
          <a:xfrm>
            <a:off x="1260475" y="3495675"/>
            <a:ext cx="7921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400"/>
              <a:t>Q0</a:t>
            </a:r>
          </a:p>
        </p:txBody>
      </p:sp>
      <p:sp>
        <p:nvSpPr>
          <p:cNvPr id="54276" name="CasellaDiTesto 10">
            <a:extLst>
              <a:ext uri="{FF2B5EF4-FFF2-40B4-BE49-F238E27FC236}">
                <a16:creationId xmlns:a16="http://schemas.microsoft.com/office/drawing/2014/main" id="{97FFEE06-BC4F-1335-2C20-38F80D4AB608}"/>
              </a:ext>
            </a:extLst>
          </p:cNvPr>
          <p:cNvSpPr txBox="1">
            <a:spLocks noChangeArrowheads="1"/>
          </p:cNvSpPr>
          <p:nvPr/>
        </p:nvSpPr>
        <p:spPr bwMode="auto">
          <a:xfrm>
            <a:off x="2555875" y="3495675"/>
            <a:ext cx="7921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400"/>
              <a:t>Q1</a:t>
            </a:r>
          </a:p>
        </p:txBody>
      </p:sp>
      <p:sp>
        <p:nvSpPr>
          <p:cNvPr id="54277" name="CasellaDiTesto 11">
            <a:extLst>
              <a:ext uri="{FF2B5EF4-FFF2-40B4-BE49-F238E27FC236}">
                <a16:creationId xmlns:a16="http://schemas.microsoft.com/office/drawing/2014/main" id="{F8C5F2BC-4655-60EE-E0EE-6D92E603D2BF}"/>
              </a:ext>
            </a:extLst>
          </p:cNvPr>
          <p:cNvSpPr txBox="1">
            <a:spLocks noChangeArrowheads="1"/>
          </p:cNvSpPr>
          <p:nvPr/>
        </p:nvSpPr>
        <p:spPr bwMode="auto">
          <a:xfrm>
            <a:off x="3851275" y="3495675"/>
            <a:ext cx="7921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400"/>
              <a:t>Q2</a:t>
            </a:r>
          </a:p>
        </p:txBody>
      </p:sp>
      <p:sp>
        <p:nvSpPr>
          <p:cNvPr id="54278" name="CasellaDiTesto 12">
            <a:extLst>
              <a:ext uri="{FF2B5EF4-FFF2-40B4-BE49-F238E27FC236}">
                <a16:creationId xmlns:a16="http://schemas.microsoft.com/office/drawing/2014/main" id="{1A8FF53B-883F-ED65-6A2F-0A8F066F074C}"/>
              </a:ext>
            </a:extLst>
          </p:cNvPr>
          <p:cNvSpPr txBox="1">
            <a:spLocks noChangeArrowheads="1"/>
          </p:cNvSpPr>
          <p:nvPr/>
        </p:nvSpPr>
        <p:spPr bwMode="auto">
          <a:xfrm>
            <a:off x="5003800" y="3495675"/>
            <a:ext cx="7921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400"/>
              <a:t>Q3</a:t>
            </a:r>
          </a:p>
        </p:txBody>
      </p:sp>
      <p:sp>
        <p:nvSpPr>
          <p:cNvPr id="54279" name="CasellaDiTesto 13">
            <a:extLst>
              <a:ext uri="{FF2B5EF4-FFF2-40B4-BE49-F238E27FC236}">
                <a16:creationId xmlns:a16="http://schemas.microsoft.com/office/drawing/2014/main" id="{C7E9923B-0D9C-FAA8-EF56-9AB9360941BD}"/>
              </a:ext>
            </a:extLst>
          </p:cNvPr>
          <p:cNvSpPr txBox="1">
            <a:spLocks noChangeArrowheads="1"/>
          </p:cNvSpPr>
          <p:nvPr/>
        </p:nvSpPr>
        <p:spPr bwMode="auto">
          <a:xfrm>
            <a:off x="1620838" y="5800725"/>
            <a:ext cx="79216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400"/>
              <a:t>Q0</a:t>
            </a:r>
          </a:p>
        </p:txBody>
      </p:sp>
      <p:sp>
        <p:nvSpPr>
          <p:cNvPr id="54280" name="CasellaDiTesto 14">
            <a:extLst>
              <a:ext uri="{FF2B5EF4-FFF2-40B4-BE49-F238E27FC236}">
                <a16:creationId xmlns:a16="http://schemas.microsoft.com/office/drawing/2014/main" id="{1C306CA9-AF10-3A0D-C52D-6FDC7093425F}"/>
              </a:ext>
            </a:extLst>
          </p:cNvPr>
          <p:cNvSpPr txBox="1">
            <a:spLocks noChangeArrowheads="1"/>
          </p:cNvSpPr>
          <p:nvPr/>
        </p:nvSpPr>
        <p:spPr bwMode="auto">
          <a:xfrm>
            <a:off x="2700338" y="5799138"/>
            <a:ext cx="792162"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400"/>
              <a:t>Q1</a:t>
            </a:r>
          </a:p>
        </p:txBody>
      </p:sp>
      <p:sp>
        <p:nvSpPr>
          <p:cNvPr id="54281" name="CasellaDiTesto 15">
            <a:extLst>
              <a:ext uri="{FF2B5EF4-FFF2-40B4-BE49-F238E27FC236}">
                <a16:creationId xmlns:a16="http://schemas.microsoft.com/office/drawing/2014/main" id="{CCAEDFAE-3DE0-E075-73C5-5958979B8342}"/>
              </a:ext>
            </a:extLst>
          </p:cNvPr>
          <p:cNvSpPr txBox="1">
            <a:spLocks noChangeArrowheads="1"/>
          </p:cNvSpPr>
          <p:nvPr/>
        </p:nvSpPr>
        <p:spPr bwMode="auto">
          <a:xfrm>
            <a:off x="3779838" y="5799138"/>
            <a:ext cx="790575"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400"/>
              <a:t>Q2</a:t>
            </a:r>
          </a:p>
        </p:txBody>
      </p:sp>
      <p:sp>
        <p:nvSpPr>
          <p:cNvPr id="54282" name="CasellaDiTesto 16">
            <a:extLst>
              <a:ext uri="{FF2B5EF4-FFF2-40B4-BE49-F238E27FC236}">
                <a16:creationId xmlns:a16="http://schemas.microsoft.com/office/drawing/2014/main" id="{7E1C9FB8-C3F4-8D15-A6A9-2604298F016F}"/>
              </a:ext>
            </a:extLst>
          </p:cNvPr>
          <p:cNvSpPr txBox="1">
            <a:spLocks noChangeArrowheads="1"/>
          </p:cNvSpPr>
          <p:nvPr/>
        </p:nvSpPr>
        <p:spPr bwMode="auto">
          <a:xfrm>
            <a:off x="4859338" y="5799138"/>
            <a:ext cx="793750"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400"/>
              <a:t>Q3</a:t>
            </a:r>
          </a:p>
        </p:txBody>
      </p:sp>
      <p:sp>
        <p:nvSpPr>
          <p:cNvPr id="54283" name="CasellaDiTesto 4">
            <a:extLst>
              <a:ext uri="{FF2B5EF4-FFF2-40B4-BE49-F238E27FC236}">
                <a16:creationId xmlns:a16="http://schemas.microsoft.com/office/drawing/2014/main" id="{29CDAA69-3E63-B99E-3EA1-8B997E8C3345}"/>
              </a:ext>
            </a:extLst>
          </p:cNvPr>
          <p:cNvSpPr txBox="1">
            <a:spLocks noChangeArrowheads="1"/>
          </p:cNvSpPr>
          <p:nvPr/>
        </p:nvSpPr>
        <p:spPr bwMode="auto">
          <a:xfrm>
            <a:off x="323850" y="1223963"/>
            <a:ext cx="9144000"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a:t>Esempio: costruire un contatore mod-16 a partire da contatori mod-2 in modalità parallela e seriale</a:t>
            </a:r>
          </a:p>
        </p:txBody>
      </p:sp>
      <p:sp>
        <p:nvSpPr>
          <p:cNvPr id="54284" name="CasellaDiTesto 5">
            <a:extLst>
              <a:ext uri="{FF2B5EF4-FFF2-40B4-BE49-F238E27FC236}">
                <a16:creationId xmlns:a16="http://schemas.microsoft.com/office/drawing/2014/main" id="{87015535-708D-5390-009D-F307107E82FA}"/>
              </a:ext>
            </a:extLst>
          </p:cNvPr>
          <p:cNvSpPr txBox="1">
            <a:spLocks noChangeArrowheads="1"/>
          </p:cNvSpPr>
          <p:nvPr/>
        </p:nvSpPr>
        <p:spPr bwMode="auto">
          <a:xfrm>
            <a:off x="5638800" y="1584325"/>
            <a:ext cx="3829050" cy="1924050"/>
          </a:xfrm>
          <a:prstGeom prst="rect">
            <a:avLst/>
          </a:prstGeom>
          <a:noFill/>
          <a:ln w="9525">
            <a:solidFill>
              <a:srgbClr val="00B0F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600"/>
              <a:t>I contatori mod-2 sono realizzati semplicemente da flip-flop JK che funzionano in modalità toggle (in cui sia posto JK=11). </a:t>
            </a:r>
          </a:p>
          <a:p>
            <a:pPr eaLnBrk="1">
              <a:lnSpc>
                <a:spcPct val="93000"/>
              </a:lnSpc>
              <a:buClr>
                <a:srgbClr val="000000"/>
              </a:buClr>
              <a:buSzPct val="100000"/>
              <a:buFont typeface="Times New Roman" panose="02020603050405020304" pitchFamily="18" charset="0"/>
              <a:buNone/>
            </a:pPr>
            <a:r>
              <a:rPr lang="it-IT" altLang="it-IT" sz="1600"/>
              <a:t>I diversi flip-flop commutano con frequenze diverse: il primo ad ogni impulso, il secondo ogni due impulsi, il terzo ogni 4 e il quarto ogni 8</a:t>
            </a:r>
          </a:p>
        </p:txBody>
      </p:sp>
      <p:sp>
        <p:nvSpPr>
          <p:cNvPr id="54285" name="CasellaDiTesto 19">
            <a:extLst>
              <a:ext uri="{FF2B5EF4-FFF2-40B4-BE49-F238E27FC236}">
                <a16:creationId xmlns:a16="http://schemas.microsoft.com/office/drawing/2014/main" id="{BBB851DC-4B0F-5B3D-0D09-8DD14E93EA5B}"/>
              </a:ext>
            </a:extLst>
          </p:cNvPr>
          <p:cNvSpPr txBox="1">
            <a:spLocks noChangeArrowheads="1"/>
          </p:cNvSpPr>
          <p:nvPr/>
        </p:nvSpPr>
        <p:spPr bwMode="auto">
          <a:xfrm>
            <a:off x="5638800" y="3744913"/>
            <a:ext cx="3829050" cy="2381250"/>
          </a:xfrm>
          <a:prstGeom prst="rect">
            <a:avLst/>
          </a:prstGeom>
          <a:noFill/>
          <a:ln w="952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600"/>
              <a:t>Nella configurazione </a:t>
            </a:r>
            <a:r>
              <a:rPr lang="it-IT" altLang="it-IT" sz="1600" b="1"/>
              <a:t>parallela</a:t>
            </a:r>
            <a:r>
              <a:rPr lang="it-IT" altLang="it-IT" sz="1600"/>
              <a:t>, il clock viene dato a tutti i flip-flop a viene opportunamente manipolato per garantire la diversa frequenza di commutazione;</a:t>
            </a:r>
          </a:p>
          <a:p>
            <a:pPr eaLnBrk="1">
              <a:lnSpc>
                <a:spcPct val="93000"/>
              </a:lnSpc>
              <a:buClr>
                <a:srgbClr val="000000"/>
              </a:buClr>
              <a:buSzPct val="100000"/>
              <a:buFont typeface="Times New Roman" panose="02020603050405020304" pitchFamily="18" charset="0"/>
              <a:buNone/>
            </a:pPr>
            <a:r>
              <a:rPr lang="it-IT" altLang="it-IT" sz="1600"/>
              <a:t>Nella configurazione </a:t>
            </a:r>
            <a:r>
              <a:rPr lang="it-IT" altLang="it-IT" sz="1600" b="1"/>
              <a:t>serie</a:t>
            </a:r>
            <a:r>
              <a:rPr lang="it-IT" altLang="it-IT" sz="1600"/>
              <a:t> il segnale di conteggio viene dato solo al primo flip-flop, e ogni flip-flop a partire dal secondo prende l’impulso di conteggio dall’uscita del precedente</a:t>
            </a:r>
          </a:p>
        </p:txBody>
      </p:sp>
      <p:pic>
        <p:nvPicPr>
          <p:cNvPr id="54286" name="Immagine 1">
            <a:extLst>
              <a:ext uri="{FF2B5EF4-FFF2-40B4-BE49-F238E27FC236}">
                <a16:creationId xmlns:a16="http://schemas.microsoft.com/office/drawing/2014/main" id="{1BB25EC6-E371-ED36-7E9F-C1A28C4798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800225"/>
            <a:ext cx="5184775" cy="168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7" name="Immagine 2">
            <a:extLst>
              <a:ext uri="{FF2B5EF4-FFF2-40B4-BE49-F238E27FC236}">
                <a16:creationId xmlns:a16="http://schemas.microsoft.com/office/drawing/2014/main" id="{01DBB494-24E3-C46E-5559-D05FE8DF6B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763" y="4214813"/>
            <a:ext cx="4889500"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88" name="CasellaDiTesto 3">
            <a:extLst>
              <a:ext uri="{FF2B5EF4-FFF2-40B4-BE49-F238E27FC236}">
                <a16:creationId xmlns:a16="http://schemas.microsoft.com/office/drawing/2014/main" id="{42AEE3AE-749F-452C-3A52-726C54A902A2}"/>
              </a:ext>
            </a:extLst>
          </p:cNvPr>
          <p:cNvSpPr txBox="1">
            <a:spLocks noChangeArrowheads="1"/>
          </p:cNvSpPr>
          <p:nvPr/>
        </p:nvSpPr>
        <p:spPr bwMode="auto">
          <a:xfrm>
            <a:off x="1570038" y="3727450"/>
            <a:ext cx="3889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it-IT" altLang="it-IT">
                <a:solidFill>
                  <a:srgbClr val="FFC000"/>
                </a:solidFill>
              </a:rPr>
              <a:t>SCHEMA PARALLELO</a:t>
            </a:r>
          </a:p>
        </p:txBody>
      </p:sp>
      <p:sp>
        <p:nvSpPr>
          <p:cNvPr id="54289" name="CasellaDiTesto 18">
            <a:extLst>
              <a:ext uri="{FF2B5EF4-FFF2-40B4-BE49-F238E27FC236}">
                <a16:creationId xmlns:a16="http://schemas.microsoft.com/office/drawing/2014/main" id="{534C3FF0-9D89-78D2-ADA9-FA439AEC39AE}"/>
              </a:ext>
            </a:extLst>
          </p:cNvPr>
          <p:cNvSpPr txBox="1">
            <a:spLocks noChangeArrowheads="1"/>
          </p:cNvSpPr>
          <p:nvPr/>
        </p:nvSpPr>
        <p:spPr bwMode="auto">
          <a:xfrm>
            <a:off x="1547813" y="6007100"/>
            <a:ext cx="38877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it-IT" altLang="it-IT">
                <a:solidFill>
                  <a:srgbClr val="FFC000"/>
                </a:solidFill>
              </a:rPr>
              <a:t>SCHEMA SERIALE</a:t>
            </a:r>
          </a:p>
        </p:txBody>
      </p:sp>
      <mc:AlternateContent xmlns:mc="http://schemas.openxmlformats.org/markup-compatibility/2006" xmlns:p14="http://schemas.microsoft.com/office/powerpoint/2010/main">
        <mc:Choice Requires="p14">
          <p:contentPart p14:bwMode="auto" r:id="rId5">
            <p14:nvContentPartPr>
              <p14:cNvPr id="44081" name="Input penna 44080">
                <a:extLst>
                  <a:ext uri="{FF2B5EF4-FFF2-40B4-BE49-F238E27FC236}">
                    <a16:creationId xmlns:a16="http://schemas.microsoft.com/office/drawing/2014/main" id="{93779BBC-B096-E23E-49E6-EBCA68E37F94}"/>
                  </a:ext>
                </a:extLst>
              </p14:cNvPr>
              <p14:cNvContentPartPr/>
              <p14:nvPr/>
            </p14:nvContentPartPr>
            <p14:xfrm>
              <a:off x="1549056" y="2694327"/>
              <a:ext cx="360" cy="360"/>
            </p14:xfrm>
          </p:contentPart>
        </mc:Choice>
        <mc:Fallback xmlns="">
          <p:pic>
            <p:nvPicPr>
              <p:cNvPr id="44081" name="Input penna 44080">
                <a:extLst>
                  <a:ext uri="{FF2B5EF4-FFF2-40B4-BE49-F238E27FC236}">
                    <a16:creationId xmlns:a16="http://schemas.microsoft.com/office/drawing/2014/main" id="{93779BBC-B096-E23E-49E6-EBCA68E37F94}"/>
                  </a:ext>
                </a:extLst>
              </p:cNvPr>
              <p:cNvPicPr/>
              <p:nvPr/>
            </p:nvPicPr>
            <p:blipFill>
              <a:blip r:embed="rId6"/>
              <a:stretch>
                <a:fillRect/>
              </a:stretch>
            </p:blipFill>
            <p:spPr>
              <a:xfrm>
                <a:off x="1540056" y="268532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4115" name="Input penna 44114">
                <a:extLst>
                  <a:ext uri="{FF2B5EF4-FFF2-40B4-BE49-F238E27FC236}">
                    <a16:creationId xmlns:a16="http://schemas.microsoft.com/office/drawing/2014/main" id="{61F4CCD1-B338-2F1E-DC26-1285474D76DE}"/>
                  </a:ext>
                </a:extLst>
              </p14:cNvPr>
              <p14:cNvContentPartPr/>
              <p14:nvPr/>
            </p14:nvContentPartPr>
            <p14:xfrm>
              <a:off x="5757816" y="4445367"/>
              <a:ext cx="360" cy="360"/>
            </p14:xfrm>
          </p:contentPart>
        </mc:Choice>
        <mc:Fallback xmlns="">
          <p:pic>
            <p:nvPicPr>
              <p:cNvPr id="44115" name="Input penna 44114">
                <a:extLst>
                  <a:ext uri="{FF2B5EF4-FFF2-40B4-BE49-F238E27FC236}">
                    <a16:creationId xmlns:a16="http://schemas.microsoft.com/office/drawing/2014/main" id="{61F4CCD1-B338-2F1E-DC26-1285474D76DE}"/>
                  </a:ext>
                </a:extLst>
              </p:cNvPr>
              <p:cNvPicPr/>
              <p:nvPr/>
            </p:nvPicPr>
            <p:blipFill>
              <a:blip r:embed="rId6"/>
              <a:stretch>
                <a:fillRect/>
              </a:stretch>
            </p:blipFill>
            <p:spPr>
              <a:xfrm>
                <a:off x="5748816" y="443636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4127" name="Input penna 44126">
                <a:extLst>
                  <a:ext uri="{FF2B5EF4-FFF2-40B4-BE49-F238E27FC236}">
                    <a16:creationId xmlns:a16="http://schemas.microsoft.com/office/drawing/2014/main" id="{F0C35890-27C0-EA7F-6339-9F74D27548BE}"/>
                  </a:ext>
                </a:extLst>
              </p14:cNvPr>
              <p14:cNvContentPartPr/>
              <p14:nvPr/>
            </p14:nvContentPartPr>
            <p14:xfrm>
              <a:off x="2298576" y="3415767"/>
              <a:ext cx="360" cy="360"/>
            </p14:xfrm>
          </p:contentPart>
        </mc:Choice>
        <mc:Fallback xmlns="">
          <p:pic>
            <p:nvPicPr>
              <p:cNvPr id="44127" name="Input penna 44126">
                <a:extLst>
                  <a:ext uri="{FF2B5EF4-FFF2-40B4-BE49-F238E27FC236}">
                    <a16:creationId xmlns:a16="http://schemas.microsoft.com/office/drawing/2014/main" id="{F0C35890-27C0-EA7F-6339-9F74D27548BE}"/>
                  </a:ext>
                </a:extLst>
              </p:cNvPr>
              <p:cNvPicPr/>
              <p:nvPr/>
            </p:nvPicPr>
            <p:blipFill>
              <a:blip r:embed="rId6"/>
              <a:stretch>
                <a:fillRect/>
              </a:stretch>
            </p:blipFill>
            <p:spPr>
              <a:xfrm>
                <a:off x="2289576" y="3406767"/>
                <a:ext cx="18000" cy="18000"/>
              </a:xfrm>
              <a:prstGeom prst="rect">
                <a:avLst/>
              </a:prstGeom>
            </p:spPr>
          </p:pic>
        </mc:Fallback>
      </mc:AlternateContent>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a:extLst>
              <a:ext uri="{FF2B5EF4-FFF2-40B4-BE49-F238E27FC236}">
                <a16:creationId xmlns:a16="http://schemas.microsoft.com/office/drawing/2014/main" id="{CF572898-2B10-005E-B1D5-B3C3C56A62B2}"/>
              </a:ext>
            </a:extLst>
          </p:cNvPr>
          <p:cNvSpPr>
            <a:spLocks noGrp="1" noChangeArrowheads="1"/>
          </p:cNvSpPr>
          <p:nvPr>
            <p:ph type="title"/>
          </p:nvPr>
        </p:nvSpPr>
        <p:spPr>
          <a:xfrm>
            <a:off x="246063" y="314325"/>
            <a:ext cx="9721850"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it-IT" sz="2800">
                <a:solidFill>
                  <a:srgbClr val="FF0000"/>
                </a:solidFill>
              </a:rPr>
              <a:t>Contatori paralleli vs seriali – esempio con flip-flop T</a:t>
            </a:r>
          </a:p>
        </p:txBody>
      </p:sp>
      <p:sp>
        <p:nvSpPr>
          <p:cNvPr id="56323" name="CasellaDiTesto 9">
            <a:extLst>
              <a:ext uri="{FF2B5EF4-FFF2-40B4-BE49-F238E27FC236}">
                <a16:creationId xmlns:a16="http://schemas.microsoft.com/office/drawing/2014/main" id="{232C9A29-858B-4FC5-C38C-C9B7C9E3DF80}"/>
              </a:ext>
            </a:extLst>
          </p:cNvPr>
          <p:cNvSpPr txBox="1">
            <a:spLocks noChangeArrowheads="1"/>
          </p:cNvSpPr>
          <p:nvPr/>
        </p:nvSpPr>
        <p:spPr bwMode="auto">
          <a:xfrm>
            <a:off x="2987675" y="3671888"/>
            <a:ext cx="7921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400"/>
              <a:t>Q0</a:t>
            </a:r>
          </a:p>
        </p:txBody>
      </p:sp>
      <p:sp>
        <p:nvSpPr>
          <p:cNvPr id="56324" name="CasellaDiTesto 10">
            <a:extLst>
              <a:ext uri="{FF2B5EF4-FFF2-40B4-BE49-F238E27FC236}">
                <a16:creationId xmlns:a16="http://schemas.microsoft.com/office/drawing/2014/main" id="{60C09077-9C35-D1BE-C8ED-29D68BE36B31}"/>
              </a:ext>
            </a:extLst>
          </p:cNvPr>
          <p:cNvSpPr txBox="1">
            <a:spLocks noChangeArrowheads="1"/>
          </p:cNvSpPr>
          <p:nvPr/>
        </p:nvSpPr>
        <p:spPr bwMode="auto">
          <a:xfrm>
            <a:off x="4284663" y="3671888"/>
            <a:ext cx="79216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400"/>
              <a:t>Q1</a:t>
            </a:r>
          </a:p>
        </p:txBody>
      </p:sp>
      <p:sp>
        <p:nvSpPr>
          <p:cNvPr id="56325" name="CasellaDiTesto 11">
            <a:extLst>
              <a:ext uri="{FF2B5EF4-FFF2-40B4-BE49-F238E27FC236}">
                <a16:creationId xmlns:a16="http://schemas.microsoft.com/office/drawing/2014/main" id="{020DC4AF-B734-6D1C-0649-75F67913934B}"/>
              </a:ext>
            </a:extLst>
          </p:cNvPr>
          <p:cNvSpPr txBox="1">
            <a:spLocks noChangeArrowheads="1"/>
          </p:cNvSpPr>
          <p:nvPr/>
        </p:nvSpPr>
        <p:spPr bwMode="auto">
          <a:xfrm>
            <a:off x="5580063" y="3671888"/>
            <a:ext cx="79216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400"/>
              <a:t>Q2</a:t>
            </a:r>
          </a:p>
        </p:txBody>
      </p:sp>
      <p:sp>
        <p:nvSpPr>
          <p:cNvPr id="56326" name="CasellaDiTesto 12">
            <a:extLst>
              <a:ext uri="{FF2B5EF4-FFF2-40B4-BE49-F238E27FC236}">
                <a16:creationId xmlns:a16="http://schemas.microsoft.com/office/drawing/2014/main" id="{50A05271-C1EF-E6B1-D07B-BAC5A65AEE07}"/>
              </a:ext>
            </a:extLst>
          </p:cNvPr>
          <p:cNvSpPr txBox="1">
            <a:spLocks noChangeArrowheads="1"/>
          </p:cNvSpPr>
          <p:nvPr/>
        </p:nvSpPr>
        <p:spPr bwMode="auto">
          <a:xfrm>
            <a:off x="6732588" y="3671888"/>
            <a:ext cx="79216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400"/>
              <a:t>Q3</a:t>
            </a:r>
          </a:p>
        </p:txBody>
      </p:sp>
      <p:sp>
        <p:nvSpPr>
          <p:cNvPr id="56327" name="CasellaDiTesto 13">
            <a:extLst>
              <a:ext uri="{FF2B5EF4-FFF2-40B4-BE49-F238E27FC236}">
                <a16:creationId xmlns:a16="http://schemas.microsoft.com/office/drawing/2014/main" id="{B6548532-90D6-DA73-0C2A-5D2896D6EC4C}"/>
              </a:ext>
            </a:extLst>
          </p:cNvPr>
          <p:cNvSpPr txBox="1">
            <a:spLocks noChangeArrowheads="1"/>
          </p:cNvSpPr>
          <p:nvPr/>
        </p:nvSpPr>
        <p:spPr bwMode="auto">
          <a:xfrm>
            <a:off x="2989263" y="5827713"/>
            <a:ext cx="79216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400"/>
              <a:t>Q0</a:t>
            </a:r>
          </a:p>
        </p:txBody>
      </p:sp>
      <p:sp>
        <p:nvSpPr>
          <p:cNvPr id="56328" name="CasellaDiTesto 14">
            <a:extLst>
              <a:ext uri="{FF2B5EF4-FFF2-40B4-BE49-F238E27FC236}">
                <a16:creationId xmlns:a16="http://schemas.microsoft.com/office/drawing/2014/main" id="{CA4F4632-76D4-9CEB-E928-B9AF0E7DD40E}"/>
              </a:ext>
            </a:extLst>
          </p:cNvPr>
          <p:cNvSpPr txBox="1">
            <a:spLocks noChangeArrowheads="1"/>
          </p:cNvSpPr>
          <p:nvPr/>
        </p:nvSpPr>
        <p:spPr bwMode="auto">
          <a:xfrm>
            <a:off x="4284663" y="5826125"/>
            <a:ext cx="792162"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400"/>
              <a:t>Q1</a:t>
            </a:r>
          </a:p>
        </p:txBody>
      </p:sp>
      <p:sp>
        <p:nvSpPr>
          <p:cNvPr id="56329" name="CasellaDiTesto 15">
            <a:extLst>
              <a:ext uri="{FF2B5EF4-FFF2-40B4-BE49-F238E27FC236}">
                <a16:creationId xmlns:a16="http://schemas.microsoft.com/office/drawing/2014/main" id="{92CA35A1-3EAE-215E-EC93-3297041BB526}"/>
              </a:ext>
            </a:extLst>
          </p:cNvPr>
          <p:cNvSpPr txBox="1">
            <a:spLocks noChangeArrowheads="1"/>
          </p:cNvSpPr>
          <p:nvPr/>
        </p:nvSpPr>
        <p:spPr bwMode="auto">
          <a:xfrm>
            <a:off x="5510213" y="5826125"/>
            <a:ext cx="790575"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400"/>
              <a:t>Q2</a:t>
            </a:r>
          </a:p>
        </p:txBody>
      </p:sp>
      <p:sp>
        <p:nvSpPr>
          <p:cNvPr id="56330" name="CasellaDiTesto 16">
            <a:extLst>
              <a:ext uri="{FF2B5EF4-FFF2-40B4-BE49-F238E27FC236}">
                <a16:creationId xmlns:a16="http://schemas.microsoft.com/office/drawing/2014/main" id="{15FA4F20-8486-4174-7746-AD246F579F4F}"/>
              </a:ext>
            </a:extLst>
          </p:cNvPr>
          <p:cNvSpPr txBox="1">
            <a:spLocks noChangeArrowheads="1"/>
          </p:cNvSpPr>
          <p:nvPr/>
        </p:nvSpPr>
        <p:spPr bwMode="auto">
          <a:xfrm>
            <a:off x="6877050" y="5826125"/>
            <a:ext cx="792163"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400"/>
              <a:t>Q3</a:t>
            </a:r>
          </a:p>
        </p:txBody>
      </p:sp>
      <p:pic>
        <p:nvPicPr>
          <p:cNvPr id="56331" name="Immagine 3">
            <a:extLst>
              <a:ext uri="{FF2B5EF4-FFF2-40B4-BE49-F238E27FC236}">
                <a16:creationId xmlns:a16="http://schemas.microsoft.com/office/drawing/2014/main" id="{4E2E0769-8AF1-7B98-68F8-5AAE20CDF6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2863" y="4095750"/>
            <a:ext cx="5870575" cy="173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32" name="Immagine 4">
            <a:extLst>
              <a:ext uri="{FF2B5EF4-FFF2-40B4-BE49-F238E27FC236}">
                <a16:creationId xmlns:a16="http://schemas.microsoft.com/office/drawing/2014/main" id="{B6E61BE1-2BDD-455B-56CA-13F59DA100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0475" y="1544638"/>
            <a:ext cx="5840413" cy="212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33" name="CasellaDiTesto 4">
            <a:extLst>
              <a:ext uri="{FF2B5EF4-FFF2-40B4-BE49-F238E27FC236}">
                <a16:creationId xmlns:a16="http://schemas.microsoft.com/office/drawing/2014/main" id="{496BE95F-3D0E-1477-5F84-958B1FAE27A6}"/>
              </a:ext>
            </a:extLst>
          </p:cNvPr>
          <p:cNvSpPr txBox="1">
            <a:spLocks noChangeArrowheads="1"/>
          </p:cNvSpPr>
          <p:nvPr/>
        </p:nvSpPr>
        <p:spPr bwMode="auto">
          <a:xfrm>
            <a:off x="184150" y="1214438"/>
            <a:ext cx="9144000"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a:t>Esempio: costruire un contatore mod-16 a partire da contatori mod-2 in modalità parallela e seriale</a:t>
            </a:r>
          </a:p>
        </p:txBody>
      </p:sp>
      <p:sp>
        <p:nvSpPr>
          <p:cNvPr id="56334" name="CasellaDiTesto 17">
            <a:extLst>
              <a:ext uri="{FF2B5EF4-FFF2-40B4-BE49-F238E27FC236}">
                <a16:creationId xmlns:a16="http://schemas.microsoft.com/office/drawing/2014/main" id="{59F79A7B-C210-8AD3-AD2C-F29C297F72FD}"/>
              </a:ext>
            </a:extLst>
          </p:cNvPr>
          <p:cNvSpPr txBox="1">
            <a:spLocks noChangeArrowheads="1"/>
          </p:cNvSpPr>
          <p:nvPr/>
        </p:nvSpPr>
        <p:spPr bwMode="auto">
          <a:xfrm>
            <a:off x="3276600" y="3960813"/>
            <a:ext cx="38877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it-IT" altLang="it-IT">
                <a:solidFill>
                  <a:srgbClr val="FFC000"/>
                </a:solidFill>
              </a:rPr>
              <a:t>SCHEMA PARALLELO</a:t>
            </a:r>
          </a:p>
        </p:txBody>
      </p:sp>
      <p:sp>
        <p:nvSpPr>
          <p:cNvPr id="56335" name="CasellaDiTesto 18">
            <a:extLst>
              <a:ext uri="{FF2B5EF4-FFF2-40B4-BE49-F238E27FC236}">
                <a16:creationId xmlns:a16="http://schemas.microsoft.com/office/drawing/2014/main" id="{B98A2496-F3E4-BBA9-74BB-917A7FEA21BB}"/>
              </a:ext>
            </a:extLst>
          </p:cNvPr>
          <p:cNvSpPr txBox="1">
            <a:spLocks noChangeArrowheads="1"/>
          </p:cNvSpPr>
          <p:nvPr/>
        </p:nvSpPr>
        <p:spPr bwMode="auto">
          <a:xfrm>
            <a:off x="3397250" y="6007100"/>
            <a:ext cx="38877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it-IT" altLang="it-IT">
                <a:solidFill>
                  <a:srgbClr val="FFC000"/>
                </a:solidFill>
              </a:rPr>
              <a:t>SCHEMA SERIALE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B31C5147-04C6-D123-304B-644FE43EAE50}"/>
              </a:ext>
            </a:extLst>
          </p:cNvPr>
          <p:cNvSpPr>
            <a:spLocks noGrp="1" noChangeArrowheads="1"/>
          </p:cNvSpPr>
          <p:nvPr>
            <p:ph type="title"/>
          </p:nvPr>
        </p:nvSpPr>
        <p:spPr>
          <a:xfrm>
            <a:off x="215900" y="360363"/>
            <a:ext cx="9288463" cy="574675"/>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Lst>
            </a:pPr>
            <a:r>
              <a:rPr lang="en-GB" altLang="it-IT" sz="3600">
                <a:solidFill>
                  <a:srgbClr val="FF0000"/>
                </a:solidFill>
              </a:rPr>
              <a:t>Contatori seriali – ritardi di propagazione</a:t>
            </a:r>
          </a:p>
        </p:txBody>
      </p:sp>
      <p:sp>
        <p:nvSpPr>
          <p:cNvPr id="58371" name="Text Box 3">
            <a:extLst>
              <a:ext uri="{FF2B5EF4-FFF2-40B4-BE49-F238E27FC236}">
                <a16:creationId xmlns:a16="http://schemas.microsoft.com/office/drawing/2014/main" id="{359CEA8D-8596-5194-908E-77861E9563B7}"/>
              </a:ext>
            </a:extLst>
          </p:cNvPr>
          <p:cNvSpPr txBox="1">
            <a:spLocks noChangeArrowheads="1"/>
          </p:cNvSpPr>
          <p:nvPr/>
        </p:nvSpPr>
        <p:spPr bwMode="auto">
          <a:xfrm>
            <a:off x="252413" y="1223963"/>
            <a:ext cx="8999537"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2900">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Arial" panose="020B0604020202020204" pitchFamily="34" charset="0"/>
                <a:ea typeface="MS PGothic" panose="020B0600070205080204" pitchFamily="34" charset="-128"/>
              </a:defRPr>
            </a:lvl1pPr>
            <a:lvl2pPr indent="-342900">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MS PGothic" panose="020B0600070205080204" pitchFamily="34" charset="-128"/>
              </a:defRPr>
            </a:lvl2pPr>
            <a:lvl3pPr marL="1257300" indent="-342900">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9pPr>
          </a:lstStyle>
          <a:p>
            <a:pPr>
              <a:spcAft>
                <a:spcPct val="0"/>
              </a:spcAft>
              <a:buFont typeface="Arial" panose="020B0604020202020204" pitchFamily="34" charset="0"/>
              <a:buChar char="•"/>
            </a:pPr>
            <a:r>
              <a:rPr lang="it-IT" altLang="it-IT" sz="2000"/>
              <a:t>Lo schema seriale implica una </a:t>
            </a:r>
            <a:r>
              <a:rPr lang="it-IT" altLang="it-IT" sz="2000" b="1"/>
              <a:t>propagazione</a:t>
            </a:r>
            <a:r>
              <a:rPr lang="it-IT" altLang="it-IT" sz="2000"/>
              <a:t> degli impulsi di conteggio lungo la catena di contatori, e quindi per effetto dei ritardi ci saranno degli istanti in cui il valore complessivo di conteggio non è corretto </a:t>
            </a:r>
          </a:p>
          <a:p>
            <a:pPr>
              <a:spcAft>
                <a:spcPct val="0"/>
              </a:spcAft>
              <a:buFont typeface="Arial" panose="020B0604020202020204" pitchFamily="34" charset="0"/>
              <a:buChar char="•"/>
            </a:pPr>
            <a:endParaRPr lang="it-IT" altLang="it-IT" sz="2000"/>
          </a:p>
          <a:p>
            <a:pPr>
              <a:spcAft>
                <a:spcPct val="0"/>
              </a:spcAft>
              <a:buFont typeface="Arial" panose="020B0604020202020204" pitchFamily="34" charset="0"/>
              <a:buChar char="•"/>
            </a:pPr>
            <a:r>
              <a:rPr lang="it-IT" altLang="it-IT" sz="2000"/>
              <a:t>Esempio: se un contatore mod-8 deve passare dal valore 3(011) al valore 4(100) ci vorrà del tempo perché l’impulso di conteggio si propaghi dal primo contatore al secondo e dal secondo al terzo: si passerà quindi dal valore 3(01</a:t>
            </a:r>
            <a:r>
              <a:rPr lang="it-IT" altLang="it-IT" sz="2000" b="1"/>
              <a:t>1</a:t>
            </a:r>
            <a:r>
              <a:rPr lang="it-IT" altLang="it-IT" sz="2000"/>
              <a:t>) al valore 2(0</a:t>
            </a:r>
            <a:r>
              <a:rPr lang="it-IT" altLang="it-IT" sz="2000">
                <a:solidFill>
                  <a:srgbClr val="0070C0"/>
                </a:solidFill>
              </a:rPr>
              <a:t>1</a:t>
            </a:r>
            <a:r>
              <a:rPr lang="it-IT" altLang="it-IT" sz="2000" b="1"/>
              <a:t>0</a:t>
            </a:r>
            <a:r>
              <a:rPr lang="it-IT" altLang="it-IT" sz="2000"/>
              <a:t>), poi al valore 0(</a:t>
            </a:r>
            <a:r>
              <a:rPr lang="it-IT" altLang="it-IT" sz="2000">
                <a:solidFill>
                  <a:srgbClr val="FF0000"/>
                </a:solidFill>
              </a:rPr>
              <a:t>0</a:t>
            </a:r>
            <a:r>
              <a:rPr lang="it-IT" altLang="it-IT" sz="2000">
                <a:solidFill>
                  <a:srgbClr val="0070C0"/>
                </a:solidFill>
              </a:rPr>
              <a:t>0</a:t>
            </a:r>
            <a:r>
              <a:rPr lang="it-IT" altLang="it-IT" sz="2000"/>
              <a:t>0), e infine al valore 4(</a:t>
            </a:r>
            <a:r>
              <a:rPr lang="it-IT" altLang="it-IT" sz="2000">
                <a:solidFill>
                  <a:srgbClr val="FF0000"/>
                </a:solidFill>
              </a:rPr>
              <a:t>1</a:t>
            </a:r>
            <a:r>
              <a:rPr lang="it-IT" altLang="it-IT" sz="2000"/>
              <a:t>00).</a:t>
            </a:r>
          </a:p>
        </p:txBody>
      </p:sp>
      <mc:AlternateContent xmlns:mc="http://schemas.openxmlformats.org/markup-compatibility/2006" xmlns:p14="http://schemas.microsoft.com/office/powerpoint/2010/main">
        <mc:Choice Requires="p14">
          <p:contentPart p14:bwMode="auto" r:id="rId3">
            <p14:nvContentPartPr>
              <p14:cNvPr id="42000" name="Input penna 41999">
                <a:extLst>
                  <a:ext uri="{FF2B5EF4-FFF2-40B4-BE49-F238E27FC236}">
                    <a16:creationId xmlns:a16="http://schemas.microsoft.com/office/drawing/2014/main" id="{1CB28ABE-AA68-2C9B-A3B5-A0EF3773C141}"/>
                  </a:ext>
                </a:extLst>
              </p14:cNvPr>
              <p14:cNvContentPartPr/>
              <p14:nvPr/>
            </p14:nvContentPartPr>
            <p14:xfrm>
              <a:off x="5057256" y="4751007"/>
              <a:ext cx="1440" cy="2160"/>
            </p14:xfrm>
          </p:contentPart>
        </mc:Choice>
        <mc:Fallback xmlns="">
          <p:pic>
            <p:nvPicPr>
              <p:cNvPr id="42000" name="Input penna 41999">
                <a:extLst>
                  <a:ext uri="{FF2B5EF4-FFF2-40B4-BE49-F238E27FC236}">
                    <a16:creationId xmlns:a16="http://schemas.microsoft.com/office/drawing/2014/main" id="{1CB28ABE-AA68-2C9B-A3B5-A0EF3773C141}"/>
                  </a:ext>
                </a:extLst>
              </p:cNvPr>
              <p:cNvPicPr/>
              <p:nvPr/>
            </p:nvPicPr>
            <p:blipFill>
              <a:blip r:embed="rId4"/>
              <a:stretch>
                <a:fillRect/>
              </a:stretch>
            </p:blipFill>
            <p:spPr>
              <a:xfrm>
                <a:off x="5048256" y="4742007"/>
                <a:ext cx="1908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2042" name="Input penna 42041">
                <a:extLst>
                  <a:ext uri="{FF2B5EF4-FFF2-40B4-BE49-F238E27FC236}">
                    <a16:creationId xmlns:a16="http://schemas.microsoft.com/office/drawing/2014/main" id="{523F4A6D-A18B-4E6B-B66A-A96720319500}"/>
                  </a:ext>
                </a:extLst>
              </p14:cNvPr>
              <p14:cNvContentPartPr/>
              <p14:nvPr/>
            </p14:nvContentPartPr>
            <p14:xfrm>
              <a:off x="3928656" y="2759487"/>
              <a:ext cx="37080" cy="21960"/>
            </p14:xfrm>
          </p:contentPart>
        </mc:Choice>
        <mc:Fallback xmlns="">
          <p:pic>
            <p:nvPicPr>
              <p:cNvPr id="42042" name="Input penna 42041">
                <a:extLst>
                  <a:ext uri="{FF2B5EF4-FFF2-40B4-BE49-F238E27FC236}">
                    <a16:creationId xmlns:a16="http://schemas.microsoft.com/office/drawing/2014/main" id="{523F4A6D-A18B-4E6B-B66A-A96720319500}"/>
                  </a:ext>
                </a:extLst>
              </p:cNvPr>
              <p:cNvPicPr/>
              <p:nvPr/>
            </p:nvPicPr>
            <p:blipFill>
              <a:blip r:embed="rId6"/>
              <a:stretch>
                <a:fillRect/>
              </a:stretch>
            </p:blipFill>
            <p:spPr>
              <a:xfrm>
                <a:off x="3919656" y="2750487"/>
                <a:ext cx="54720" cy="39600"/>
              </a:xfrm>
              <a:prstGeom prst="rect">
                <a:avLst/>
              </a:prstGeom>
            </p:spPr>
          </p:pic>
        </mc:Fallback>
      </mc:AlternateContent>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a:extLst>
              <a:ext uri="{FF2B5EF4-FFF2-40B4-BE49-F238E27FC236}">
                <a16:creationId xmlns:a16="http://schemas.microsoft.com/office/drawing/2014/main" id="{ECA8FD07-8B61-94BE-9037-C4CDADEC6A4A}"/>
              </a:ext>
            </a:extLst>
          </p:cNvPr>
          <p:cNvSpPr>
            <a:spLocks noGrp="1" noChangeArrowheads="1"/>
          </p:cNvSpPr>
          <p:nvPr>
            <p:ph type="title"/>
          </p:nvPr>
        </p:nvSpPr>
        <p:spPr>
          <a:xfrm>
            <a:off x="323850" y="307975"/>
            <a:ext cx="9288463"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it-IT" sz="3200">
                <a:solidFill>
                  <a:srgbClr val="FF0000"/>
                </a:solidFill>
              </a:rPr>
              <a:t>Composizione di contatori mod-2: tempificazione</a:t>
            </a:r>
          </a:p>
        </p:txBody>
      </p:sp>
      <p:pic>
        <p:nvPicPr>
          <p:cNvPr id="60419" name="Immagine 3">
            <a:extLst>
              <a:ext uri="{FF2B5EF4-FFF2-40B4-BE49-F238E27FC236}">
                <a16:creationId xmlns:a16="http://schemas.microsoft.com/office/drawing/2014/main" id="{36C75999-5B9E-EB61-732B-375FA7BEAD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813" y="3362325"/>
            <a:ext cx="3946525"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0" name="CasellaDiTesto 13">
            <a:extLst>
              <a:ext uri="{FF2B5EF4-FFF2-40B4-BE49-F238E27FC236}">
                <a16:creationId xmlns:a16="http://schemas.microsoft.com/office/drawing/2014/main" id="{9333C16E-8CF5-1A53-6A58-D36609D0DBCF}"/>
              </a:ext>
            </a:extLst>
          </p:cNvPr>
          <p:cNvSpPr txBox="1">
            <a:spLocks noChangeArrowheads="1"/>
          </p:cNvSpPr>
          <p:nvPr/>
        </p:nvSpPr>
        <p:spPr bwMode="auto">
          <a:xfrm>
            <a:off x="1271588" y="4576763"/>
            <a:ext cx="792162"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100"/>
              <a:t>Q0</a:t>
            </a:r>
          </a:p>
        </p:txBody>
      </p:sp>
      <p:sp>
        <p:nvSpPr>
          <p:cNvPr id="60421" name="CasellaDiTesto 14">
            <a:extLst>
              <a:ext uri="{FF2B5EF4-FFF2-40B4-BE49-F238E27FC236}">
                <a16:creationId xmlns:a16="http://schemas.microsoft.com/office/drawing/2014/main" id="{D8776850-46D7-2A2B-53C2-2C84337F1502}"/>
              </a:ext>
            </a:extLst>
          </p:cNvPr>
          <p:cNvSpPr txBox="1">
            <a:spLocks noChangeArrowheads="1"/>
          </p:cNvSpPr>
          <p:nvPr/>
        </p:nvSpPr>
        <p:spPr bwMode="auto">
          <a:xfrm>
            <a:off x="2063750" y="4576763"/>
            <a:ext cx="792163" cy="24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100"/>
              <a:t>Q1</a:t>
            </a:r>
          </a:p>
        </p:txBody>
      </p:sp>
      <p:sp>
        <p:nvSpPr>
          <p:cNvPr id="60422" name="CasellaDiTesto 15">
            <a:extLst>
              <a:ext uri="{FF2B5EF4-FFF2-40B4-BE49-F238E27FC236}">
                <a16:creationId xmlns:a16="http://schemas.microsoft.com/office/drawing/2014/main" id="{2DBEC70F-0FAA-A124-8AD0-C08B2EA00FF5}"/>
              </a:ext>
            </a:extLst>
          </p:cNvPr>
          <p:cNvSpPr txBox="1">
            <a:spLocks noChangeArrowheads="1"/>
          </p:cNvSpPr>
          <p:nvPr/>
        </p:nvSpPr>
        <p:spPr bwMode="auto">
          <a:xfrm>
            <a:off x="3000375" y="4576763"/>
            <a:ext cx="792163" cy="24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100"/>
              <a:t>Q2</a:t>
            </a:r>
          </a:p>
        </p:txBody>
      </p:sp>
      <p:sp>
        <p:nvSpPr>
          <p:cNvPr id="60423" name="CasellaDiTesto 16">
            <a:extLst>
              <a:ext uri="{FF2B5EF4-FFF2-40B4-BE49-F238E27FC236}">
                <a16:creationId xmlns:a16="http://schemas.microsoft.com/office/drawing/2014/main" id="{BAD26AE6-E715-9F7A-F96F-49BDD61F9E22}"/>
              </a:ext>
            </a:extLst>
          </p:cNvPr>
          <p:cNvSpPr txBox="1">
            <a:spLocks noChangeArrowheads="1"/>
          </p:cNvSpPr>
          <p:nvPr/>
        </p:nvSpPr>
        <p:spPr bwMode="auto">
          <a:xfrm>
            <a:off x="3863975" y="4576763"/>
            <a:ext cx="792163" cy="24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100"/>
              <a:t>Q3</a:t>
            </a:r>
          </a:p>
        </p:txBody>
      </p:sp>
      <p:sp>
        <p:nvSpPr>
          <p:cNvPr id="60424" name="CasellaDiTesto 4">
            <a:extLst>
              <a:ext uri="{FF2B5EF4-FFF2-40B4-BE49-F238E27FC236}">
                <a16:creationId xmlns:a16="http://schemas.microsoft.com/office/drawing/2014/main" id="{E5C353E3-7D4A-7532-AC4C-1C82FD98375D}"/>
              </a:ext>
            </a:extLst>
          </p:cNvPr>
          <p:cNvSpPr txBox="1">
            <a:spLocks noChangeArrowheads="1"/>
          </p:cNvSpPr>
          <p:nvPr/>
        </p:nvSpPr>
        <p:spPr bwMode="auto">
          <a:xfrm>
            <a:off x="323850" y="1223963"/>
            <a:ext cx="9144000" cy="162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2900">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Arial" panose="020B0604020202020204" pitchFamily="34" charset="0"/>
                <a:ea typeface="MS PGothic" panose="020B0600070205080204" pitchFamily="34" charset="-128"/>
              </a:defRPr>
            </a:lvl1pPr>
            <a:lvl2pPr indent="-342900">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MS PGothic" panose="020B0600070205080204" pitchFamily="34" charset="-128"/>
              </a:defRPr>
            </a:lvl2pPr>
            <a:lvl3pPr marL="1257300" indent="-342900">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9pPr>
          </a:lstStyle>
          <a:p>
            <a:pPr algn="just" eaLnBrk="1" hangingPunct="1">
              <a:lnSpc>
                <a:spcPct val="100000"/>
              </a:lnSpc>
              <a:spcBef>
                <a:spcPts val="638"/>
              </a:spcBef>
              <a:spcAft>
                <a:spcPct val="0"/>
              </a:spcAft>
              <a:buClr>
                <a:srgbClr val="003366"/>
              </a:buClr>
              <a:buFont typeface="Arial" panose="020B0604020202020204" pitchFamily="34" charset="0"/>
              <a:buChar char="•"/>
            </a:pPr>
            <a:r>
              <a:rPr lang="it-IT" altLang="it-IT" sz="1800"/>
              <a:t>Nelle configurazioni viste (sia parallela che seriale), è necessario utilizzare </a:t>
            </a:r>
            <a:r>
              <a:rPr lang="it-IT" altLang="it-IT" sz="1800" b="1"/>
              <a:t>flip-flop di tipo edge-triggered sul fronte di discesa</a:t>
            </a:r>
          </a:p>
          <a:p>
            <a:pPr lvl="1" algn="just" eaLnBrk="1" hangingPunct="1">
              <a:lnSpc>
                <a:spcPct val="100000"/>
              </a:lnSpc>
              <a:spcBef>
                <a:spcPts val="638"/>
              </a:spcBef>
              <a:spcAft>
                <a:spcPct val="0"/>
              </a:spcAft>
              <a:buClr>
                <a:srgbClr val="003366"/>
              </a:buClr>
              <a:buFont typeface="Wingdings" panose="05000000000000000000" pitchFamily="2" charset="2"/>
              <a:buChar char="§"/>
            </a:pPr>
            <a:r>
              <a:rPr lang="it-IT" altLang="it-IT" sz="1600"/>
              <a:t>Devono essere edge-triggered perché devono commutare solo in istanti ben precisi, e devono essere sul fronte di discesa perché altrimenti appena commuta il primo commuterebbe anche il secondo e così via (e avremmo un conteggio a decrescere)</a:t>
            </a:r>
          </a:p>
          <a:p>
            <a:pPr lvl="1" algn="just" eaLnBrk="1" hangingPunct="1">
              <a:lnSpc>
                <a:spcPct val="100000"/>
              </a:lnSpc>
              <a:spcBef>
                <a:spcPts val="638"/>
              </a:spcBef>
              <a:spcAft>
                <a:spcPct val="0"/>
              </a:spcAft>
              <a:buClr>
                <a:srgbClr val="003366"/>
              </a:buClr>
              <a:buFont typeface="Wingdings" panose="05000000000000000000" pitchFamily="2" charset="2"/>
              <a:buChar char="§"/>
            </a:pPr>
            <a:endParaRPr lang="it-IT" altLang="it-IT" sz="1600" b="1"/>
          </a:p>
        </p:txBody>
      </p:sp>
      <p:pic>
        <p:nvPicPr>
          <p:cNvPr id="60425" name="Immagine 1">
            <a:extLst>
              <a:ext uri="{FF2B5EF4-FFF2-40B4-BE49-F238E27FC236}">
                <a16:creationId xmlns:a16="http://schemas.microsoft.com/office/drawing/2014/main" id="{FCD81145-8D08-4A64-BFAA-84A4A2C93E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6138" y="3095625"/>
            <a:ext cx="4475162" cy="316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6" name="CasellaDiTesto 1">
            <a:extLst>
              <a:ext uri="{FF2B5EF4-FFF2-40B4-BE49-F238E27FC236}">
                <a16:creationId xmlns:a16="http://schemas.microsoft.com/office/drawing/2014/main" id="{DF817905-F205-7E64-19A2-F72FDDDFF827}"/>
              </a:ext>
            </a:extLst>
          </p:cNvPr>
          <p:cNvSpPr txBox="1">
            <a:spLocks noChangeArrowheads="1"/>
          </p:cNvSpPr>
          <p:nvPr/>
        </p:nvSpPr>
        <p:spPr bwMode="auto">
          <a:xfrm>
            <a:off x="274638" y="5022850"/>
            <a:ext cx="3946525" cy="116998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r>
              <a:rPr lang="it-IT" altLang="it-IT" sz="1400"/>
              <a:t>Nota: in realtà il flip-flop meno significativo potrebbe commutare anche sul fronte di salita (mentre tutti gli altri devono commutare solo sul fronte di discesa), ma si preferisce una tempificazione uniforme!</a:t>
            </a:r>
          </a:p>
        </p:txBody>
      </p:sp>
      <mc:AlternateContent xmlns:mc="http://schemas.openxmlformats.org/markup-compatibility/2006" xmlns:p14="http://schemas.microsoft.com/office/powerpoint/2010/main">
        <mc:Choice Requires="p14">
          <p:contentPart p14:bwMode="auto" r:id="rId5">
            <p14:nvContentPartPr>
              <p14:cNvPr id="46125" name="Input penna 46124">
                <a:extLst>
                  <a:ext uri="{FF2B5EF4-FFF2-40B4-BE49-F238E27FC236}">
                    <a16:creationId xmlns:a16="http://schemas.microsoft.com/office/drawing/2014/main" id="{50DCA05B-43C6-0E41-587C-1E3864A11D68}"/>
                  </a:ext>
                </a:extLst>
              </p14:cNvPr>
              <p14:cNvContentPartPr/>
              <p14:nvPr/>
            </p14:nvContentPartPr>
            <p14:xfrm>
              <a:off x="8341536" y="6270927"/>
              <a:ext cx="3600" cy="3240"/>
            </p14:xfrm>
          </p:contentPart>
        </mc:Choice>
        <mc:Fallback xmlns="">
          <p:pic>
            <p:nvPicPr>
              <p:cNvPr id="46125" name="Input penna 46124">
                <a:extLst>
                  <a:ext uri="{FF2B5EF4-FFF2-40B4-BE49-F238E27FC236}">
                    <a16:creationId xmlns:a16="http://schemas.microsoft.com/office/drawing/2014/main" id="{50DCA05B-43C6-0E41-587C-1E3864A11D68}"/>
                  </a:ext>
                </a:extLst>
              </p:cNvPr>
              <p:cNvPicPr/>
              <p:nvPr/>
            </p:nvPicPr>
            <p:blipFill>
              <a:blip r:embed="rId6"/>
              <a:stretch>
                <a:fillRect/>
              </a:stretch>
            </p:blipFill>
            <p:spPr>
              <a:xfrm>
                <a:off x="8332536" y="6261927"/>
                <a:ext cx="21240" cy="20880"/>
              </a:xfrm>
              <a:prstGeom prst="rect">
                <a:avLst/>
              </a:prstGeom>
            </p:spPr>
          </p:pic>
        </mc:Fallback>
      </mc:AlternateContent>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a:extLst>
              <a:ext uri="{FF2B5EF4-FFF2-40B4-BE49-F238E27FC236}">
                <a16:creationId xmlns:a16="http://schemas.microsoft.com/office/drawing/2014/main" id="{4FE0532A-AA8F-F08D-EBC7-D64AA97D5F9C}"/>
              </a:ext>
            </a:extLst>
          </p:cNvPr>
          <p:cNvSpPr>
            <a:spLocks noGrp="1" noChangeArrowheads="1"/>
          </p:cNvSpPr>
          <p:nvPr>
            <p:ph type="title"/>
          </p:nvPr>
        </p:nvSpPr>
        <p:spPr>
          <a:xfrm>
            <a:off x="323850" y="215900"/>
            <a:ext cx="9288463"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it-IT" sz="3200">
                <a:solidFill>
                  <a:srgbClr val="FF0000"/>
                </a:solidFill>
              </a:rPr>
              <a:t>Composizione di contatori generici</a:t>
            </a:r>
          </a:p>
        </p:txBody>
      </p:sp>
      <p:sp>
        <p:nvSpPr>
          <p:cNvPr id="62467" name="CasellaDiTesto 4">
            <a:extLst>
              <a:ext uri="{FF2B5EF4-FFF2-40B4-BE49-F238E27FC236}">
                <a16:creationId xmlns:a16="http://schemas.microsoft.com/office/drawing/2014/main" id="{68A0E70A-4450-FFFE-7503-3BF70245C45F}"/>
              </a:ext>
            </a:extLst>
          </p:cNvPr>
          <p:cNvSpPr txBox="1">
            <a:spLocks noChangeArrowheads="1"/>
          </p:cNvSpPr>
          <p:nvPr/>
        </p:nvSpPr>
        <p:spPr bwMode="auto">
          <a:xfrm>
            <a:off x="323850" y="1223963"/>
            <a:ext cx="91440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2900">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Arial" panose="020B0604020202020204" pitchFamily="34" charset="0"/>
                <a:ea typeface="MS PGothic" panose="020B0600070205080204" pitchFamily="34" charset="-128"/>
              </a:defRPr>
            </a:lvl1pPr>
            <a:lvl2pPr indent="-342900">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MS PGothic" panose="020B0600070205080204" pitchFamily="34" charset="-128"/>
              </a:defRPr>
            </a:lvl2pPr>
            <a:lvl3pPr marL="1257300" indent="-342900">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9pPr>
          </a:lstStyle>
          <a:p>
            <a:pPr algn="just" eaLnBrk="1" hangingPunct="1">
              <a:lnSpc>
                <a:spcPct val="100000"/>
              </a:lnSpc>
              <a:spcBef>
                <a:spcPts val="638"/>
              </a:spcBef>
              <a:spcAft>
                <a:spcPct val="0"/>
              </a:spcAft>
              <a:buClr>
                <a:srgbClr val="003366"/>
              </a:buClr>
              <a:buFont typeface="Arial" panose="020B0604020202020204" pitchFamily="34" charset="0"/>
              <a:buChar char="•"/>
            </a:pPr>
            <a:r>
              <a:rPr lang="it-IT" altLang="it-IT" sz="1800"/>
              <a:t>E’ possibile comporre anche contatori di modulo maggiore di 2, e valgono le stesse considerazioni fatte nel caso più semplice</a:t>
            </a:r>
          </a:p>
          <a:p>
            <a:pPr lvl="1" algn="just" eaLnBrk="1" hangingPunct="1">
              <a:lnSpc>
                <a:spcPct val="100000"/>
              </a:lnSpc>
              <a:spcBef>
                <a:spcPts val="638"/>
              </a:spcBef>
              <a:spcAft>
                <a:spcPct val="0"/>
              </a:spcAft>
              <a:buClr>
                <a:srgbClr val="003366"/>
              </a:buClr>
              <a:buFont typeface="Wingdings" panose="05000000000000000000" pitchFamily="2" charset="2"/>
              <a:buChar char="§"/>
            </a:pPr>
            <a:endParaRPr lang="it-IT" altLang="it-IT" sz="1600" b="1"/>
          </a:p>
        </p:txBody>
      </p:sp>
      <p:pic>
        <p:nvPicPr>
          <p:cNvPr id="62468" name="Immagine 3">
            <a:extLst>
              <a:ext uri="{FF2B5EF4-FFF2-40B4-BE49-F238E27FC236}">
                <a16:creationId xmlns:a16="http://schemas.microsoft.com/office/drawing/2014/main" id="{2EFA5497-1AE8-94A4-54BE-6F165D9598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238" y="2035175"/>
            <a:ext cx="4475162" cy="176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9" name="CasellaDiTesto 2">
            <a:extLst>
              <a:ext uri="{FF2B5EF4-FFF2-40B4-BE49-F238E27FC236}">
                <a16:creationId xmlns:a16="http://schemas.microsoft.com/office/drawing/2014/main" id="{5739D85D-924D-1EC7-945E-2448FB5C129D}"/>
              </a:ext>
            </a:extLst>
          </p:cNvPr>
          <p:cNvSpPr txBox="1">
            <a:spLocks noChangeArrowheads="1"/>
          </p:cNvSpPr>
          <p:nvPr/>
        </p:nvSpPr>
        <p:spPr bwMode="auto">
          <a:xfrm>
            <a:off x="4787900" y="1800225"/>
            <a:ext cx="4751388" cy="229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400"/>
              <a:t>Lo schema a sinistra rappresenta il progetto di un contatore mod-16 a partire da 2 contatori mod-4: come mostrato, il primo contatore (da sinistra) fornisce l’impulso di conteggio al secondo contatore quando raggiunge il valore di conteggio massimo (ossia q1q0=11) oppure quando si alza l’uscita divisore, se presente.</a:t>
            </a:r>
          </a:p>
          <a:p>
            <a:pPr eaLnBrk="1">
              <a:lnSpc>
                <a:spcPct val="93000"/>
              </a:lnSpc>
              <a:buClr>
                <a:srgbClr val="000000"/>
              </a:buClr>
              <a:buSzPct val="100000"/>
              <a:buFont typeface="Times New Roman" panose="02020603050405020304" pitchFamily="18" charset="0"/>
              <a:buNone/>
            </a:pPr>
            <a:r>
              <a:rPr lang="it-IT" altLang="it-IT" sz="1400"/>
              <a:t>L’impulso di conteggio, in particolare, si ottiene ponendo in AND la condizione q1q0=11 con l’impulso di conteggio originario ck.</a:t>
            </a:r>
          </a:p>
          <a:p>
            <a:pPr eaLnBrk="1">
              <a:lnSpc>
                <a:spcPct val="93000"/>
              </a:lnSpc>
              <a:buClr>
                <a:srgbClr val="000000"/>
              </a:buClr>
              <a:buSzPct val="100000"/>
              <a:buFont typeface="Times New Roman" panose="02020603050405020304" pitchFamily="18" charset="0"/>
              <a:buNone/>
            </a:pPr>
            <a:r>
              <a:rPr lang="it-IT" altLang="it-IT" sz="1400"/>
              <a:t>Attenzione: i contatori devono per forza lavorare sul </a:t>
            </a:r>
            <a:r>
              <a:rPr lang="it-IT" altLang="it-IT" sz="1400" b="1"/>
              <a:t>fronte di discesa </a:t>
            </a:r>
            <a:r>
              <a:rPr lang="it-IT" altLang="it-IT" sz="1400"/>
              <a:t>del rispettivo impulso di conteggio!!</a:t>
            </a:r>
          </a:p>
        </p:txBody>
      </p:sp>
      <p:pic>
        <p:nvPicPr>
          <p:cNvPr id="62470" name="Immagine 4">
            <a:extLst>
              <a:ext uri="{FF2B5EF4-FFF2-40B4-BE49-F238E27FC236}">
                <a16:creationId xmlns:a16="http://schemas.microsoft.com/office/drawing/2014/main" id="{C8095B42-D97C-9959-A036-D37AF7CAF6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4065588"/>
            <a:ext cx="7123112" cy="201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Parentesi graffa aperta 12">
            <a:extLst>
              <a:ext uri="{FF2B5EF4-FFF2-40B4-BE49-F238E27FC236}">
                <a16:creationId xmlns:a16="http://schemas.microsoft.com/office/drawing/2014/main" id="{257B9CA3-4D13-C633-A4A5-B4136F96C2D5}"/>
              </a:ext>
            </a:extLst>
          </p:cNvPr>
          <p:cNvSpPr/>
          <p:nvPr/>
        </p:nvSpPr>
        <p:spPr>
          <a:xfrm>
            <a:off x="611188" y="4292600"/>
            <a:ext cx="144462" cy="777875"/>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a:lnSpc>
                <a:spcPct val="93000"/>
              </a:lnSpc>
              <a:buClr>
                <a:srgbClr val="000000"/>
              </a:buClr>
              <a:buSzPct val="100000"/>
              <a:buFont typeface="Times New Roman" panose="02020603050405020304" pitchFamily="18" charset="0"/>
              <a:buNone/>
              <a:defRPr/>
            </a:pPr>
            <a:endParaRPr lang="it-IT"/>
          </a:p>
        </p:txBody>
      </p:sp>
      <p:sp>
        <p:nvSpPr>
          <p:cNvPr id="18" name="CasellaDiTesto 17">
            <a:extLst>
              <a:ext uri="{FF2B5EF4-FFF2-40B4-BE49-F238E27FC236}">
                <a16:creationId xmlns:a16="http://schemas.microsoft.com/office/drawing/2014/main" id="{7FDC548B-A1F7-4E00-C1C2-590A660E2B47}"/>
              </a:ext>
            </a:extLst>
          </p:cNvPr>
          <p:cNvSpPr txBox="1"/>
          <p:nvPr/>
        </p:nvSpPr>
        <p:spPr>
          <a:xfrm>
            <a:off x="107950" y="4473575"/>
            <a:ext cx="576263" cy="415925"/>
          </a:xfrm>
          <a:prstGeom prst="rect">
            <a:avLst/>
          </a:prstGeom>
          <a:noFill/>
        </p:spPr>
        <p:txBody>
          <a:bodyPr>
            <a:spAutoFit/>
          </a:bodyPr>
          <a:lstStyle/>
          <a:p>
            <a:pPr eaLnBrk="1">
              <a:lnSpc>
                <a:spcPct val="93000"/>
              </a:lnSpc>
              <a:buClr>
                <a:srgbClr val="000000"/>
              </a:buClr>
              <a:buSzPct val="100000"/>
              <a:buFont typeface="Times New Roman" panose="02020603050405020304" pitchFamily="18" charset="0"/>
              <a:buNone/>
              <a:defRPr/>
            </a:pPr>
            <a:r>
              <a:rPr lang="it-IT" sz="1050" dirty="0"/>
              <a:t>Primo </a:t>
            </a:r>
            <a:r>
              <a:rPr lang="it-IT" sz="1050" dirty="0" err="1"/>
              <a:t>cont</a:t>
            </a:r>
            <a:endParaRPr lang="it-IT" sz="1050" dirty="0"/>
          </a:p>
        </p:txBody>
      </p:sp>
      <p:sp>
        <p:nvSpPr>
          <p:cNvPr id="19" name="Parentesi graffa aperta 18">
            <a:extLst>
              <a:ext uri="{FF2B5EF4-FFF2-40B4-BE49-F238E27FC236}">
                <a16:creationId xmlns:a16="http://schemas.microsoft.com/office/drawing/2014/main" id="{ED44635F-57E5-4C8C-9150-BE1FAA6AC94B}"/>
              </a:ext>
            </a:extLst>
          </p:cNvPr>
          <p:cNvSpPr/>
          <p:nvPr/>
        </p:nvSpPr>
        <p:spPr>
          <a:xfrm>
            <a:off x="611188" y="5299075"/>
            <a:ext cx="144462" cy="777875"/>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a:lnSpc>
                <a:spcPct val="93000"/>
              </a:lnSpc>
              <a:buClr>
                <a:srgbClr val="000000"/>
              </a:buClr>
              <a:buSzPct val="100000"/>
              <a:buFont typeface="Times New Roman" panose="02020603050405020304" pitchFamily="18" charset="0"/>
              <a:buNone/>
              <a:defRPr/>
            </a:pPr>
            <a:endParaRPr lang="it-IT"/>
          </a:p>
        </p:txBody>
      </p:sp>
      <p:cxnSp>
        <p:nvCxnSpPr>
          <p:cNvPr id="20" name="Connettore diritto 19">
            <a:extLst>
              <a:ext uri="{FF2B5EF4-FFF2-40B4-BE49-F238E27FC236}">
                <a16:creationId xmlns:a16="http://schemas.microsoft.com/office/drawing/2014/main" id="{6173D6C8-ED10-533F-E3A2-9BD3ACF579DC}"/>
              </a:ext>
            </a:extLst>
          </p:cNvPr>
          <p:cNvCxnSpPr>
            <a:cxnSpLocks/>
          </p:cNvCxnSpPr>
          <p:nvPr/>
        </p:nvCxnSpPr>
        <p:spPr>
          <a:xfrm>
            <a:off x="1403350" y="4187825"/>
            <a:ext cx="0" cy="20335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1" name="Connettore diritto 20">
            <a:extLst>
              <a:ext uri="{FF2B5EF4-FFF2-40B4-BE49-F238E27FC236}">
                <a16:creationId xmlns:a16="http://schemas.microsoft.com/office/drawing/2014/main" id="{18B94E0E-8F63-0037-EB58-EBBEFCB05E55}"/>
              </a:ext>
            </a:extLst>
          </p:cNvPr>
          <p:cNvCxnSpPr>
            <a:cxnSpLocks/>
          </p:cNvCxnSpPr>
          <p:nvPr/>
        </p:nvCxnSpPr>
        <p:spPr>
          <a:xfrm>
            <a:off x="1763713" y="4149725"/>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2" name="Connettore diritto 21">
            <a:extLst>
              <a:ext uri="{FF2B5EF4-FFF2-40B4-BE49-F238E27FC236}">
                <a16:creationId xmlns:a16="http://schemas.microsoft.com/office/drawing/2014/main" id="{4F0B861B-DE35-EF58-BB33-7FC303426235}"/>
              </a:ext>
            </a:extLst>
          </p:cNvPr>
          <p:cNvCxnSpPr>
            <a:cxnSpLocks/>
          </p:cNvCxnSpPr>
          <p:nvPr/>
        </p:nvCxnSpPr>
        <p:spPr>
          <a:xfrm>
            <a:off x="2195513" y="4149725"/>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3" name="Connettore diritto 22">
            <a:extLst>
              <a:ext uri="{FF2B5EF4-FFF2-40B4-BE49-F238E27FC236}">
                <a16:creationId xmlns:a16="http://schemas.microsoft.com/office/drawing/2014/main" id="{670E7DE6-43AB-5C8D-596A-AF0D2D8D4C65}"/>
              </a:ext>
            </a:extLst>
          </p:cNvPr>
          <p:cNvCxnSpPr>
            <a:cxnSpLocks/>
          </p:cNvCxnSpPr>
          <p:nvPr/>
        </p:nvCxnSpPr>
        <p:spPr>
          <a:xfrm>
            <a:off x="2555875" y="4149725"/>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4" name="Connettore diritto 23">
            <a:extLst>
              <a:ext uri="{FF2B5EF4-FFF2-40B4-BE49-F238E27FC236}">
                <a16:creationId xmlns:a16="http://schemas.microsoft.com/office/drawing/2014/main" id="{00CBE7C1-D6AE-3243-7750-BEF9540EDB86}"/>
              </a:ext>
            </a:extLst>
          </p:cNvPr>
          <p:cNvCxnSpPr>
            <a:cxnSpLocks/>
          </p:cNvCxnSpPr>
          <p:nvPr/>
        </p:nvCxnSpPr>
        <p:spPr>
          <a:xfrm>
            <a:off x="2987675" y="4149725"/>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5" name="Connettore diritto 24">
            <a:extLst>
              <a:ext uri="{FF2B5EF4-FFF2-40B4-BE49-F238E27FC236}">
                <a16:creationId xmlns:a16="http://schemas.microsoft.com/office/drawing/2014/main" id="{0B243607-5A8F-2C44-1A28-AB15B8AB0895}"/>
              </a:ext>
            </a:extLst>
          </p:cNvPr>
          <p:cNvCxnSpPr>
            <a:cxnSpLocks/>
          </p:cNvCxnSpPr>
          <p:nvPr/>
        </p:nvCxnSpPr>
        <p:spPr>
          <a:xfrm>
            <a:off x="3419475" y="4149725"/>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6" name="Connettore diritto 25">
            <a:extLst>
              <a:ext uri="{FF2B5EF4-FFF2-40B4-BE49-F238E27FC236}">
                <a16:creationId xmlns:a16="http://schemas.microsoft.com/office/drawing/2014/main" id="{8C4380E9-D56E-D213-4F37-6A99810603E4}"/>
              </a:ext>
            </a:extLst>
          </p:cNvPr>
          <p:cNvCxnSpPr>
            <a:cxnSpLocks/>
          </p:cNvCxnSpPr>
          <p:nvPr/>
        </p:nvCxnSpPr>
        <p:spPr>
          <a:xfrm>
            <a:off x="3779838" y="4149725"/>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7" name="Connettore diritto 26">
            <a:extLst>
              <a:ext uri="{FF2B5EF4-FFF2-40B4-BE49-F238E27FC236}">
                <a16:creationId xmlns:a16="http://schemas.microsoft.com/office/drawing/2014/main" id="{E0F474A5-35A4-EE04-4ECC-55E77855D9BA}"/>
              </a:ext>
            </a:extLst>
          </p:cNvPr>
          <p:cNvCxnSpPr>
            <a:cxnSpLocks/>
          </p:cNvCxnSpPr>
          <p:nvPr/>
        </p:nvCxnSpPr>
        <p:spPr>
          <a:xfrm>
            <a:off x="4211638" y="4149725"/>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8" name="Connettore diritto 27">
            <a:extLst>
              <a:ext uri="{FF2B5EF4-FFF2-40B4-BE49-F238E27FC236}">
                <a16:creationId xmlns:a16="http://schemas.microsoft.com/office/drawing/2014/main" id="{89031462-5558-AA59-C94A-8E8CFC96F82D}"/>
              </a:ext>
            </a:extLst>
          </p:cNvPr>
          <p:cNvCxnSpPr>
            <a:cxnSpLocks/>
          </p:cNvCxnSpPr>
          <p:nvPr/>
        </p:nvCxnSpPr>
        <p:spPr>
          <a:xfrm>
            <a:off x="4581525" y="4132263"/>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9" name="Connettore diritto 28">
            <a:extLst>
              <a:ext uri="{FF2B5EF4-FFF2-40B4-BE49-F238E27FC236}">
                <a16:creationId xmlns:a16="http://schemas.microsoft.com/office/drawing/2014/main" id="{F11CBA9D-8A0C-10DC-618C-C26B1EC41517}"/>
              </a:ext>
            </a:extLst>
          </p:cNvPr>
          <p:cNvCxnSpPr>
            <a:cxnSpLocks/>
          </p:cNvCxnSpPr>
          <p:nvPr/>
        </p:nvCxnSpPr>
        <p:spPr>
          <a:xfrm>
            <a:off x="5003800" y="4149725"/>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0" name="Connettore diritto 29">
            <a:extLst>
              <a:ext uri="{FF2B5EF4-FFF2-40B4-BE49-F238E27FC236}">
                <a16:creationId xmlns:a16="http://schemas.microsoft.com/office/drawing/2014/main" id="{7C2C9BE7-07E9-5E90-3F79-E9CE380AB539}"/>
              </a:ext>
            </a:extLst>
          </p:cNvPr>
          <p:cNvCxnSpPr>
            <a:cxnSpLocks/>
          </p:cNvCxnSpPr>
          <p:nvPr/>
        </p:nvCxnSpPr>
        <p:spPr>
          <a:xfrm>
            <a:off x="5364163" y="4149725"/>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1" name="Connettore diritto 30">
            <a:extLst>
              <a:ext uri="{FF2B5EF4-FFF2-40B4-BE49-F238E27FC236}">
                <a16:creationId xmlns:a16="http://schemas.microsoft.com/office/drawing/2014/main" id="{D8267E16-EC15-383A-660E-6339568875AA}"/>
              </a:ext>
            </a:extLst>
          </p:cNvPr>
          <p:cNvCxnSpPr>
            <a:cxnSpLocks/>
          </p:cNvCxnSpPr>
          <p:nvPr/>
        </p:nvCxnSpPr>
        <p:spPr>
          <a:xfrm>
            <a:off x="5795963" y="4149725"/>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2" name="Connettore diritto 31">
            <a:extLst>
              <a:ext uri="{FF2B5EF4-FFF2-40B4-BE49-F238E27FC236}">
                <a16:creationId xmlns:a16="http://schemas.microsoft.com/office/drawing/2014/main" id="{3EC6ABDD-5837-6E0D-E51C-43B178A9F6E5}"/>
              </a:ext>
            </a:extLst>
          </p:cNvPr>
          <p:cNvCxnSpPr>
            <a:cxnSpLocks/>
          </p:cNvCxnSpPr>
          <p:nvPr/>
        </p:nvCxnSpPr>
        <p:spPr>
          <a:xfrm>
            <a:off x="6227763" y="4132263"/>
            <a:ext cx="0" cy="20335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3" name="Connettore diritto 32">
            <a:extLst>
              <a:ext uri="{FF2B5EF4-FFF2-40B4-BE49-F238E27FC236}">
                <a16:creationId xmlns:a16="http://schemas.microsoft.com/office/drawing/2014/main" id="{0C5F8B54-3FB8-8810-5230-9897ED8FA70F}"/>
              </a:ext>
            </a:extLst>
          </p:cNvPr>
          <p:cNvCxnSpPr>
            <a:cxnSpLocks/>
          </p:cNvCxnSpPr>
          <p:nvPr/>
        </p:nvCxnSpPr>
        <p:spPr>
          <a:xfrm>
            <a:off x="6588125" y="4149725"/>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4" name="Connettore diritto 33">
            <a:extLst>
              <a:ext uri="{FF2B5EF4-FFF2-40B4-BE49-F238E27FC236}">
                <a16:creationId xmlns:a16="http://schemas.microsoft.com/office/drawing/2014/main" id="{9AFD9C3F-F528-4C44-DF53-9469DCF3E0F3}"/>
              </a:ext>
            </a:extLst>
          </p:cNvPr>
          <p:cNvCxnSpPr>
            <a:cxnSpLocks/>
          </p:cNvCxnSpPr>
          <p:nvPr/>
        </p:nvCxnSpPr>
        <p:spPr>
          <a:xfrm>
            <a:off x="7019925" y="4149725"/>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5" name="Connettore diritto 34">
            <a:extLst>
              <a:ext uri="{FF2B5EF4-FFF2-40B4-BE49-F238E27FC236}">
                <a16:creationId xmlns:a16="http://schemas.microsoft.com/office/drawing/2014/main" id="{E0D83C43-CE52-4006-FA7C-37DDA99F04A9}"/>
              </a:ext>
            </a:extLst>
          </p:cNvPr>
          <p:cNvCxnSpPr>
            <a:cxnSpLocks/>
          </p:cNvCxnSpPr>
          <p:nvPr/>
        </p:nvCxnSpPr>
        <p:spPr>
          <a:xfrm>
            <a:off x="7380288" y="4149725"/>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2490" name="CasellaDiTesto 12">
            <a:extLst>
              <a:ext uri="{FF2B5EF4-FFF2-40B4-BE49-F238E27FC236}">
                <a16:creationId xmlns:a16="http://schemas.microsoft.com/office/drawing/2014/main" id="{5C6F108E-C49E-CB55-1D84-3B1C475204E9}"/>
              </a:ext>
            </a:extLst>
          </p:cNvPr>
          <p:cNvSpPr txBox="1">
            <a:spLocks noChangeArrowheads="1"/>
          </p:cNvSpPr>
          <p:nvPr/>
        </p:nvSpPr>
        <p:spPr bwMode="auto">
          <a:xfrm>
            <a:off x="755650" y="6076950"/>
            <a:ext cx="719455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3000"/>
              </a:lnSpc>
              <a:spcAft>
                <a:spcPts val="1425"/>
              </a:spcAft>
              <a:buClr>
                <a:srgbClr val="000000"/>
              </a:buClr>
              <a:buSzPct val="100000"/>
              <a:buFont typeface="Times New Roman" panose="02020603050405020304" pitchFamily="18" charset="0"/>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a:spcAft>
                <a:spcPct val="0"/>
              </a:spcAft>
              <a:buFontTx/>
              <a:buNone/>
            </a:pPr>
            <a:r>
              <a:rPr lang="it-IT" altLang="it-IT" sz="1000">
                <a:solidFill>
                  <a:srgbClr val="FF0000"/>
                </a:solidFill>
                <a:ea typeface="Microsoft YaHei" panose="020B0503020204020204" pitchFamily="34" charset="-122"/>
              </a:rPr>
              <a:t>      0000   0001   0010    0011    0100    0101   0110   0111    1000     1001  1010  1011    1100     1101   1110   1111   0000</a:t>
            </a:r>
          </a:p>
        </p:txBody>
      </p:sp>
      <p:cxnSp>
        <p:nvCxnSpPr>
          <p:cNvPr id="37" name="Connettore diritto 36">
            <a:extLst>
              <a:ext uri="{FF2B5EF4-FFF2-40B4-BE49-F238E27FC236}">
                <a16:creationId xmlns:a16="http://schemas.microsoft.com/office/drawing/2014/main" id="{8CB01426-48F8-AB76-24AA-8CC3FD1F12BA}"/>
              </a:ext>
            </a:extLst>
          </p:cNvPr>
          <p:cNvCxnSpPr/>
          <p:nvPr/>
        </p:nvCxnSpPr>
        <p:spPr>
          <a:xfrm>
            <a:off x="900113" y="6076950"/>
            <a:ext cx="33115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CasellaDiTesto 37">
            <a:extLst>
              <a:ext uri="{FF2B5EF4-FFF2-40B4-BE49-F238E27FC236}">
                <a16:creationId xmlns:a16="http://schemas.microsoft.com/office/drawing/2014/main" id="{499B50E6-6460-0546-1BA4-CF254D582BE3}"/>
              </a:ext>
            </a:extLst>
          </p:cNvPr>
          <p:cNvSpPr txBox="1"/>
          <p:nvPr/>
        </p:nvSpPr>
        <p:spPr>
          <a:xfrm>
            <a:off x="-31750" y="5491163"/>
            <a:ext cx="858838" cy="393700"/>
          </a:xfrm>
          <a:prstGeom prst="rect">
            <a:avLst/>
          </a:prstGeom>
          <a:noFill/>
        </p:spPr>
        <p:txBody>
          <a:bodyPr>
            <a:spAutoFit/>
          </a:bodyPr>
          <a:lstStyle/>
          <a:p>
            <a:pPr eaLnBrk="1">
              <a:lnSpc>
                <a:spcPct val="93000"/>
              </a:lnSpc>
              <a:buClr>
                <a:srgbClr val="000000"/>
              </a:buClr>
              <a:buSzPct val="100000"/>
              <a:buFont typeface="Times New Roman" panose="02020603050405020304" pitchFamily="18" charset="0"/>
              <a:buNone/>
              <a:defRPr/>
            </a:pPr>
            <a:r>
              <a:rPr lang="it-IT" sz="1050" dirty="0"/>
              <a:t>Secondo </a:t>
            </a:r>
            <a:r>
              <a:rPr lang="it-IT" sz="1050" dirty="0" err="1"/>
              <a:t>cont</a:t>
            </a:r>
            <a:endParaRPr lang="it-IT" sz="1050" dirty="0"/>
          </a:p>
        </p:txBody>
      </p:sp>
      <p:cxnSp>
        <p:nvCxnSpPr>
          <p:cNvPr id="62493" name="Connettore 2 7">
            <a:extLst>
              <a:ext uri="{FF2B5EF4-FFF2-40B4-BE49-F238E27FC236}">
                <a16:creationId xmlns:a16="http://schemas.microsoft.com/office/drawing/2014/main" id="{6B6BCDD4-AF58-BFC5-B829-5D5745C5DF75}"/>
              </a:ext>
            </a:extLst>
          </p:cNvPr>
          <p:cNvCxnSpPr>
            <a:cxnSpLocks noChangeShapeType="1"/>
          </p:cNvCxnSpPr>
          <p:nvPr/>
        </p:nvCxnSpPr>
        <p:spPr bwMode="auto">
          <a:xfrm flipH="1">
            <a:off x="2627313" y="5299075"/>
            <a:ext cx="144462" cy="192088"/>
          </a:xfrm>
          <a:prstGeom prst="straightConnector1">
            <a:avLst/>
          </a:prstGeom>
          <a:noFill/>
          <a:ln w="9525" algn="ctr">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62494" name="Connettore 2 39">
            <a:extLst>
              <a:ext uri="{FF2B5EF4-FFF2-40B4-BE49-F238E27FC236}">
                <a16:creationId xmlns:a16="http://schemas.microsoft.com/office/drawing/2014/main" id="{02D62C39-AC67-EBC1-2084-196B3DB58FD0}"/>
              </a:ext>
            </a:extLst>
          </p:cNvPr>
          <p:cNvCxnSpPr>
            <a:cxnSpLocks noChangeShapeType="1"/>
          </p:cNvCxnSpPr>
          <p:nvPr/>
        </p:nvCxnSpPr>
        <p:spPr bwMode="auto">
          <a:xfrm flipH="1">
            <a:off x="4211638" y="5256213"/>
            <a:ext cx="144462" cy="192087"/>
          </a:xfrm>
          <a:prstGeom prst="straightConnector1">
            <a:avLst/>
          </a:prstGeom>
          <a:noFill/>
          <a:ln w="9525" algn="ctr">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62495" name="Connettore 2 40">
            <a:extLst>
              <a:ext uri="{FF2B5EF4-FFF2-40B4-BE49-F238E27FC236}">
                <a16:creationId xmlns:a16="http://schemas.microsoft.com/office/drawing/2014/main" id="{31D77F75-9949-EBAC-E1B2-D4D0CF52C3E6}"/>
              </a:ext>
            </a:extLst>
          </p:cNvPr>
          <p:cNvCxnSpPr>
            <a:cxnSpLocks noChangeShapeType="1"/>
          </p:cNvCxnSpPr>
          <p:nvPr/>
        </p:nvCxnSpPr>
        <p:spPr bwMode="auto">
          <a:xfrm flipH="1">
            <a:off x="5868988" y="5280025"/>
            <a:ext cx="142875" cy="192088"/>
          </a:xfrm>
          <a:prstGeom prst="straightConnector1">
            <a:avLst/>
          </a:prstGeom>
          <a:noFill/>
          <a:ln w="9525" algn="ctr">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62496" name="Connettore 2 41">
            <a:extLst>
              <a:ext uri="{FF2B5EF4-FFF2-40B4-BE49-F238E27FC236}">
                <a16:creationId xmlns:a16="http://schemas.microsoft.com/office/drawing/2014/main" id="{E8C065BB-177F-9C70-3D15-5C42F95F2126}"/>
              </a:ext>
            </a:extLst>
          </p:cNvPr>
          <p:cNvCxnSpPr>
            <a:cxnSpLocks noChangeShapeType="1"/>
          </p:cNvCxnSpPr>
          <p:nvPr/>
        </p:nvCxnSpPr>
        <p:spPr bwMode="auto">
          <a:xfrm flipH="1">
            <a:off x="7451725" y="5256213"/>
            <a:ext cx="144463" cy="192087"/>
          </a:xfrm>
          <a:prstGeom prst="straightConnector1">
            <a:avLst/>
          </a:prstGeom>
          <a:noFill/>
          <a:ln w="9525" algn="ctr">
            <a:solidFill>
              <a:srgbClr val="FF0000"/>
            </a:solidFill>
            <a:round/>
            <a:headEnd/>
            <a:tailEnd type="triangle" w="med" len="med"/>
          </a:ln>
          <a:extLst>
            <a:ext uri="{909E8E84-426E-40DD-AFC4-6F175D3DCCD1}">
              <a14:hiddenFill xmlns:a14="http://schemas.microsoft.com/office/drawing/2010/main">
                <a:noFill/>
              </a14:hiddenFill>
            </a:ext>
          </a:extLst>
        </p:spPr>
      </p:cxnSp>
      <mc:AlternateContent xmlns:mc="http://schemas.openxmlformats.org/markup-compatibility/2006" xmlns:p14="http://schemas.microsoft.com/office/powerpoint/2010/main">
        <mc:Choice Requires="p14">
          <p:contentPart p14:bwMode="auto" r:id="rId5">
            <p14:nvContentPartPr>
              <p14:cNvPr id="46" name="Input penna 45">
                <a:extLst>
                  <a:ext uri="{FF2B5EF4-FFF2-40B4-BE49-F238E27FC236}">
                    <a16:creationId xmlns:a16="http://schemas.microsoft.com/office/drawing/2014/main" id="{3327EC9E-A9C2-B338-023E-2CCED1B2B581}"/>
                  </a:ext>
                </a:extLst>
              </p14:cNvPr>
              <p14:cNvContentPartPr/>
              <p14:nvPr/>
            </p14:nvContentPartPr>
            <p14:xfrm>
              <a:off x="1346016" y="2361687"/>
              <a:ext cx="5040" cy="1800"/>
            </p14:xfrm>
          </p:contentPart>
        </mc:Choice>
        <mc:Fallback xmlns="">
          <p:pic>
            <p:nvPicPr>
              <p:cNvPr id="46" name="Input penna 45">
                <a:extLst>
                  <a:ext uri="{FF2B5EF4-FFF2-40B4-BE49-F238E27FC236}">
                    <a16:creationId xmlns:a16="http://schemas.microsoft.com/office/drawing/2014/main" id="{3327EC9E-A9C2-B338-023E-2CCED1B2B581}"/>
                  </a:ext>
                </a:extLst>
              </p:cNvPr>
              <p:cNvPicPr/>
              <p:nvPr/>
            </p:nvPicPr>
            <p:blipFill>
              <a:blip r:embed="rId6"/>
              <a:stretch>
                <a:fillRect/>
              </a:stretch>
            </p:blipFill>
            <p:spPr>
              <a:xfrm>
                <a:off x="1337016" y="2352687"/>
                <a:ext cx="2268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8147" name="Input penna 48146">
                <a:extLst>
                  <a:ext uri="{FF2B5EF4-FFF2-40B4-BE49-F238E27FC236}">
                    <a16:creationId xmlns:a16="http://schemas.microsoft.com/office/drawing/2014/main" id="{F8611907-44BE-7351-4712-666F3B207BA2}"/>
                  </a:ext>
                </a:extLst>
              </p14:cNvPr>
              <p14:cNvContentPartPr/>
              <p14:nvPr/>
            </p14:nvContentPartPr>
            <p14:xfrm>
              <a:off x="1908696" y="1899807"/>
              <a:ext cx="360" cy="360"/>
            </p14:xfrm>
          </p:contentPart>
        </mc:Choice>
        <mc:Fallback xmlns="">
          <p:pic>
            <p:nvPicPr>
              <p:cNvPr id="48147" name="Input penna 48146">
                <a:extLst>
                  <a:ext uri="{FF2B5EF4-FFF2-40B4-BE49-F238E27FC236}">
                    <a16:creationId xmlns:a16="http://schemas.microsoft.com/office/drawing/2014/main" id="{F8611907-44BE-7351-4712-666F3B207BA2}"/>
                  </a:ext>
                </a:extLst>
              </p:cNvPr>
              <p:cNvPicPr/>
              <p:nvPr/>
            </p:nvPicPr>
            <p:blipFill>
              <a:blip r:embed="rId8"/>
              <a:stretch>
                <a:fillRect/>
              </a:stretch>
            </p:blipFill>
            <p:spPr>
              <a:xfrm>
                <a:off x="1899696" y="189080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8184" name="Input penna 48183">
                <a:extLst>
                  <a:ext uri="{FF2B5EF4-FFF2-40B4-BE49-F238E27FC236}">
                    <a16:creationId xmlns:a16="http://schemas.microsoft.com/office/drawing/2014/main" id="{575281E4-9993-66D6-A47A-37869CCD1A91}"/>
                  </a:ext>
                </a:extLst>
              </p14:cNvPr>
              <p14:cNvContentPartPr/>
              <p14:nvPr/>
            </p14:nvContentPartPr>
            <p14:xfrm>
              <a:off x="1203096" y="5193447"/>
              <a:ext cx="361800" cy="66600"/>
            </p14:xfrm>
          </p:contentPart>
        </mc:Choice>
        <mc:Fallback xmlns="">
          <p:pic>
            <p:nvPicPr>
              <p:cNvPr id="48184" name="Input penna 48183">
                <a:extLst>
                  <a:ext uri="{FF2B5EF4-FFF2-40B4-BE49-F238E27FC236}">
                    <a16:creationId xmlns:a16="http://schemas.microsoft.com/office/drawing/2014/main" id="{575281E4-9993-66D6-A47A-37869CCD1A91}"/>
                  </a:ext>
                </a:extLst>
              </p:cNvPr>
              <p:cNvPicPr/>
              <p:nvPr/>
            </p:nvPicPr>
            <p:blipFill>
              <a:blip r:embed="rId10"/>
              <a:stretch>
                <a:fillRect/>
              </a:stretch>
            </p:blipFill>
            <p:spPr>
              <a:xfrm>
                <a:off x="1194096" y="5184447"/>
                <a:ext cx="379440" cy="84240"/>
              </a:xfrm>
              <a:prstGeom prst="rect">
                <a:avLst/>
              </a:prstGeom>
            </p:spPr>
          </p:pic>
        </mc:Fallback>
      </mc:AlternateContent>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a:extLst>
              <a:ext uri="{FF2B5EF4-FFF2-40B4-BE49-F238E27FC236}">
                <a16:creationId xmlns:a16="http://schemas.microsoft.com/office/drawing/2014/main" id="{2CCC7C10-978A-B51F-BFC7-4E11BA220A99}"/>
              </a:ext>
            </a:extLst>
          </p:cNvPr>
          <p:cNvSpPr>
            <a:spLocks noGrp="1" noChangeArrowheads="1"/>
          </p:cNvSpPr>
          <p:nvPr>
            <p:ph type="title"/>
          </p:nvPr>
        </p:nvSpPr>
        <p:spPr>
          <a:xfrm>
            <a:off x="323850" y="215900"/>
            <a:ext cx="9288463"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it-IT" sz="3200">
                <a:solidFill>
                  <a:srgbClr val="FF0000"/>
                </a:solidFill>
              </a:rPr>
              <a:t>Composizione di contatori generici: tempificazione</a:t>
            </a:r>
          </a:p>
        </p:txBody>
      </p:sp>
      <p:pic>
        <p:nvPicPr>
          <p:cNvPr id="64515" name="Immagine 3">
            <a:extLst>
              <a:ext uri="{FF2B5EF4-FFF2-40B4-BE49-F238E27FC236}">
                <a16:creationId xmlns:a16="http://schemas.microsoft.com/office/drawing/2014/main" id="{4E046E15-1B58-E1CA-5559-EBAF72976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413" y="1368425"/>
            <a:ext cx="4475162" cy="176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6" name="CasellaDiTesto 1">
            <a:extLst>
              <a:ext uri="{FF2B5EF4-FFF2-40B4-BE49-F238E27FC236}">
                <a16:creationId xmlns:a16="http://schemas.microsoft.com/office/drawing/2014/main" id="{F160C1C6-2F5A-7ECA-8C46-B75998329980}"/>
              </a:ext>
            </a:extLst>
          </p:cNvPr>
          <p:cNvSpPr txBox="1">
            <a:spLocks noChangeArrowheads="1"/>
          </p:cNvSpPr>
          <p:nvPr/>
        </p:nvSpPr>
        <p:spPr bwMode="auto">
          <a:xfrm>
            <a:off x="4852988" y="1570038"/>
            <a:ext cx="4595812" cy="86518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a:t>Se il secondo contatore contasse sul fronte di salita del proprio impulso di conteggio il valore di conteggio sarebbe sbagliato!</a:t>
            </a:r>
          </a:p>
        </p:txBody>
      </p:sp>
      <p:grpSp>
        <p:nvGrpSpPr>
          <p:cNvPr id="64517" name="Gruppo 3">
            <a:extLst>
              <a:ext uri="{FF2B5EF4-FFF2-40B4-BE49-F238E27FC236}">
                <a16:creationId xmlns:a16="http://schemas.microsoft.com/office/drawing/2014/main" id="{EB7EEFAF-DFC9-4E29-7563-EB731973D462}"/>
              </a:ext>
            </a:extLst>
          </p:cNvPr>
          <p:cNvGrpSpPr>
            <a:grpSpLocks/>
          </p:cNvGrpSpPr>
          <p:nvPr/>
        </p:nvGrpSpPr>
        <p:grpSpPr bwMode="auto">
          <a:xfrm>
            <a:off x="1588" y="3492500"/>
            <a:ext cx="7842250" cy="2603500"/>
            <a:chOff x="673100" y="3417888"/>
            <a:chExt cx="7842250" cy="2603500"/>
          </a:xfrm>
        </p:grpSpPr>
        <p:pic>
          <p:nvPicPr>
            <p:cNvPr id="64522" name="Immagine 1">
              <a:extLst>
                <a:ext uri="{FF2B5EF4-FFF2-40B4-BE49-F238E27FC236}">
                  <a16:creationId xmlns:a16="http://schemas.microsoft.com/office/drawing/2014/main" id="{5B053FC0-B0D8-4639-7B6A-7E665BE90B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2713" y="3417888"/>
              <a:ext cx="6562725"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Parentesi graffa aperta 39">
              <a:extLst>
                <a:ext uri="{FF2B5EF4-FFF2-40B4-BE49-F238E27FC236}">
                  <a16:creationId xmlns:a16="http://schemas.microsoft.com/office/drawing/2014/main" id="{0C7A57AE-CF6F-63B5-40FD-4A3A0907345F}"/>
                </a:ext>
              </a:extLst>
            </p:cNvPr>
            <p:cNvSpPr/>
            <p:nvPr/>
          </p:nvSpPr>
          <p:spPr>
            <a:xfrm>
              <a:off x="1176337" y="3836988"/>
              <a:ext cx="144463" cy="777875"/>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a:lnSpc>
                  <a:spcPct val="93000"/>
                </a:lnSpc>
                <a:buClr>
                  <a:srgbClr val="000000"/>
                </a:buClr>
                <a:buSzPct val="100000"/>
                <a:buFont typeface="Times New Roman" panose="02020603050405020304" pitchFamily="18" charset="0"/>
                <a:buNone/>
                <a:defRPr/>
              </a:pPr>
              <a:endParaRPr lang="it-IT"/>
            </a:p>
          </p:txBody>
        </p:sp>
        <p:sp>
          <p:nvSpPr>
            <p:cNvPr id="41" name="CasellaDiTesto 40">
              <a:extLst>
                <a:ext uri="{FF2B5EF4-FFF2-40B4-BE49-F238E27FC236}">
                  <a16:creationId xmlns:a16="http://schemas.microsoft.com/office/drawing/2014/main" id="{F6D571A8-241D-923F-0845-CB82F6850871}"/>
                </a:ext>
              </a:extLst>
            </p:cNvPr>
            <p:cNvSpPr txBox="1"/>
            <p:nvPr/>
          </p:nvSpPr>
          <p:spPr>
            <a:xfrm>
              <a:off x="673100" y="4017963"/>
              <a:ext cx="574675" cy="415925"/>
            </a:xfrm>
            <a:prstGeom prst="rect">
              <a:avLst/>
            </a:prstGeom>
            <a:noFill/>
          </p:spPr>
          <p:txBody>
            <a:bodyPr>
              <a:spAutoFit/>
            </a:bodyPr>
            <a:lstStyle/>
            <a:p>
              <a:pPr eaLnBrk="1">
                <a:lnSpc>
                  <a:spcPct val="93000"/>
                </a:lnSpc>
                <a:buClr>
                  <a:srgbClr val="000000"/>
                </a:buClr>
                <a:buSzPct val="100000"/>
                <a:buFont typeface="Times New Roman" panose="02020603050405020304" pitchFamily="18" charset="0"/>
                <a:buNone/>
                <a:defRPr/>
              </a:pPr>
              <a:r>
                <a:rPr lang="it-IT" sz="1050" dirty="0"/>
                <a:t>Primo </a:t>
              </a:r>
              <a:r>
                <a:rPr lang="it-IT" sz="1050" dirty="0" err="1"/>
                <a:t>cont</a:t>
              </a:r>
              <a:endParaRPr lang="it-IT" sz="1050" dirty="0"/>
            </a:p>
          </p:txBody>
        </p:sp>
        <p:sp>
          <p:nvSpPr>
            <p:cNvPr id="42" name="Parentesi graffa aperta 41">
              <a:extLst>
                <a:ext uri="{FF2B5EF4-FFF2-40B4-BE49-F238E27FC236}">
                  <a16:creationId xmlns:a16="http://schemas.microsoft.com/office/drawing/2014/main" id="{635A6C2F-0552-3BF5-3CF6-66005E39FD7E}"/>
                </a:ext>
              </a:extLst>
            </p:cNvPr>
            <p:cNvSpPr/>
            <p:nvPr/>
          </p:nvSpPr>
          <p:spPr>
            <a:xfrm>
              <a:off x="1176337" y="4843463"/>
              <a:ext cx="144463" cy="777875"/>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a:lnSpc>
                  <a:spcPct val="93000"/>
                </a:lnSpc>
                <a:buClr>
                  <a:srgbClr val="000000"/>
                </a:buClr>
                <a:buSzPct val="100000"/>
                <a:buFont typeface="Times New Roman" panose="02020603050405020304" pitchFamily="18" charset="0"/>
                <a:buNone/>
                <a:defRPr/>
              </a:pPr>
              <a:endParaRPr lang="it-IT"/>
            </a:p>
          </p:txBody>
        </p:sp>
        <p:cxnSp>
          <p:nvCxnSpPr>
            <p:cNvPr id="43" name="Connettore diritto 42">
              <a:extLst>
                <a:ext uri="{FF2B5EF4-FFF2-40B4-BE49-F238E27FC236}">
                  <a16:creationId xmlns:a16="http://schemas.microsoft.com/office/drawing/2014/main" id="{D78C4998-8D26-47B0-2D1D-8299B931D803}"/>
                </a:ext>
              </a:extLst>
            </p:cNvPr>
            <p:cNvCxnSpPr>
              <a:cxnSpLocks/>
            </p:cNvCxnSpPr>
            <p:nvPr/>
          </p:nvCxnSpPr>
          <p:spPr>
            <a:xfrm>
              <a:off x="1968500" y="3732213"/>
              <a:ext cx="0" cy="2035175"/>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4" name="Connettore diritto 43">
              <a:extLst>
                <a:ext uri="{FF2B5EF4-FFF2-40B4-BE49-F238E27FC236}">
                  <a16:creationId xmlns:a16="http://schemas.microsoft.com/office/drawing/2014/main" id="{835793E1-8B83-8160-9FEF-474E2B23283D}"/>
                </a:ext>
              </a:extLst>
            </p:cNvPr>
            <p:cNvCxnSpPr>
              <a:cxnSpLocks/>
            </p:cNvCxnSpPr>
            <p:nvPr/>
          </p:nvCxnSpPr>
          <p:spPr>
            <a:xfrm>
              <a:off x="2339975" y="3694113"/>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5" name="Connettore diritto 44">
              <a:extLst>
                <a:ext uri="{FF2B5EF4-FFF2-40B4-BE49-F238E27FC236}">
                  <a16:creationId xmlns:a16="http://schemas.microsoft.com/office/drawing/2014/main" id="{8C75D846-CD25-17F1-8074-BEEA0418E0A5}"/>
                </a:ext>
              </a:extLst>
            </p:cNvPr>
            <p:cNvCxnSpPr>
              <a:cxnSpLocks/>
            </p:cNvCxnSpPr>
            <p:nvPr/>
          </p:nvCxnSpPr>
          <p:spPr>
            <a:xfrm>
              <a:off x="2760662" y="3694113"/>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6" name="Connettore diritto 45">
              <a:extLst>
                <a:ext uri="{FF2B5EF4-FFF2-40B4-BE49-F238E27FC236}">
                  <a16:creationId xmlns:a16="http://schemas.microsoft.com/office/drawing/2014/main" id="{9C969848-A204-3C2A-716D-F4BC8D8167D8}"/>
                </a:ext>
              </a:extLst>
            </p:cNvPr>
            <p:cNvCxnSpPr>
              <a:cxnSpLocks/>
            </p:cNvCxnSpPr>
            <p:nvPr/>
          </p:nvCxnSpPr>
          <p:spPr>
            <a:xfrm>
              <a:off x="3192462" y="3694113"/>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7" name="Connettore diritto 46">
              <a:extLst>
                <a:ext uri="{FF2B5EF4-FFF2-40B4-BE49-F238E27FC236}">
                  <a16:creationId xmlns:a16="http://schemas.microsoft.com/office/drawing/2014/main" id="{8BE38A18-61B4-A802-D152-81B07E007F6B}"/>
                </a:ext>
              </a:extLst>
            </p:cNvPr>
            <p:cNvCxnSpPr>
              <a:cxnSpLocks/>
            </p:cNvCxnSpPr>
            <p:nvPr/>
          </p:nvCxnSpPr>
          <p:spPr>
            <a:xfrm>
              <a:off x="3552825" y="3694113"/>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8" name="Connettore diritto 47">
              <a:extLst>
                <a:ext uri="{FF2B5EF4-FFF2-40B4-BE49-F238E27FC236}">
                  <a16:creationId xmlns:a16="http://schemas.microsoft.com/office/drawing/2014/main" id="{0A598D26-BDA9-63E3-EED6-203FB993BB1B}"/>
                </a:ext>
              </a:extLst>
            </p:cNvPr>
            <p:cNvCxnSpPr>
              <a:cxnSpLocks/>
            </p:cNvCxnSpPr>
            <p:nvPr/>
          </p:nvCxnSpPr>
          <p:spPr>
            <a:xfrm>
              <a:off x="3984625" y="3694113"/>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9" name="Connettore diritto 48">
              <a:extLst>
                <a:ext uri="{FF2B5EF4-FFF2-40B4-BE49-F238E27FC236}">
                  <a16:creationId xmlns:a16="http://schemas.microsoft.com/office/drawing/2014/main" id="{56F87DF2-25F4-A4BA-5C78-815C8ADDC9E2}"/>
                </a:ext>
              </a:extLst>
            </p:cNvPr>
            <p:cNvCxnSpPr>
              <a:cxnSpLocks/>
            </p:cNvCxnSpPr>
            <p:nvPr/>
          </p:nvCxnSpPr>
          <p:spPr>
            <a:xfrm>
              <a:off x="4416425" y="3694113"/>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0" name="Connettore diritto 49">
              <a:extLst>
                <a:ext uri="{FF2B5EF4-FFF2-40B4-BE49-F238E27FC236}">
                  <a16:creationId xmlns:a16="http://schemas.microsoft.com/office/drawing/2014/main" id="{7F4637EF-65F0-5440-DAE6-0C87CC417B00}"/>
                </a:ext>
              </a:extLst>
            </p:cNvPr>
            <p:cNvCxnSpPr>
              <a:cxnSpLocks/>
            </p:cNvCxnSpPr>
            <p:nvPr/>
          </p:nvCxnSpPr>
          <p:spPr>
            <a:xfrm>
              <a:off x="4848225" y="3694113"/>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1" name="Connettore diritto 50">
              <a:extLst>
                <a:ext uri="{FF2B5EF4-FFF2-40B4-BE49-F238E27FC236}">
                  <a16:creationId xmlns:a16="http://schemas.microsoft.com/office/drawing/2014/main" id="{910A847D-8924-AA85-2732-E0C7F052B1E5}"/>
                </a:ext>
              </a:extLst>
            </p:cNvPr>
            <p:cNvCxnSpPr>
              <a:cxnSpLocks/>
            </p:cNvCxnSpPr>
            <p:nvPr/>
          </p:nvCxnSpPr>
          <p:spPr>
            <a:xfrm>
              <a:off x="5246687" y="3694113"/>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2" name="Connettore diritto 51">
              <a:extLst>
                <a:ext uri="{FF2B5EF4-FFF2-40B4-BE49-F238E27FC236}">
                  <a16:creationId xmlns:a16="http://schemas.microsoft.com/office/drawing/2014/main" id="{F01D4327-A279-F6CF-90B5-C0604397A144}"/>
                </a:ext>
              </a:extLst>
            </p:cNvPr>
            <p:cNvCxnSpPr>
              <a:cxnSpLocks/>
            </p:cNvCxnSpPr>
            <p:nvPr/>
          </p:nvCxnSpPr>
          <p:spPr>
            <a:xfrm>
              <a:off x="5640387" y="3694113"/>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3" name="Connettore diritto 52">
              <a:extLst>
                <a:ext uri="{FF2B5EF4-FFF2-40B4-BE49-F238E27FC236}">
                  <a16:creationId xmlns:a16="http://schemas.microsoft.com/office/drawing/2014/main" id="{97295DB7-DCC6-EDAF-CD0B-00140B01F98F}"/>
                </a:ext>
              </a:extLst>
            </p:cNvPr>
            <p:cNvCxnSpPr>
              <a:cxnSpLocks/>
            </p:cNvCxnSpPr>
            <p:nvPr/>
          </p:nvCxnSpPr>
          <p:spPr>
            <a:xfrm>
              <a:off x="6037262" y="3694113"/>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4" name="Connettore diritto 53">
              <a:extLst>
                <a:ext uri="{FF2B5EF4-FFF2-40B4-BE49-F238E27FC236}">
                  <a16:creationId xmlns:a16="http://schemas.microsoft.com/office/drawing/2014/main" id="{1B547B38-389C-FF0F-9749-A96C691D733E}"/>
                </a:ext>
              </a:extLst>
            </p:cNvPr>
            <p:cNvCxnSpPr>
              <a:cxnSpLocks/>
            </p:cNvCxnSpPr>
            <p:nvPr/>
          </p:nvCxnSpPr>
          <p:spPr>
            <a:xfrm>
              <a:off x="6470650" y="3694113"/>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5" name="Connettore diritto 54">
              <a:extLst>
                <a:ext uri="{FF2B5EF4-FFF2-40B4-BE49-F238E27FC236}">
                  <a16:creationId xmlns:a16="http://schemas.microsoft.com/office/drawing/2014/main" id="{C1A19DAE-24B0-AD06-6064-BAC21FCCA1A9}"/>
                </a:ext>
              </a:extLst>
            </p:cNvPr>
            <p:cNvCxnSpPr>
              <a:cxnSpLocks/>
            </p:cNvCxnSpPr>
            <p:nvPr/>
          </p:nvCxnSpPr>
          <p:spPr>
            <a:xfrm>
              <a:off x="6864350" y="3678238"/>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6" name="Connettore diritto 55">
              <a:extLst>
                <a:ext uri="{FF2B5EF4-FFF2-40B4-BE49-F238E27FC236}">
                  <a16:creationId xmlns:a16="http://schemas.microsoft.com/office/drawing/2014/main" id="{8D68FFA7-27D7-E61F-B7DE-2508A49A9027}"/>
                </a:ext>
              </a:extLst>
            </p:cNvPr>
            <p:cNvCxnSpPr>
              <a:cxnSpLocks/>
            </p:cNvCxnSpPr>
            <p:nvPr/>
          </p:nvCxnSpPr>
          <p:spPr>
            <a:xfrm>
              <a:off x="7297737" y="3694113"/>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7" name="Connettore diritto 56">
              <a:extLst>
                <a:ext uri="{FF2B5EF4-FFF2-40B4-BE49-F238E27FC236}">
                  <a16:creationId xmlns:a16="http://schemas.microsoft.com/office/drawing/2014/main" id="{834F39A2-EF0E-FFBC-C776-3584FC190678}"/>
                </a:ext>
              </a:extLst>
            </p:cNvPr>
            <p:cNvCxnSpPr>
              <a:cxnSpLocks/>
            </p:cNvCxnSpPr>
            <p:nvPr/>
          </p:nvCxnSpPr>
          <p:spPr>
            <a:xfrm>
              <a:off x="7656512" y="3694113"/>
              <a:ext cx="0" cy="20320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4541" name="CasellaDiTesto 12">
              <a:extLst>
                <a:ext uri="{FF2B5EF4-FFF2-40B4-BE49-F238E27FC236}">
                  <a16:creationId xmlns:a16="http://schemas.microsoft.com/office/drawing/2014/main" id="{E9668348-5B9E-FD42-759D-6482D89E2388}"/>
                </a:ext>
              </a:extLst>
            </p:cNvPr>
            <p:cNvSpPr txBox="1">
              <a:spLocks noChangeArrowheads="1"/>
            </p:cNvSpPr>
            <p:nvPr/>
          </p:nvSpPr>
          <p:spPr bwMode="auto">
            <a:xfrm>
              <a:off x="1320800" y="5621338"/>
              <a:ext cx="71945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3000"/>
                </a:lnSpc>
                <a:spcAft>
                  <a:spcPts val="1425"/>
                </a:spcAft>
                <a:buClr>
                  <a:srgbClr val="000000"/>
                </a:buClr>
                <a:buSzPct val="100000"/>
                <a:buFont typeface="Times New Roman" panose="02020603050405020304" pitchFamily="18" charset="0"/>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a:spcAft>
                  <a:spcPct val="0"/>
                </a:spcAft>
                <a:buFontTx/>
                <a:buNone/>
              </a:pPr>
              <a:r>
                <a:rPr lang="it-IT" altLang="it-IT" sz="1000">
                  <a:solidFill>
                    <a:srgbClr val="FF0000"/>
                  </a:solidFill>
                  <a:ea typeface="Microsoft YaHei" panose="020B0503020204020204" pitchFamily="34" charset="-122"/>
                </a:rPr>
                <a:t>      0000   0001   0010    0111    0100    0101   0110     1011    1000     1001  1010  1111    1100     1101   1110   0011</a:t>
              </a:r>
            </a:p>
            <a:p>
              <a:pPr eaLnBrk="1">
                <a:spcAft>
                  <a:spcPct val="0"/>
                </a:spcAft>
                <a:buFontTx/>
                <a:buNone/>
              </a:pPr>
              <a:r>
                <a:rPr lang="it-IT" altLang="it-IT" sz="1000">
                  <a:solidFill>
                    <a:srgbClr val="FF0000"/>
                  </a:solidFill>
                  <a:ea typeface="Microsoft YaHei" panose="020B0503020204020204" pitchFamily="34" charset="-122"/>
                </a:rPr>
                <a:t>        0         1           2          7        4            5        6           11        8          9         10      15        12         13       14       3</a:t>
              </a:r>
            </a:p>
          </p:txBody>
        </p:sp>
        <p:sp>
          <p:nvSpPr>
            <p:cNvPr id="59" name="Ovale 58">
              <a:extLst>
                <a:ext uri="{FF2B5EF4-FFF2-40B4-BE49-F238E27FC236}">
                  <a16:creationId xmlns:a16="http://schemas.microsoft.com/office/drawing/2014/main" id="{F9F19324-F836-9BAE-1692-538955554060}"/>
                </a:ext>
              </a:extLst>
            </p:cNvPr>
            <p:cNvSpPr/>
            <p:nvPr/>
          </p:nvSpPr>
          <p:spPr>
            <a:xfrm>
              <a:off x="2782887" y="5570538"/>
              <a:ext cx="325438" cy="346075"/>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a:lnSpc>
                  <a:spcPct val="93000"/>
                </a:lnSpc>
                <a:buClr>
                  <a:srgbClr val="000000"/>
                </a:buClr>
                <a:buSzPct val="100000"/>
                <a:buFont typeface="Times New Roman" panose="02020603050405020304" pitchFamily="18" charset="0"/>
                <a:buNone/>
                <a:defRPr/>
              </a:pPr>
              <a:endParaRPr lang="it-IT"/>
            </a:p>
          </p:txBody>
        </p:sp>
        <p:sp>
          <p:nvSpPr>
            <p:cNvPr id="60" name="Ovale 59">
              <a:extLst>
                <a:ext uri="{FF2B5EF4-FFF2-40B4-BE49-F238E27FC236}">
                  <a16:creationId xmlns:a16="http://schemas.microsoft.com/office/drawing/2014/main" id="{20BF330A-D5F6-437A-C0F5-F32A6DF528D6}"/>
                </a:ext>
              </a:extLst>
            </p:cNvPr>
            <p:cNvSpPr/>
            <p:nvPr/>
          </p:nvSpPr>
          <p:spPr>
            <a:xfrm>
              <a:off x="4489450" y="5634038"/>
              <a:ext cx="323850" cy="342900"/>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a:lnSpc>
                  <a:spcPct val="93000"/>
                </a:lnSpc>
                <a:buClr>
                  <a:srgbClr val="000000"/>
                </a:buClr>
                <a:buSzPct val="100000"/>
                <a:buFont typeface="Times New Roman" panose="02020603050405020304" pitchFamily="18" charset="0"/>
                <a:buNone/>
                <a:defRPr/>
              </a:pPr>
              <a:endParaRPr lang="it-IT"/>
            </a:p>
          </p:txBody>
        </p:sp>
        <p:sp>
          <p:nvSpPr>
            <p:cNvPr id="61" name="Ovale 60">
              <a:extLst>
                <a:ext uri="{FF2B5EF4-FFF2-40B4-BE49-F238E27FC236}">
                  <a16:creationId xmlns:a16="http://schemas.microsoft.com/office/drawing/2014/main" id="{166F63C0-494A-9C9C-879A-FFCE69CBDCAE}"/>
                </a:ext>
              </a:extLst>
            </p:cNvPr>
            <p:cNvSpPr/>
            <p:nvPr/>
          </p:nvSpPr>
          <p:spPr>
            <a:xfrm>
              <a:off x="6037262" y="5634038"/>
              <a:ext cx="325438" cy="342900"/>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a:lnSpc>
                  <a:spcPct val="93000"/>
                </a:lnSpc>
                <a:buClr>
                  <a:srgbClr val="000000"/>
                </a:buClr>
                <a:buSzPct val="100000"/>
                <a:buFont typeface="Times New Roman" panose="02020603050405020304" pitchFamily="18" charset="0"/>
                <a:buNone/>
                <a:defRPr/>
              </a:pPr>
              <a:endParaRPr lang="it-IT"/>
            </a:p>
          </p:txBody>
        </p:sp>
        <p:cxnSp>
          <p:nvCxnSpPr>
            <p:cNvPr id="64545" name="Connettore 2 5">
              <a:extLst>
                <a:ext uri="{FF2B5EF4-FFF2-40B4-BE49-F238E27FC236}">
                  <a16:creationId xmlns:a16="http://schemas.microsoft.com/office/drawing/2014/main" id="{B2AA4D48-83F6-7FBF-5C47-1C901C1E4F3B}"/>
                </a:ext>
              </a:extLst>
            </p:cNvPr>
            <p:cNvCxnSpPr>
              <a:cxnSpLocks noChangeShapeType="1"/>
            </p:cNvCxnSpPr>
            <p:nvPr/>
          </p:nvCxnSpPr>
          <p:spPr bwMode="auto">
            <a:xfrm>
              <a:off x="2555875" y="4614863"/>
              <a:ext cx="204788" cy="138112"/>
            </a:xfrm>
            <a:prstGeom prst="straightConnector1">
              <a:avLst/>
            </a:prstGeom>
            <a:noFill/>
            <a:ln w="9525" algn="ctr">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64546" name="Connettore 2 61">
              <a:extLst>
                <a:ext uri="{FF2B5EF4-FFF2-40B4-BE49-F238E27FC236}">
                  <a16:creationId xmlns:a16="http://schemas.microsoft.com/office/drawing/2014/main" id="{7DC5DBCA-3BCA-0492-68FE-D5E8CB887231}"/>
                </a:ext>
              </a:extLst>
            </p:cNvPr>
            <p:cNvCxnSpPr>
              <a:cxnSpLocks noChangeShapeType="1"/>
            </p:cNvCxnSpPr>
            <p:nvPr/>
          </p:nvCxnSpPr>
          <p:spPr bwMode="auto">
            <a:xfrm>
              <a:off x="4151313" y="4608513"/>
              <a:ext cx="204787" cy="136525"/>
            </a:xfrm>
            <a:prstGeom prst="straightConnector1">
              <a:avLst/>
            </a:prstGeom>
            <a:noFill/>
            <a:ln w="9525" algn="ctr">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64547" name="Connettore 2 62">
              <a:extLst>
                <a:ext uri="{FF2B5EF4-FFF2-40B4-BE49-F238E27FC236}">
                  <a16:creationId xmlns:a16="http://schemas.microsoft.com/office/drawing/2014/main" id="{4E120D3D-FB83-C542-FA4A-B03F4674DB28}"/>
                </a:ext>
              </a:extLst>
            </p:cNvPr>
            <p:cNvCxnSpPr>
              <a:cxnSpLocks noChangeShapeType="1"/>
            </p:cNvCxnSpPr>
            <p:nvPr/>
          </p:nvCxnSpPr>
          <p:spPr bwMode="auto">
            <a:xfrm>
              <a:off x="5808663" y="4608513"/>
              <a:ext cx="203200" cy="136525"/>
            </a:xfrm>
            <a:prstGeom prst="straightConnector1">
              <a:avLst/>
            </a:prstGeom>
            <a:noFill/>
            <a:ln w="9525" algn="ctr">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64548" name="Connettore 2 63">
              <a:extLst>
                <a:ext uri="{FF2B5EF4-FFF2-40B4-BE49-F238E27FC236}">
                  <a16:creationId xmlns:a16="http://schemas.microsoft.com/office/drawing/2014/main" id="{C291989D-F7A8-D90C-40E0-55F833916C93}"/>
                </a:ext>
              </a:extLst>
            </p:cNvPr>
            <p:cNvCxnSpPr>
              <a:cxnSpLocks noChangeShapeType="1"/>
            </p:cNvCxnSpPr>
            <p:nvPr/>
          </p:nvCxnSpPr>
          <p:spPr bwMode="auto">
            <a:xfrm>
              <a:off x="7464425" y="4608513"/>
              <a:ext cx="204788" cy="136525"/>
            </a:xfrm>
            <a:prstGeom prst="straightConnector1">
              <a:avLst/>
            </a:prstGeom>
            <a:noFill/>
            <a:ln w="9525" algn="ctr">
              <a:solidFill>
                <a:srgbClr val="FF0000"/>
              </a:solidFill>
              <a:round/>
              <a:headEnd/>
              <a:tailEnd type="triangle" w="med" len="med"/>
            </a:ln>
            <a:extLst>
              <a:ext uri="{909E8E84-426E-40DD-AFC4-6F175D3DCCD1}">
                <a14:hiddenFill xmlns:a14="http://schemas.microsoft.com/office/drawing/2010/main">
                  <a:noFill/>
                </a14:hiddenFill>
              </a:ext>
            </a:extLst>
          </p:spPr>
        </p:cxnSp>
      </p:grpSp>
      <p:cxnSp>
        <p:nvCxnSpPr>
          <p:cNvPr id="64518" name="Connettore 2 7">
            <a:extLst>
              <a:ext uri="{FF2B5EF4-FFF2-40B4-BE49-F238E27FC236}">
                <a16:creationId xmlns:a16="http://schemas.microsoft.com/office/drawing/2014/main" id="{906829D6-C9FD-5F93-B542-876E2B7ADE9C}"/>
              </a:ext>
            </a:extLst>
          </p:cNvPr>
          <p:cNvCxnSpPr>
            <a:cxnSpLocks noChangeShapeType="1"/>
            <a:stCxn id="64516" idx="2"/>
          </p:cNvCxnSpPr>
          <p:nvPr/>
        </p:nvCxnSpPr>
        <p:spPr bwMode="auto">
          <a:xfrm flipH="1">
            <a:off x="6581775" y="2435225"/>
            <a:ext cx="569913" cy="612775"/>
          </a:xfrm>
          <a:prstGeom prst="straightConnector1">
            <a:avLst/>
          </a:prstGeom>
          <a:noFill/>
          <a:ln w="9525" algn="ctr">
            <a:solidFill>
              <a:srgbClr val="FF0000"/>
            </a:solidFill>
            <a:round/>
            <a:headEnd/>
            <a:tailEnd type="triangle" w="med" len="med"/>
          </a:ln>
          <a:extLst>
            <a:ext uri="{909E8E84-426E-40DD-AFC4-6F175D3DCCD1}">
              <a14:hiddenFill xmlns:a14="http://schemas.microsoft.com/office/drawing/2010/main">
                <a:noFill/>
              </a14:hiddenFill>
            </a:ext>
          </a:extLst>
        </p:spPr>
      </p:cxnSp>
      <p:sp>
        <p:nvSpPr>
          <p:cNvPr id="64519" name="CasellaDiTesto 2">
            <a:extLst>
              <a:ext uri="{FF2B5EF4-FFF2-40B4-BE49-F238E27FC236}">
                <a16:creationId xmlns:a16="http://schemas.microsoft.com/office/drawing/2014/main" id="{DFFB3EF7-725F-7A82-7CB1-4FB086BFE7E5}"/>
              </a:ext>
            </a:extLst>
          </p:cNvPr>
          <p:cNvSpPr txBox="1">
            <a:spLocks noChangeArrowheads="1"/>
          </p:cNvSpPr>
          <p:nvPr/>
        </p:nvSpPr>
        <p:spPr bwMode="auto">
          <a:xfrm>
            <a:off x="7453313" y="2952750"/>
            <a:ext cx="2051050" cy="3230563"/>
          </a:xfrm>
          <a:prstGeom prst="rect">
            <a:avLst/>
          </a:prstGeom>
          <a:noFill/>
          <a:ln w="952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r>
              <a:rPr lang="it-IT" altLang="it-IT" sz="1200"/>
              <a:t>Nota: in questo esempio si stanno guardando i 2 contatori mod-4 come delle scatole nere, ciascuna in grado di incrementare il valore di conteggio sul fronte di salita del proprio impulso di conteggio.</a:t>
            </a:r>
          </a:p>
          <a:p>
            <a:r>
              <a:rPr lang="it-IT" altLang="it-IT" sz="1200"/>
              <a:t>E’ chiaro che, essendo composte internamente da 2 flip-flop in cascata, il secondo flip-flop interno a ciascun contatore mod-4 deve commutare sul fronte di discesa dell’impulso, altrimenti il conteggio non sarebbe possibile!</a:t>
            </a:r>
          </a:p>
        </p:txBody>
      </p:sp>
      <mc:AlternateContent xmlns:mc="http://schemas.openxmlformats.org/markup-compatibility/2006" xmlns:p14="http://schemas.microsoft.com/office/powerpoint/2010/main">
        <mc:Choice Requires="p14">
          <p:contentPart p14:bwMode="auto" r:id="rId5">
            <p14:nvContentPartPr>
              <p14:cNvPr id="50177" name="Input penna 50176">
                <a:extLst>
                  <a:ext uri="{FF2B5EF4-FFF2-40B4-BE49-F238E27FC236}">
                    <a16:creationId xmlns:a16="http://schemas.microsoft.com/office/drawing/2014/main" id="{73B02841-D5F3-CC83-184C-7297BC0405FC}"/>
                  </a:ext>
                </a:extLst>
              </p14:cNvPr>
              <p14:cNvContentPartPr/>
              <p14:nvPr/>
            </p14:nvContentPartPr>
            <p14:xfrm>
              <a:off x="3692136" y="5135127"/>
              <a:ext cx="163080" cy="110880"/>
            </p14:xfrm>
          </p:contentPart>
        </mc:Choice>
        <mc:Fallback xmlns="">
          <p:pic>
            <p:nvPicPr>
              <p:cNvPr id="50177" name="Input penna 50176">
                <a:extLst>
                  <a:ext uri="{FF2B5EF4-FFF2-40B4-BE49-F238E27FC236}">
                    <a16:creationId xmlns:a16="http://schemas.microsoft.com/office/drawing/2014/main" id="{73B02841-D5F3-CC83-184C-7297BC0405FC}"/>
                  </a:ext>
                </a:extLst>
              </p:cNvPr>
              <p:cNvPicPr/>
              <p:nvPr/>
            </p:nvPicPr>
            <p:blipFill>
              <a:blip r:embed="rId6"/>
              <a:stretch>
                <a:fillRect/>
              </a:stretch>
            </p:blipFill>
            <p:spPr>
              <a:xfrm>
                <a:off x="3683136" y="5126127"/>
                <a:ext cx="18072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0201" name="Input penna 50200">
                <a:extLst>
                  <a:ext uri="{FF2B5EF4-FFF2-40B4-BE49-F238E27FC236}">
                    <a16:creationId xmlns:a16="http://schemas.microsoft.com/office/drawing/2014/main" id="{1A587C4A-8990-8FCC-276C-712784CB5DCF}"/>
                  </a:ext>
                </a:extLst>
              </p14:cNvPr>
              <p14:cNvContentPartPr/>
              <p14:nvPr/>
            </p14:nvContentPartPr>
            <p14:xfrm>
              <a:off x="2103456" y="5512767"/>
              <a:ext cx="224640" cy="18360"/>
            </p14:xfrm>
          </p:contentPart>
        </mc:Choice>
        <mc:Fallback xmlns="">
          <p:pic>
            <p:nvPicPr>
              <p:cNvPr id="50201" name="Input penna 50200">
                <a:extLst>
                  <a:ext uri="{FF2B5EF4-FFF2-40B4-BE49-F238E27FC236}">
                    <a16:creationId xmlns:a16="http://schemas.microsoft.com/office/drawing/2014/main" id="{1A587C4A-8990-8FCC-276C-712784CB5DCF}"/>
                  </a:ext>
                </a:extLst>
              </p:cNvPr>
              <p:cNvPicPr/>
              <p:nvPr/>
            </p:nvPicPr>
            <p:blipFill>
              <a:blip r:embed="rId8"/>
              <a:stretch>
                <a:fillRect/>
              </a:stretch>
            </p:blipFill>
            <p:spPr>
              <a:xfrm>
                <a:off x="2094456" y="5503767"/>
                <a:ext cx="242280" cy="36000"/>
              </a:xfrm>
              <a:prstGeom prst="rect">
                <a:avLst/>
              </a:prstGeom>
            </p:spPr>
          </p:pic>
        </mc:Fallback>
      </mc:AlternateContent>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1">
            <a:extLst>
              <a:ext uri="{FF2B5EF4-FFF2-40B4-BE49-F238E27FC236}">
                <a16:creationId xmlns:a16="http://schemas.microsoft.com/office/drawing/2014/main" id="{FC26FB4B-AF62-A08B-93AF-4772F7483420}"/>
              </a:ext>
            </a:extLst>
          </p:cNvPr>
          <p:cNvSpPr txBox="1">
            <a:spLocks noChangeArrowheads="1"/>
          </p:cNvSpPr>
          <p:nvPr/>
        </p:nvSpPr>
        <p:spPr bwMode="auto">
          <a:xfrm>
            <a:off x="7005638" y="6026150"/>
            <a:ext cx="23320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pPr>
            <a:fld id="{E88D498D-8A48-4EE6-91E0-594270DC486E}" type="slidenum">
              <a:rPr lang="it-IT" altLang="it-IT" sz="1400">
                <a:solidFill>
                  <a:srgbClr val="003366"/>
                </a:solidFill>
              </a:rPr>
              <a:pPr eaLnBrk="1" hangingPunct="1">
                <a:lnSpc>
                  <a:spcPct val="100000"/>
                </a:lnSpc>
                <a:spcAft>
                  <a:spcPct val="0"/>
                </a:spcAft>
              </a:pPr>
              <a:t>32</a:t>
            </a:fld>
            <a:endParaRPr lang="it-IT" altLang="it-IT" sz="1400">
              <a:solidFill>
                <a:srgbClr val="003366"/>
              </a:solidFill>
            </a:endParaRPr>
          </a:p>
        </p:txBody>
      </p:sp>
      <p:sp>
        <p:nvSpPr>
          <p:cNvPr id="66563" name="Rectangle 3">
            <a:extLst>
              <a:ext uri="{FF2B5EF4-FFF2-40B4-BE49-F238E27FC236}">
                <a16:creationId xmlns:a16="http://schemas.microsoft.com/office/drawing/2014/main" id="{C6A6C0C0-A8A2-9D54-7A81-B0FB0A2417DC}"/>
              </a:ext>
            </a:extLst>
          </p:cNvPr>
          <p:cNvSpPr>
            <a:spLocks noChangeArrowheads="1"/>
          </p:cNvSpPr>
          <p:nvPr/>
        </p:nvSpPr>
        <p:spPr bwMode="auto">
          <a:xfrm>
            <a:off x="231775" y="1295400"/>
            <a:ext cx="9105900"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2900" indent="-341313">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Arial" panose="020B0604020202020204" pitchFamily="34" charset="0"/>
                <a:ea typeface="MS PGothic" panose="020B0600070205080204" pitchFamily="34" charset="-128"/>
              </a:defRPr>
            </a:lvl1pPr>
            <a:lvl2pPr indent="-284163">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MS PGothic" panose="020B0600070205080204" pitchFamily="34" charset="-128"/>
              </a:defRPr>
            </a:lvl2pPr>
            <a:lvl3pPr marL="857250">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ts val="563"/>
              </a:spcBef>
              <a:spcAft>
                <a:spcPct val="0"/>
              </a:spcAft>
              <a:buClr>
                <a:srgbClr val="003366"/>
              </a:buClr>
              <a:buSzPct val="55000"/>
              <a:buFont typeface="Wingdings" panose="05000000000000000000" pitchFamily="2" charset="2"/>
              <a:buChar char="n"/>
            </a:pPr>
            <a:r>
              <a:rPr lang="it-IT" altLang="it-IT" sz="1800">
                <a:solidFill>
                  <a:schemeClr val="tx1"/>
                </a:solidFill>
              </a:rPr>
              <a:t>Es: Realizzare un contatore modulo-256 a partire da contatori modulo-16 dotati di uscita divisore CO</a:t>
            </a:r>
          </a:p>
          <a:p>
            <a:pPr lvl="1" eaLnBrk="1" hangingPunct="1">
              <a:lnSpc>
                <a:spcPct val="100000"/>
              </a:lnSpc>
              <a:spcBef>
                <a:spcPts val="563"/>
              </a:spcBef>
              <a:spcAft>
                <a:spcPct val="0"/>
              </a:spcAft>
              <a:buClr>
                <a:srgbClr val="003366"/>
              </a:buClr>
              <a:buSzPct val="55000"/>
              <a:buFont typeface="Wingdings" panose="05000000000000000000" pitchFamily="2" charset="2"/>
              <a:buChar char="n"/>
            </a:pPr>
            <a:r>
              <a:rPr lang="it-IT" altLang="it-IT" sz="1600">
                <a:solidFill>
                  <a:schemeClr val="tx1"/>
                </a:solidFill>
              </a:rPr>
              <a:t>È possibile collegare i due contatori in serie sfruttando il fronte di discesa dell’uscita CO del primo</a:t>
            </a:r>
          </a:p>
          <a:p>
            <a:pPr lvl="2" indent="0" eaLnBrk="1" hangingPunct="1">
              <a:lnSpc>
                <a:spcPct val="100000"/>
              </a:lnSpc>
              <a:spcBef>
                <a:spcPts val="563"/>
              </a:spcBef>
              <a:spcAft>
                <a:spcPct val="0"/>
              </a:spcAft>
              <a:buClr>
                <a:srgbClr val="003366"/>
              </a:buClr>
              <a:buSzPct val="55000"/>
            </a:pPr>
            <a:endParaRPr lang="it-IT" altLang="it-IT" sz="1600">
              <a:solidFill>
                <a:schemeClr val="tx1"/>
              </a:solidFill>
            </a:endParaRPr>
          </a:p>
          <a:p>
            <a:pPr eaLnBrk="1" hangingPunct="1">
              <a:lnSpc>
                <a:spcPct val="100000"/>
              </a:lnSpc>
              <a:spcBef>
                <a:spcPts val="563"/>
              </a:spcBef>
              <a:spcAft>
                <a:spcPct val="0"/>
              </a:spcAft>
              <a:buClr>
                <a:srgbClr val="003366"/>
              </a:buClr>
              <a:buSzPct val="55000"/>
              <a:buFont typeface="Wingdings" panose="05000000000000000000" pitchFamily="2" charset="2"/>
              <a:buChar char="n"/>
            </a:pPr>
            <a:endParaRPr lang="it-IT" altLang="it-IT" sz="1800">
              <a:solidFill>
                <a:schemeClr val="tx1"/>
              </a:solidFill>
            </a:endParaRPr>
          </a:p>
          <a:p>
            <a:pPr eaLnBrk="1" hangingPunct="1">
              <a:lnSpc>
                <a:spcPct val="100000"/>
              </a:lnSpc>
              <a:spcBef>
                <a:spcPts val="900"/>
              </a:spcBef>
              <a:spcAft>
                <a:spcPct val="0"/>
              </a:spcAft>
              <a:buClrTx/>
              <a:buSzTx/>
              <a:buFontTx/>
              <a:buNone/>
            </a:pPr>
            <a:endParaRPr lang="it-IT" altLang="it-IT" sz="2000">
              <a:solidFill>
                <a:srgbClr val="003366"/>
              </a:solidFill>
            </a:endParaRPr>
          </a:p>
        </p:txBody>
      </p:sp>
      <p:sp>
        <p:nvSpPr>
          <p:cNvPr id="66564" name="Rectangle 3">
            <a:extLst>
              <a:ext uri="{FF2B5EF4-FFF2-40B4-BE49-F238E27FC236}">
                <a16:creationId xmlns:a16="http://schemas.microsoft.com/office/drawing/2014/main" id="{74FD7B42-F2E4-78DC-E21F-DBFCC9404E33}"/>
              </a:ext>
            </a:extLst>
          </p:cNvPr>
          <p:cNvSpPr>
            <a:spLocks noGrp="1" noChangeArrowheads="1"/>
          </p:cNvSpPr>
          <p:nvPr>
            <p:ph type="title"/>
          </p:nvPr>
        </p:nvSpPr>
        <p:spPr>
          <a:xfrm>
            <a:off x="231775" y="277813"/>
            <a:ext cx="9288463" cy="1028700"/>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it-IT" sz="3200">
                <a:solidFill>
                  <a:srgbClr val="FF0000"/>
                </a:solidFill>
              </a:rPr>
              <a:t>Composizione di contatori generici: esempio</a:t>
            </a:r>
          </a:p>
        </p:txBody>
      </p:sp>
      <p:pic>
        <p:nvPicPr>
          <p:cNvPr id="66565" name="Immagine 1">
            <a:extLst>
              <a:ext uri="{FF2B5EF4-FFF2-40B4-BE49-F238E27FC236}">
                <a16:creationId xmlns:a16="http://schemas.microsoft.com/office/drawing/2014/main" id="{756A731F-26FB-6189-6836-D71756D8F4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2851150"/>
            <a:ext cx="7258050" cy="348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4">
            <p14:nvContentPartPr>
              <p14:cNvPr id="21" name="Input penna 20">
                <a:extLst>
                  <a:ext uri="{FF2B5EF4-FFF2-40B4-BE49-F238E27FC236}">
                    <a16:creationId xmlns:a16="http://schemas.microsoft.com/office/drawing/2014/main" id="{DB93E6DD-D936-B64E-B8CF-95D6F34C622A}"/>
                  </a:ext>
                </a:extLst>
              </p14:cNvPr>
              <p14:cNvContentPartPr/>
              <p14:nvPr/>
            </p14:nvContentPartPr>
            <p14:xfrm>
              <a:off x="2202816" y="3197607"/>
              <a:ext cx="10440" cy="360"/>
            </p14:xfrm>
          </p:contentPart>
        </mc:Choice>
        <mc:Fallback xmlns="">
          <p:pic>
            <p:nvPicPr>
              <p:cNvPr id="21" name="Input penna 20">
                <a:extLst>
                  <a:ext uri="{FF2B5EF4-FFF2-40B4-BE49-F238E27FC236}">
                    <a16:creationId xmlns:a16="http://schemas.microsoft.com/office/drawing/2014/main" id="{DB93E6DD-D936-B64E-B8CF-95D6F34C622A}"/>
                  </a:ext>
                </a:extLst>
              </p:cNvPr>
              <p:cNvPicPr/>
              <p:nvPr/>
            </p:nvPicPr>
            <p:blipFill>
              <a:blip r:embed="rId5"/>
              <a:stretch>
                <a:fillRect/>
              </a:stretch>
            </p:blipFill>
            <p:spPr>
              <a:xfrm>
                <a:off x="2193816" y="3188607"/>
                <a:ext cx="280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6" name="Input penna 35">
                <a:extLst>
                  <a:ext uri="{FF2B5EF4-FFF2-40B4-BE49-F238E27FC236}">
                    <a16:creationId xmlns:a16="http://schemas.microsoft.com/office/drawing/2014/main" id="{FDFEC57A-0294-88A7-E25B-3B0DE89E6261}"/>
                  </a:ext>
                </a:extLst>
              </p14:cNvPr>
              <p14:cNvContentPartPr/>
              <p14:nvPr/>
            </p14:nvContentPartPr>
            <p14:xfrm>
              <a:off x="6138696" y="4594767"/>
              <a:ext cx="1800" cy="2520"/>
            </p14:xfrm>
          </p:contentPart>
        </mc:Choice>
        <mc:Fallback xmlns="">
          <p:pic>
            <p:nvPicPr>
              <p:cNvPr id="36" name="Input penna 35">
                <a:extLst>
                  <a:ext uri="{FF2B5EF4-FFF2-40B4-BE49-F238E27FC236}">
                    <a16:creationId xmlns:a16="http://schemas.microsoft.com/office/drawing/2014/main" id="{FDFEC57A-0294-88A7-E25B-3B0DE89E6261}"/>
                  </a:ext>
                </a:extLst>
              </p:cNvPr>
              <p:cNvPicPr/>
              <p:nvPr/>
            </p:nvPicPr>
            <p:blipFill>
              <a:blip r:embed="rId7"/>
              <a:stretch>
                <a:fillRect/>
              </a:stretch>
            </p:blipFill>
            <p:spPr>
              <a:xfrm>
                <a:off x="6129696" y="4585767"/>
                <a:ext cx="19440" cy="20160"/>
              </a:xfrm>
              <a:prstGeom prst="rect">
                <a:avLst/>
              </a:prstGeom>
            </p:spPr>
          </p:pic>
        </mc:Fallback>
      </mc:AlternateContent>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1">
            <a:extLst>
              <a:ext uri="{FF2B5EF4-FFF2-40B4-BE49-F238E27FC236}">
                <a16:creationId xmlns:a16="http://schemas.microsoft.com/office/drawing/2014/main" id="{6621FEE1-77BE-D2A2-D60F-DABFDDBD4570}"/>
              </a:ext>
            </a:extLst>
          </p:cNvPr>
          <p:cNvSpPr txBox="1">
            <a:spLocks noChangeArrowheads="1"/>
          </p:cNvSpPr>
          <p:nvPr/>
        </p:nvSpPr>
        <p:spPr bwMode="auto">
          <a:xfrm>
            <a:off x="7005638" y="6026150"/>
            <a:ext cx="23320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pPr>
            <a:fld id="{0B3B6BA1-6A4D-41CC-9EE8-2A887FE337CC}" type="slidenum">
              <a:rPr lang="it-IT" altLang="it-IT" sz="1400">
                <a:solidFill>
                  <a:srgbClr val="003366"/>
                </a:solidFill>
              </a:rPr>
              <a:pPr eaLnBrk="1" hangingPunct="1">
                <a:lnSpc>
                  <a:spcPct val="100000"/>
                </a:lnSpc>
                <a:spcAft>
                  <a:spcPct val="0"/>
                </a:spcAft>
              </a:pPr>
              <a:t>33</a:t>
            </a:fld>
            <a:endParaRPr lang="it-IT" altLang="it-IT" sz="1400">
              <a:solidFill>
                <a:srgbClr val="003366"/>
              </a:solidFill>
            </a:endParaRPr>
          </a:p>
        </p:txBody>
      </p:sp>
      <p:sp>
        <p:nvSpPr>
          <p:cNvPr id="68611" name="Rectangle 2">
            <a:extLst>
              <a:ext uri="{FF2B5EF4-FFF2-40B4-BE49-F238E27FC236}">
                <a16:creationId xmlns:a16="http://schemas.microsoft.com/office/drawing/2014/main" id="{41E6CAF7-789C-4028-9773-E9FEDD39182E}"/>
              </a:ext>
            </a:extLst>
          </p:cNvPr>
          <p:cNvSpPr>
            <a:spLocks noGrp="1" noChangeArrowheads="1"/>
          </p:cNvSpPr>
          <p:nvPr>
            <p:ph type="title"/>
          </p:nvPr>
        </p:nvSpPr>
        <p:spPr>
          <a:xfrm>
            <a:off x="323850" y="215900"/>
            <a:ext cx="9013825"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it-IT" sz="4400">
                <a:solidFill>
                  <a:srgbClr val="FF0000"/>
                </a:solidFill>
              </a:rPr>
              <a:t>Contatori seriali: valutazioni</a:t>
            </a:r>
          </a:p>
        </p:txBody>
      </p:sp>
      <p:sp>
        <p:nvSpPr>
          <p:cNvPr id="68612" name="Text Box 3">
            <a:extLst>
              <a:ext uri="{FF2B5EF4-FFF2-40B4-BE49-F238E27FC236}">
                <a16:creationId xmlns:a16="http://schemas.microsoft.com/office/drawing/2014/main" id="{951F8AAF-6C6A-6D53-0785-AF4621A9AB29}"/>
              </a:ext>
            </a:extLst>
          </p:cNvPr>
          <p:cNvSpPr txBox="1">
            <a:spLocks noChangeArrowheads="1"/>
          </p:cNvSpPr>
          <p:nvPr/>
        </p:nvSpPr>
        <p:spPr bwMode="auto">
          <a:xfrm>
            <a:off x="358775" y="1384300"/>
            <a:ext cx="8459788" cy="402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1313">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90000"/>
              </a:lnSpc>
              <a:spcBef>
                <a:spcPts val="638"/>
              </a:spcBef>
              <a:spcAft>
                <a:spcPct val="0"/>
              </a:spcAft>
            </a:pPr>
            <a:r>
              <a:rPr lang="en-GB" altLang="it-IT" sz="2800"/>
              <a:t>I contatori seriali: </a:t>
            </a:r>
          </a:p>
          <a:p>
            <a:pPr eaLnBrk="1" hangingPunct="1">
              <a:lnSpc>
                <a:spcPct val="90000"/>
              </a:lnSpc>
              <a:spcBef>
                <a:spcPts val="638"/>
              </a:spcBef>
              <a:spcAft>
                <a:spcPct val="0"/>
              </a:spcAft>
              <a:buClr>
                <a:srgbClr val="003366"/>
              </a:buClr>
              <a:buSzPct val="45000"/>
              <a:buFont typeface="Wingdings" panose="05000000000000000000" pitchFamily="2" charset="2"/>
              <a:buChar char="w"/>
            </a:pPr>
            <a:r>
              <a:rPr lang="en-GB" altLang="it-IT" sz="2800"/>
              <a:t>sono di semplice realizzazione</a:t>
            </a:r>
          </a:p>
          <a:p>
            <a:pPr eaLnBrk="1" hangingPunct="1">
              <a:lnSpc>
                <a:spcPct val="90000"/>
              </a:lnSpc>
              <a:spcBef>
                <a:spcPts val="638"/>
              </a:spcBef>
              <a:spcAft>
                <a:spcPct val="0"/>
              </a:spcAft>
              <a:buClr>
                <a:srgbClr val="003366"/>
              </a:buClr>
              <a:buSzPct val="45000"/>
              <a:buFont typeface="Wingdings" panose="05000000000000000000" pitchFamily="2" charset="2"/>
              <a:buChar char="w"/>
            </a:pPr>
            <a:r>
              <a:rPr lang="en-GB" altLang="it-IT" sz="2800"/>
              <a:t>vengono attivate solo le parti del circuito interessate alle transizioni</a:t>
            </a:r>
          </a:p>
          <a:p>
            <a:pPr eaLnBrk="1" hangingPunct="1">
              <a:lnSpc>
                <a:spcPct val="90000"/>
              </a:lnSpc>
              <a:spcBef>
                <a:spcPts val="638"/>
              </a:spcBef>
              <a:spcAft>
                <a:spcPct val="0"/>
              </a:spcAft>
              <a:buClrTx/>
              <a:buSzTx/>
              <a:buFontTx/>
              <a:buNone/>
            </a:pPr>
            <a:r>
              <a:rPr lang="en-GB" altLang="it-IT" sz="2800"/>
              <a:t>		</a:t>
            </a:r>
            <a:r>
              <a:rPr lang="en-GB" altLang="it-IT" sz="2800">
                <a:latin typeface="Wingdings" panose="05000000000000000000" pitchFamily="2" charset="2"/>
              </a:rPr>
              <a:t></a:t>
            </a:r>
            <a:r>
              <a:rPr lang="en-GB" altLang="it-IT" sz="2800"/>
              <a:t> adatti a circuiti che richiedono basso</a:t>
            </a:r>
          </a:p>
          <a:p>
            <a:pPr eaLnBrk="1" hangingPunct="1">
              <a:lnSpc>
                <a:spcPct val="90000"/>
              </a:lnSpc>
              <a:spcBef>
                <a:spcPts val="638"/>
              </a:spcBef>
              <a:spcAft>
                <a:spcPct val="0"/>
              </a:spcAft>
              <a:buClrTx/>
              <a:buSzTx/>
              <a:buFontTx/>
              <a:buNone/>
            </a:pPr>
            <a:r>
              <a:rPr lang="en-GB" altLang="it-IT" sz="2800"/>
              <a:t>		consumo di potenza</a:t>
            </a:r>
          </a:p>
          <a:p>
            <a:pPr eaLnBrk="1" hangingPunct="1">
              <a:lnSpc>
                <a:spcPct val="90000"/>
              </a:lnSpc>
              <a:spcBef>
                <a:spcPts val="638"/>
              </a:spcBef>
              <a:spcAft>
                <a:spcPct val="0"/>
              </a:spcAft>
              <a:buClrTx/>
              <a:buSzTx/>
              <a:buFontTx/>
              <a:buNone/>
            </a:pPr>
            <a:r>
              <a:rPr lang="en-GB" altLang="it-IT" sz="2800"/>
              <a:t>Ma…</a:t>
            </a:r>
          </a:p>
          <a:p>
            <a:pPr eaLnBrk="1" hangingPunct="1">
              <a:lnSpc>
                <a:spcPct val="90000"/>
              </a:lnSpc>
              <a:spcBef>
                <a:spcPts val="638"/>
              </a:spcBef>
              <a:spcAft>
                <a:spcPct val="0"/>
              </a:spcAft>
              <a:buClr>
                <a:srgbClr val="003366"/>
              </a:buClr>
              <a:buSzPct val="45000"/>
              <a:buFont typeface="Wingdings" panose="05000000000000000000" pitchFamily="2" charset="2"/>
              <a:buChar char="w"/>
            </a:pPr>
            <a:r>
              <a:rPr lang="en-GB" altLang="it-IT" sz="2800"/>
              <a:t>particolarmente lenti per un alto numero di bit</a:t>
            </a:r>
          </a:p>
          <a:p>
            <a:pPr eaLnBrk="1" hangingPunct="1">
              <a:lnSpc>
                <a:spcPct val="90000"/>
              </a:lnSpc>
              <a:spcBef>
                <a:spcPts val="638"/>
              </a:spcBef>
              <a:spcAft>
                <a:spcPct val="0"/>
              </a:spcAft>
              <a:buClr>
                <a:srgbClr val="003366"/>
              </a:buClr>
              <a:buSzPct val="45000"/>
              <a:buFont typeface="Wingdings" panose="05000000000000000000" pitchFamily="2" charset="2"/>
              <a:buChar char="w"/>
            </a:pPr>
            <a:r>
              <a:rPr lang="en-GB" altLang="it-IT" sz="2800"/>
              <a:t>più critici da dimensionare a causa della dipendenza dei ritardi</a:t>
            </a:r>
            <a:endParaRPr lang="en-GB" altLang="it-IT" sz="2800" i="1"/>
          </a:p>
          <a:p>
            <a:pPr eaLnBrk="1" hangingPunct="1">
              <a:lnSpc>
                <a:spcPct val="90000"/>
              </a:lnSpc>
              <a:spcBef>
                <a:spcPts val="638"/>
              </a:spcBef>
              <a:spcAft>
                <a:spcPct val="0"/>
              </a:spcAft>
              <a:buClrTx/>
              <a:buSzTx/>
              <a:buFontTx/>
              <a:buNone/>
            </a:pPr>
            <a:endParaRPr lang="en-GB" altLang="it-IT" sz="2800"/>
          </a:p>
          <a:p>
            <a:pPr eaLnBrk="1" hangingPunct="1">
              <a:lnSpc>
                <a:spcPct val="90000"/>
              </a:lnSpc>
              <a:spcBef>
                <a:spcPts val="638"/>
              </a:spcBef>
              <a:spcAft>
                <a:spcPct val="0"/>
              </a:spcAft>
              <a:buClrTx/>
              <a:buSzTx/>
              <a:buFontTx/>
              <a:buNone/>
            </a:pPr>
            <a:endParaRPr lang="en-GB" altLang="it-IT" sz="28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1">
            <a:extLst>
              <a:ext uri="{FF2B5EF4-FFF2-40B4-BE49-F238E27FC236}">
                <a16:creationId xmlns:a16="http://schemas.microsoft.com/office/drawing/2014/main" id="{61D13D33-A0EB-7EFA-6D7F-60808A772BBE}"/>
              </a:ext>
            </a:extLst>
          </p:cNvPr>
          <p:cNvSpPr txBox="1">
            <a:spLocks noChangeArrowheads="1"/>
          </p:cNvSpPr>
          <p:nvPr/>
        </p:nvSpPr>
        <p:spPr bwMode="auto">
          <a:xfrm>
            <a:off x="7005638" y="6026150"/>
            <a:ext cx="23320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pPr>
            <a:fld id="{D6E85819-BFF2-4559-8714-7C9674C50C05}" type="slidenum">
              <a:rPr lang="it-IT" altLang="it-IT" sz="1400">
                <a:solidFill>
                  <a:srgbClr val="003366"/>
                </a:solidFill>
              </a:rPr>
              <a:pPr eaLnBrk="1" hangingPunct="1">
                <a:lnSpc>
                  <a:spcPct val="100000"/>
                </a:lnSpc>
                <a:spcAft>
                  <a:spcPct val="0"/>
                </a:spcAft>
              </a:pPr>
              <a:t>34</a:t>
            </a:fld>
            <a:endParaRPr lang="it-IT" altLang="it-IT" sz="1400">
              <a:solidFill>
                <a:srgbClr val="003366"/>
              </a:solidFill>
            </a:endParaRPr>
          </a:p>
        </p:txBody>
      </p:sp>
      <p:sp>
        <p:nvSpPr>
          <p:cNvPr id="70659" name="Rectangle 2">
            <a:extLst>
              <a:ext uri="{FF2B5EF4-FFF2-40B4-BE49-F238E27FC236}">
                <a16:creationId xmlns:a16="http://schemas.microsoft.com/office/drawing/2014/main" id="{42F00F33-1077-80CB-9308-29FC375050AA}"/>
              </a:ext>
            </a:extLst>
          </p:cNvPr>
          <p:cNvSpPr>
            <a:spLocks noGrp="1" noChangeArrowheads="1"/>
          </p:cNvSpPr>
          <p:nvPr>
            <p:ph type="title"/>
          </p:nvPr>
        </p:nvSpPr>
        <p:spPr>
          <a:xfrm>
            <a:off x="246063" y="266700"/>
            <a:ext cx="9226550"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it-IT" sz="4400">
                <a:solidFill>
                  <a:srgbClr val="FF0000"/>
                </a:solidFill>
              </a:rPr>
              <a:t>Progetto di contatori per riduzione</a:t>
            </a:r>
          </a:p>
        </p:txBody>
      </p:sp>
      <p:sp>
        <p:nvSpPr>
          <p:cNvPr id="70660" name="Rectangle 3">
            <a:extLst>
              <a:ext uri="{FF2B5EF4-FFF2-40B4-BE49-F238E27FC236}">
                <a16:creationId xmlns:a16="http://schemas.microsoft.com/office/drawing/2014/main" id="{1B92EA03-5BEF-2140-DF8B-FD17A379E434}"/>
              </a:ext>
            </a:extLst>
          </p:cNvPr>
          <p:cNvSpPr>
            <a:spLocks noChangeArrowheads="1"/>
          </p:cNvSpPr>
          <p:nvPr/>
        </p:nvSpPr>
        <p:spPr bwMode="auto">
          <a:xfrm>
            <a:off x="246063" y="1262063"/>
            <a:ext cx="9091612" cy="46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2900">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Arial" panose="020B0604020202020204" pitchFamily="34" charset="0"/>
                <a:ea typeface="MS PGothic" panose="020B0600070205080204" pitchFamily="34" charset="-128"/>
              </a:defRPr>
            </a:lvl1pPr>
            <a:lvl2pPr marL="1085850" indent="-342900">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9pPr>
          </a:lstStyle>
          <a:p>
            <a:pPr algn="just" eaLnBrk="1" hangingPunct="1">
              <a:lnSpc>
                <a:spcPct val="100000"/>
              </a:lnSpc>
              <a:spcBef>
                <a:spcPts val="638"/>
              </a:spcBef>
              <a:spcAft>
                <a:spcPct val="0"/>
              </a:spcAft>
              <a:buClr>
                <a:srgbClr val="003366"/>
              </a:buClr>
              <a:buFont typeface="Arial" panose="020B0604020202020204" pitchFamily="34" charset="0"/>
              <a:buChar char="•"/>
            </a:pPr>
            <a:r>
              <a:rPr lang="it-IT" altLang="it-IT" sz="2000"/>
              <a:t>Il progetto di un contatore mod-N per riduzione (anche detto </a:t>
            </a:r>
            <a:r>
              <a:rPr lang="it-IT" altLang="it-IT" sz="2000" b="1"/>
              <a:t>in modulo diminuito</a:t>
            </a:r>
            <a:r>
              <a:rPr lang="it-IT" altLang="it-IT" sz="2000"/>
              <a:t>) può essere effettuato utilizzando un contatore mod-M con M=2</a:t>
            </a:r>
            <a:r>
              <a:rPr lang="it-IT" altLang="it-IT" sz="2000" baseline="30000"/>
              <a:t>n</a:t>
            </a:r>
            <a:r>
              <a:rPr lang="it-IT" altLang="it-IT" sz="2000"/>
              <a:t>&gt;N sfruttando il segnale di </a:t>
            </a:r>
            <a:r>
              <a:rPr lang="it-IT" altLang="it-IT" sz="2000" b="1"/>
              <a:t>reset</a:t>
            </a:r>
            <a:r>
              <a:rPr lang="it-IT" altLang="it-IT" sz="2000"/>
              <a:t> o, laddove presente, il segnale di </a:t>
            </a:r>
            <a:r>
              <a:rPr lang="it-IT" altLang="it-IT" sz="2000" b="1"/>
              <a:t>load</a:t>
            </a:r>
            <a:r>
              <a:rPr lang="it-IT" altLang="it-IT" sz="2000"/>
              <a:t>, che consente di precaricare un valore specifico.</a:t>
            </a:r>
          </a:p>
          <a:p>
            <a:pPr algn="just" eaLnBrk="1" hangingPunct="1">
              <a:lnSpc>
                <a:spcPct val="100000"/>
              </a:lnSpc>
              <a:spcBef>
                <a:spcPts val="638"/>
              </a:spcBef>
              <a:spcAft>
                <a:spcPct val="0"/>
              </a:spcAft>
              <a:buClr>
                <a:srgbClr val="003366"/>
              </a:buClr>
              <a:buFont typeface="Arial" panose="020B0604020202020204" pitchFamily="34" charset="0"/>
              <a:buChar char="•"/>
            </a:pPr>
            <a:r>
              <a:rPr lang="it-IT" altLang="it-IT" sz="2000"/>
              <a:t>Sia il segnale di reset che quello di load possono essere </a:t>
            </a:r>
            <a:r>
              <a:rPr lang="it-IT" altLang="it-IT" sz="2000" b="1"/>
              <a:t>sincroni</a:t>
            </a:r>
            <a:r>
              <a:rPr lang="it-IT" altLang="it-IT" sz="2000"/>
              <a:t> o </a:t>
            </a:r>
            <a:r>
              <a:rPr lang="it-IT" altLang="it-IT" sz="2000" b="1"/>
              <a:t>asincroni</a:t>
            </a:r>
            <a:r>
              <a:rPr lang="it-IT" altLang="it-IT" sz="2000"/>
              <a:t>:</a:t>
            </a:r>
          </a:p>
          <a:p>
            <a:pPr lvl="1" algn="just" eaLnBrk="1" hangingPunct="1">
              <a:lnSpc>
                <a:spcPct val="100000"/>
              </a:lnSpc>
              <a:spcBef>
                <a:spcPts val="638"/>
              </a:spcBef>
              <a:spcAft>
                <a:spcPct val="0"/>
              </a:spcAft>
              <a:buClr>
                <a:srgbClr val="003366"/>
              </a:buClr>
              <a:buFont typeface="Arial" panose="020B0604020202020204" pitchFamily="34" charset="0"/>
              <a:buChar char="•"/>
            </a:pPr>
            <a:r>
              <a:rPr lang="it-IT" altLang="it-IT" sz="1800"/>
              <a:t>Un segnale è detto </a:t>
            </a:r>
            <a:r>
              <a:rPr lang="it-IT" altLang="it-IT" sz="1800" i="1"/>
              <a:t>sincrono</a:t>
            </a:r>
            <a:r>
              <a:rPr lang="it-IT" altLang="it-IT" sz="1800"/>
              <a:t> quando il suo valore ha effetto sullo stato di un sistema solo in corrispondenza del fronte attivo di un segnale di sincronizzazione/abilitazione (segnale di conteggio nel caso dei contatori)</a:t>
            </a:r>
          </a:p>
          <a:p>
            <a:pPr lvl="1" algn="just" eaLnBrk="1" hangingPunct="1">
              <a:lnSpc>
                <a:spcPct val="100000"/>
              </a:lnSpc>
              <a:spcBef>
                <a:spcPts val="638"/>
              </a:spcBef>
              <a:spcAft>
                <a:spcPct val="0"/>
              </a:spcAft>
              <a:buClr>
                <a:srgbClr val="003366"/>
              </a:buClr>
              <a:buFont typeface="Arial" panose="020B0604020202020204" pitchFamily="34" charset="0"/>
              <a:buChar char="•"/>
            </a:pPr>
            <a:r>
              <a:rPr lang="it-IT" altLang="it-IT" sz="1800"/>
              <a:t>Un segnale è detto </a:t>
            </a:r>
            <a:r>
              <a:rPr lang="it-IT" altLang="it-IT" sz="1800" i="1"/>
              <a:t>asincrono </a:t>
            </a:r>
            <a:r>
              <a:rPr lang="it-IT" altLang="it-IT" sz="1800"/>
              <a:t>quando una variazione dello stato del sistema dipende dalla variazione del suo valore (indipendentemente dal segnale di sincronizzazione/abilitazione)</a:t>
            </a:r>
          </a:p>
          <a:p>
            <a:pPr lvl="1" algn="just" eaLnBrk="1" hangingPunct="1">
              <a:lnSpc>
                <a:spcPct val="100000"/>
              </a:lnSpc>
              <a:spcBef>
                <a:spcPts val="638"/>
              </a:spcBef>
              <a:spcAft>
                <a:spcPct val="0"/>
              </a:spcAft>
              <a:buClr>
                <a:srgbClr val="003366"/>
              </a:buClr>
              <a:buFont typeface="Arial" panose="020B0604020202020204" pitchFamily="34" charset="0"/>
              <a:buChar char="•"/>
            </a:pPr>
            <a:endParaRPr lang="it-IT" altLang="it-IT" sz="1800"/>
          </a:p>
        </p:txBody>
      </p:sp>
      <mc:AlternateContent xmlns:mc="http://schemas.openxmlformats.org/markup-compatibility/2006" xmlns:p14="http://schemas.microsoft.com/office/powerpoint/2010/main">
        <mc:Choice Requires="p14">
          <p:contentPart p14:bwMode="auto" r:id="rId3">
            <p14:nvContentPartPr>
              <p14:cNvPr id="17" name="Input penna 16">
                <a:extLst>
                  <a:ext uri="{FF2B5EF4-FFF2-40B4-BE49-F238E27FC236}">
                    <a16:creationId xmlns:a16="http://schemas.microsoft.com/office/drawing/2014/main" id="{438ECFE8-E56D-B901-87B6-5F4E58EAB9A7}"/>
                  </a:ext>
                </a:extLst>
              </p14:cNvPr>
              <p14:cNvContentPartPr/>
              <p14:nvPr/>
            </p14:nvContentPartPr>
            <p14:xfrm>
              <a:off x="-1694904" y="3559047"/>
              <a:ext cx="360" cy="360"/>
            </p14:xfrm>
          </p:contentPart>
        </mc:Choice>
        <mc:Fallback xmlns="">
          <p:pic>
            <p:nvPicPr>
              <p:cNvPr id="17" name="Input penna 16">
                <a:extLst>
                  <a:ext uri="{FF2B5EF4-FFF2-40B4-BE49-F238E27FC236}">
                    <a16:creationId xmlns:a16="http://schemas.microsoft.com/office/drawing/2014/main" id="{438ECFE8-E56D-B901-87B6-5F4E58EAB9A7}"/>
                  </a:ext>
                </a:extLst>
              </p:cNvPr>
              <p:cNvPicPr/>
              <p:nvPr/>
            </p:nvPicPr>
            <p:blipFill>
              <a:blip r:embed="rId4"/>
              <a:stretch>
                <a:fillRect/>
              </a:stretch>
            </p:blipFill>
            <p:spPr>
              <a:xfrm>
                <a:off x="-1703904" y="355004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6343" name="Input penna 56342">
                <a:extLst>
                  <a:ext uri="{FF2B5EF4-FFF2-40B4-BE49-F238E27FC236}">
                    <a16:creationId xmlns:a16="http://schemas.microsoft.com/office/drawing/2014/main" id="{B69D3FE9-1112-B7BD-5A65-CB95B3C6800D}"/>
                  </a:ext>
                </a:extLst>
              </p14:cNvPr>
              <p14:cNvContentPartPr/>
              <p14:nvPr/>
            </p14:nvContentPartPr>
            <p14:xfrm>
              <a:off x="-1287954" y="1421727"/>
              <a:ext cx="360" cy="360"/>
            </p14:xfrm>
          </p:contentPart>
        </mc:Choice>
        <mc:Fallback xmlns="">
          <p:pic>
            <p:nvPicPr>
              <p:cNvPr id="56343" name="Input penna 56342">
                <a:extLst>
                  <a:ext uri="{FF2B5EF4-FFF2-40B4-BE49-F238E27FC236}">
                    <a16:creationId xmlns:a16="http://schemas.microsoft.com/office/drawing/2014/main" id="{B69D3FE9-1112-B7BD-5A65-CB95B3C6800D}"/>
                  </a:ext>
                </a:extLst>
              </p:cNvPr>
              <p:cNvPicPr/>
              <p:nvPr/>
            </p:nvPicPr>
            <p:blipFill>
              <a:blip r:embed="rId4"/>
              <a:stretch>
                <a:fillRect/>
              </a:stretch>
            </p:blipFill>
            <p:spPr>
              <a:xfrm>
                <a:off x="-1296954" y="141272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6380" name="Input penna 56379">
                <a:extLst>
                  <a:ext uri="{FF2B5EF4-FFF2-40B4-BE49-F238E27FC236}">
                    <a16:creationId xmlns:a16="http://schemas.microsoft.com/office/drawing/2014/main" id="{D479673F-7C13-0379-036D-1BFE4929C84B}"/>
                  </a:ext>
                </a:extLst>
              </p14:cNvPr>
              <p14:cNvContentPartPr/>
              <p14:nvPr/>
            </p14:nvContentPartPr>
            <p14:xfrm>
              <a:off x="-1011474" y="473487"/>
              <a:ext cx="360" cy="360"/>
            </p14:xfrm>
          </p:contentPart>
        </mc:Choice>
        <mc:Fallback xmlns="">
          <p:pic>
            <p:nvPicPr>
              <p:cNvPr id="56380" name="Input penna 56379">
                <a:extLst>
                  <a:ext uri="{FF2B5EF4-FFF2-40B4-BE49-F238E27FC236}">
                    <a16:creationId xmlns:a16="http://schemas.microsoft.com/office/drawing/2014/main" id="{D479673F-7C13-0379-036D-1BFE4929C84B}"/>
                  </a:ext>
                </a:extLst>
              </p:cNvPr>
              <p:cNvPicPr/>
              <p:nvPr/>
            </p:nvPicPr>
            <p:blipFill>
              <a:blip r:embed="rId4"/>
              <a:stretch>
                <a:fillRect/>
              </a:stretch>
            </p:blipFill>
            <p:spPr>
              <a:xfrm>
                <a:off x="-1020474" y="46448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6407" name="Input penna 56406">
                <a:extLst>
                  <a:ext uri="{FF2B5EF4-FFF2-40B4-BE49-F238E27FC236}">
                    <a16:creationId xmlns:a16="http://schemas.microsoft.com/office/drawing/2014/main" id="{4AF77310-AE7A-3457-7FA2-5BCEBF42BDB5}"/>
                  </a:ext>
                </a:extLst>
              </p14:cNvPr>
              <p14:cNvContentPartPr/>
              <p14:nvPr/>
            </p14:nvContentPartPr>
            <p14:xfrm>
              <a:off x="-1028394" y="4585047"/>
              <a:ext cx="360" cy="360"/>
            </p14:xfrm>
          </p:contentPart>
        </mc:Choice>
        <mc:Fallback xmlns="">
          <p:pic>
            <p:nvPicPr>
              <p:cNvPr id="56407" name="Input penna 56406">
                <a:extLst>
                  <a:ext uri="{FF2B5EF4-FFF2-40B4-BE49-F238E27FC236}">
                    <a16:creationId xmlns:a16="http://schemas.microsoft.com/office/drawing/2014/main" id="{4AF77310-AE7A-3457-7FA2-5BCEBF42BDB5}"/>
                  </a:ext>
                </a:extLst>
              </p:cNvPr>
              <p:cNvPicPr/>
              <p:nvPr/>
            </p:nvPicPr>
            <p:blipFill>
              <a:blip r:embed="rId4"/>
              <a:stretch>
                <a:fillRect/>
              </a:stretch>
            </p:blipFill>
            <p:spPr>
              <a:xfrm>
                <a:off x="-1037394" y="4576047"/>
                <a:ext cx="18000" cy="18000"/>
              </a:xfrm>
              <a:prstGeom prst="rect">
                <a:avLst/>
              </a:prstGeom>
            </p:spPr>
          </p:pic>
        </mc:Fallback>
      </mc:AlternateContent>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D9AA08FD-54B2-58B8-3B45-C8D37674A808}"/>
              </a:ext>
            </a:extLst>
          </p:cNvPr>
          <p:cNvSpPr>
            <a:spLocks noGrp="1" noChangeArrowheads="1"/>
          </p:cNvSpPr>
          <p:nvPr>
            <p:ph type="title"/>
          </p:nvPr>
        </p:nvSpPr>
        <p:spPr>
          <a:xfrm>
            <a:off x="246063" y="0"/>
            <a:ext cx="9226550"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it-IT" sz="3600">
                <a:solidFill>
                  <a:srgbClr val="FF0000"/>
                </a:solidFill>
              </a:rPr>
              <a:t>Progetto di contatori per riduzione: reset e load sincrono/asincrono (esempio)</a:t>
            </a:r>
          </a:p>
        </p:txBody>
      </p:sp>
      <p:sp>
        <p:nvSpPr>
          <p:cNvPr id="72707" name="Rectangle 4">
            <a:extLst>
              <a:ext uri="{FF2B5EF4-FFF2-40B4-BE49-F238E27FC236}">
                <a16:creationId xmlns:a16="http://schemas.microsoft.com/office/drawing/2014/main" id="{EAE5BF20-4AF6-CEBF-D44A-F2D01C0E86C5}"/>
              </a:ext>
            </a:extLst>
          </p:cNvPr>
          <p:cNvSpPr>
            <a:spLocks noChangeArrowheads="1"/>
          </p:cNvSpPr>
          <p:nvPr/>
        </p:nvSpPr>
        <p:spPr bwMode="auto">
          <a:xfrm>
            <a:off x="3697288" y="1223963"/>
            <a:ext cx="5727700" cy="501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Lst>
              <a:defRPr sz="2000">
                <a:solidFill>
                  <a:srgbClr val="000000"/>
                </a:solidFill>
                <a:latin typeface="Arial" panose="020B0604020202020204" pitchFamily="34" charset="0"/>
                <a:ea typeface="MS PGothic" panose="020B0600070205080204" pitchFamily="34" charset="-128"/>
              </a:defRPr>
            </a:lvl9pPr>
          </a:lstStyle>
          <a:p>
            <a:pPr algn="just" eaLnBrk="1" hangingPunct="1">
              <a:lnSpc>
                <a:spcPct val="100000"/>
              </a:lnSpc>
              <a:spcAft>
                <a:spcPct val="0"/>
              </a:spcAft>
              <a:buSzPct val="45000"/>
            </a:pPr>
            <a:r>
              <a:rPr lang="it-IT" altLang="it-IT" sz="1600" b="1">
                <a:solidFill>
                  <a:schemeClr val="tx1"/>
                </a:solidFill>
              </a:rPr>
              <a:t>Es: si progetti un contatore mod-12 a partire da uno modulo-16 utilizzando un segnale di reset sincrono e asincrono</a:t>
            </a:r>
          </a:p>
          <a:p>
            <a:pPr algn="just" eaLnBrk="1" hangingPunct="1">
              <a:lnSpc>
                <a:spcPct val="100000"/>
              </a:lnSpc>
              <a:spcAft>
                <a:spcPct val="0"/>
              </a:spcAft>
              <a:buSzPct val="45000"/>
            </a:pPr>
            <a:endParaRPr lang="it-IT" altLang="it-IT" sz="1600" b="1">
              <a:solidFill>
                <a:schemeClr val="tx1"/>
              </a:solidFill>
            </a:endParaRPr>
          </a:p>
          <a:p>
            <a:pPr algn="just" eaLnBrk="1" hangingPunct="1">
              <a:lnSpc>
                <a:spcPct val="100000"/>
              </a:lnSpc>
              <a:spcAft>
                <a:spcPct val="0"/>
              </a:spcAft>
              <a:buSzPct val="45000"/>
            </a:pPr>
            <a:r>
              <a:rPr lang="it-IT" altLang="it-IT" sz="1600">
                <a:solidFill>
                  <a:schemeClr val="tx1"/>
                </a:solidFill>
              </a:rPr>
              <a:t>Avendo a disposizione un reset </a:t>
            </a:r>
            <a:r>
              <a:rPr lang="it-IT" altLang="it-IT" sz="1600" u="sng">
                <a:solidFill>
                  <a:schemeClr val="tx1"/>
                </a:solidFill>
              </a:rPr>
              <a:t>sincrono</a:t>
            </a:r>
            <a:r>
              <a:rPr lang="it-IT" altLang="it-IT" sz="1600">
                <a:solidFill>
                  <a:schemeClr val="tx1"/>
                </a:solidFill>
              </a:rPr>
              <a:t> 1-attivo, tale segnale deve essere posto a 1 quando l’uscita assume valore 11 (1011). In questo modo, al prossimo fronte del segnale di conteggio, il contatore vedrà il reset attivo e si resetterà, e l’uscita assumerà valore 0000 facendo abbassare anche il segnale di reset.</a:t>
            </a:r>
          </a:p>
          <a:p>
            <a:pPr algn="just" eaLnBrk="1" hangingPunct="1">
              <a:lnSpc>
                <a:spcPct val="100000"/>
              </a:lnSpc>
              <a:spcAft>
                <a:spcPct val="0"/>
              </a:spcAft>
              <a:buSzPct val="45000"/>
            </a:pPr>
            <a:endParaRPr lang="it-IT" altLang="it-IT" sz="1600">
              <a:solidFill>
                <a:schemeClr val="tx1"/>
              </a:solidFill>
            </a:endParaRPr>
          </a:p>
          <a:p>
            <a:pPr algn="just" eaLnBrk="1" hangingPunct="1">
              <a:lnSpc>
                <a:spcPct val="100000"/>
              </a:lnSpc>
              <a:spcAft>
                <a:spcPct val="0"/>
              </a:spcAft>
              <a:buClrTx/>
              <a:buSzTx/>
            </a:pPr>
            <a:r>
              <a:rPr lang="it-IT" altLang="it-IT" sz="1600">
                <a:solidFill>
                  <a:schemeClr val="tx1"/>
                </a:solidFill>
              </a:rPr>
              <a:t>Con un reset </a:t>
            </a:r>
            <a:r>
              <a:rPr lang="it-IT" altLang="it-IT" sz="1600" u="sng">
                <a:solidFill>
                  <a:schemeClr val="tx1"/>
                </a:solidFill>
              </a:rPr>
              <a:t>asincrono</a:t>
            </a:r>
            <a:r>
              <a:rPr lang="it-IT" altLang="it-IT" sz="1600">
                <a:solidFill>
                  <a:schemeClr val="tx1"/>
                </a:solidFill>
              </a:rPr>
              <a:t>, assumendo che il circuito sia sensibile alla variazione 1-&gt;0 di tale segnale, è ancora necessario alzare il reset quando si giunge al valore 11. Sul fronte successivo del clock, poiché il conteggio diventa 12, la condizione per cui reset=1 viene meno, e quindi il reset si abbassa. In corrispondenza di tale variazione il circuito si resetta, e il contatore fornisce 0000 in uscita. In questo caso quindi, per un breve istante, il contatore conterà 12 prima di resettarsi.</a:t>
            </a:r>
          </a:p>
        </p:txBody>
      </p:sp>
      <p:sp>
        <p:nvSpPr>
          <p:cNvPr id="72708" name="Rectangle 6">
            <a:extLst>
              <a:ext uri="{FF2B5EF4-FFF2-40B4-BE49-F238E27FC236}">
                <a16:creationId xmlns:a16="http://schemas.microsoft.com/office/drawing/2014/main" id="{9D4A91C9-2EB1-6975-3021-6D09B559D84A}"/>
              </a:ext>
            </a:extLst>
          </p:cNvPr>
          <p:cNvSpPr>
            <a:spLocks noChangeArrowheads="1"/>
          </p:cNvSpPr>
          <p:nvPr/>
        </p:nvSpPr>
        <p:spPr bwMode="auto">
          <a:xfrm>
            <a:off x="481013" y="3609975"/>
            <a:ext cx="2506662" cy="2244725"/>
          </a:xfrm>
          <a:prstGeom prst="rect">
            <a:avLst/>
          </a:prstGeom>
          <a:noFill/>
          <a:ln w="9525">
            <a:solidFill>
              <a:srgbClr val="00B050"/>
            </a:solidFill>
            <a:round/>
            <a:headEnd/>
            <a:tailEnd/>
          </a:ln>
          <a:extLst>
            <a:ext uri="{909E8E84-426E-40DD-AFC4-6F175D3DCCD1}">
              <a14:hiddenFill xmlns:a14="http://schemas.microsoft.com/office/drawing/2010/main">
                <a:solidFill>
                  <a:srgbClr val="FFFFFF"/>
                </a:solidFill>
              </a14:hiddenFill>
            </a:ext>
          </a:extLst>
        </p:spPr>
        <p:txBody>
          <a:bodyPr lIns="90000" tIns="45000" rIns="90000" bIns="45000">
            <a:spAutoFit/>
          </a:bodyPr>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Lst>
              <a:defRPr sz="2000">
                <a:solidFill>
                  <a:srgbClr val="000000"/>
                </a:solidFill>
                <a:latin typeface="Arial" panose="020B0604020202020204" pitchFamily="34" charset="0"/>
                <a:ea typeface="MS PGothic" panose="020B0600070205080204" pitchFamily="34" charset="-128"/>
              </a:defRPr>
            </a:lvl9pPr>
          </a:lstStyle>
          <a:p>
            <a:pPr algn="just" eaLnBrk="1" hangingPunct="1">
              <a:lnSpc>
                <a:spcPct val="100000"/>
              </a:lnSpc>
              <a:spcAft>
                <a:spcPct val="0"/>
              </a:spcAft>
            </a:pPr>
            <a:r>
              <a:rPr lang="it-IT" altLang="it-IT" sz="1400">
                <a:solidFill>
                  <a:schemeClr val="tx1"/>
                </a:solidFill>
              </a:rPr>
              <a:t>Nota: quando il reset/load è sincrono, è possibile ottimizzare la rete combinatoria utilizzata per pilotarlo, poiché tutti i valori di conteggio che seguono quello che ha attivato il segnale costituiscono dei punti di non specificazione per il circuito</a:t>
            </a:r>
          </a:p>
        </p:txBody>
      </p:sp>
      <p:sp>
        <p:nvSpPr>
          <p:cNvPr id="72709" name="CasellaDiTesto 2">
            <a:extLst>
              <a:ext uri="{FF2B5EF4-FFF2-40B4-BE49-F238E27FC236}">
                <a16:creationId xmlns:a16="http://schemas.microsoft.com/office/drawing/2014/main" id="{0B03F06B-4203-112A-2713-32293752EC5C}"/>
              </a:ext>
            </a:extLst>
          </p:cNvPr>
          <p:cNvSpPr txBox="1">
            <a:spLocks noChangeArrowheads="1"/>
          </p:cNvSpPr>
          <p:nvPr/>
        </p:nvSpPr>
        <p:spPr bwMode="auto">
          <a:xfrm>
            <a:off x="454025" y="2398713"/>
            <a:ext cx="2886075"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it-IT" altLang="it-IT" sz="1100"/>
              <a:t>In figura è mostrata l’applicazione di una rete combinatoria al contatore mod-16 che abilita il reset in corrispondenza del valore di conteggio 11</a:t>
            </a:r>
          </a:p>
        </p:txBody>
      </p:sp>
      <p:pic>
        <p:nvPicPr>
          <p:cNvPr id="72710" name="Immagine 3">
            <a:extLst>
              <a:ext uri="{FF2B5EF4-FFF2-40B4-BE49-F238E27FC236}">
                <a16:creationId xmlns:a16="http://schemas.microsoft.com/office/drawing/2014/main" id="{455270D6-D626-3F52-945F-EBC57295FF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613" y="1301750"/>
            <a:ext cx="3408362"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a:extLst>
              <a:ext uri="{FF2B5EF4-FFF2-40B4-BE49-F238E27FC236}">
                <a16:creationId xmlns:a16="http://schemas.microsoft.com/office/drawing/2014/main" id="{D2BB39C6-A3CA-73F6-DC1D-4DF6E5F628FB}"/>
              </a:ext>
            </a:extLst>
          </p:cNvPr>
          <p:cNvSpPr>
            <a:spLocks noChangeArrowheads="1"/>
          </p:cNvSpPr>
          <p:nvPr/>
        </p:nvSpPr>
        <p:spPr bwMode="auto">
          <a:xfrm>
            <a:off x="107950" y="1262063"/>
            <a:ext cx="9229725"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2900" indent="-341313">
              <a:lnSpc>
                <a:spcPct val="93000"/>
              </a:lnSpc>
              <a:spcAft>
                <a:spcPts val="142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Bef>
                <a:spcPts val="638"/>
              </a:spcBef>
              <a:spcAft>
                <a:spcPct val="0"/>
              </a:spcAft>
              <a:buClr>
                <a:srgbClr val="003366"/>
              </a:buClr>
              <a:buSzPct val="45000"/>
              <a:buFont typeface="Wingdings" panose="05000000000000000000" pitchFamily="2" charset="2"/>
              <a:buChar char="w"/>
            </a:pPr>
            <a:r>
              <a:rPr lang="it-IT" altLang="it-IT" sz="2000">
                <a:solidFill>
                  <a:schemeClr val="tx1"/>
                </a:solidFill>
              </a:rPr>
              <a:t>Esempio: realizzare un contatore modulo-10 a partire da uno modulo-16 utilizzando un segnale di load sincrono</a:t>
            </a:r>
          </a:p>
        </p:txBody>
      </p:sp>
      <p:graphicFrame>
        <p:nvGraphicFramePr>
          <p:cNvPr id="27652" name="Group 4">
            <a:extLst>
              <a:ext uri="{FF2B5EF4-FFF2-40B4-BE49-F238E27FC236}">
                <a16:creationId xmlns:a16="http://schemas.microsoft.com/office/drawing/2014/main" id="{14B00162-EAD2-34BB-432D-43B6561F6A57}"/>
              </a:ext>
            </a:extLst>
          </p:cNvPr>
          <p:cNvGraphicFramePr>
            <a:graphicFrameLocks noGrp="1"/>
          </p:cNvGraphicFramePr>
          <p:nvPr/>
        </p:nvGraphicFramePr>
        <p:xfrm>
          <a:off x="1547813" y="2803525"/>
          <a:ext cx="1931987" cy="1666875"/>
        </p:xfrm>
        <a:graphic>
          <a:graphicData uri="http://schemas.openxmlformats.org/drawingml/2006/table">
            <a:tbl>
              <a:tblPr/>
              <a:tblGrid>
                <a:gridCol w="482600">
                  <a:extLst>
                    <a:ext uri="{9D8B030D-6E8A-4147-A177-3AD203B41FA5}">
                      <a16:colId xmlns:a16="http://schemas.microsoft.com/office/drawing/2014/main" val="20000"/>
                    </a:ext>
                  </a:extLst>
                </a:gridCol>
                <a:gridCol w="484187">
                  <a:extLst>
                    <a:ext uri="{9D8B030D-6E8A-4147-A177-3AD203B41FA5}">
                      <a16:colId xmlns:a16="http://schemas.microsoft.com/office/drawing/2014/main" val="20001"/>
                    </a:ext>
                  </a:extLst>
                </a:gridCol>
                <a:gridCol w="482600">
                  <a:extLst>
                    <a:ext uri="{9D8B030D-6E8A-4147-A177-3AD203B41FA5}">
                      <a16:colId xmlns:a16="http://schemas.microsoft.com/office/drawing/2014/main" val="20002"/>
                    </a:ext>
                  </a:extLst>
                </a:gridCol>
                <a:gridCol w="482600">
                  <a:extLst>
                    <a:ext uri="{9D8B030D-6E8A-4147-A177-3AD203B41FA5}">
                      <a16:colId xmlns:a16="http://schemas.microsoft.com/office/drawing/2014/main" val="20003"/>
                    </a:ext>
                  </a:extLst>
                </a:gridCol>
              </a:tblGrid>
              <a:tr h="434818">
                <a:tc>
                  <a:txBody>
                    <a:bodyPr/>
                    <a:lstStyle/>
                    <a:p>
                      <a:pPr marL="0" marR="0" lvl="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 pos="1447800" algn="l"/>
                        </a:tabLst>
                      </a:pPr>
                      <a:endParaRPr kumimoji="0" lang="it-IT" sz="1800" b="0" i="0" u="none" strike="noStrike" cap="none" normalizeH="0" baseline="0" dirty="0">
                        <a:ln>
                          <a:noFill/>
                        </a:ln>
                        <a:solidFill>
                          <a:srgbClr val="000000"/>
                        </a:solidFill>
                        <a:effectLst/>
                        <a:latin typeface="Arial" charset="0"/>
                        <a:ea typeface="Microsoft YaHei" charset="-122"/>
                      </a:endParaRPr>
                    </a:p>
                  </a:txBody>
                  <a:tcPr marT="61574" marB="45704" horzOverflow="overflow">
                    <a:lnL w="11520" cap="flat" cmpd="sng" algn="ctr">
                      <a:solidFill>
                        <a:srgbClr val="003366"/>
                      </a:solidFill>
                      <a:prstDash val="solid"/>
                      <a:round/>
                      <a:headEnd type="none" w="med" len="med"/>
                      <a:tailEnd type="none" w="med" len="med"/>
                    </a:lnL>
                    <a:lnR w="11520" cap="flat" cmpd="sng" algn="ctr">
                      <a:solidFill>
                        <a:srgbClr val="003366"/>
                      </a:solidFill>
                      <a:prstDash val="solid"/>
                      <a:round/>
                      <a:headEnd type="none" w="med" len="med"/>
                      <a:tailEnd type="none" w="med" len="med"/>
                    </a:lnR>
                    <a:lnT w="11520" cap="flat" cmpd="sng" algn="ctr">
                      <a:solidFill>
                        <a:srgbClr val="003366"/>
                      </a:solidFill>
                      <a:prstDash val="solid"/>
                      <a:round/>
                      <a:headEnd type="none" w="med" len="med"/>
                      <a:tailEnd type="none" w="med" len="med"/>
                    </a:lnT>
                    <a:lnB w="11520"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 pos="1447800" algn="l"/>
                        </a:tabLst>
                      </a:pPr>
                      <a:endParaRPr kumimoji="0" lang="it-IT" sz="1800" b="0" i="0" u="none" strike="noStrike" cap="none" normalizeH="0" baseline="0">
                        <a:ln>
                          <a:noFill/>
                        </a:ln>
                        <a:solidFill>
                          <a:srgbClr val="000000"/>
                        </a:solidFill>
                        <a:effectLst/>
                        <a:latin typeface="Arial" charset="0"/>
                        <a:ea typeface="Microsoft YaHei" charset="-122"/>
                      </a:endParaRPr>
                    </a:p>
                  </a:txBody>
                  <a:tcPr marT="61574" marB="45704" horzOverflow="overflow">
                    <a:lnL w="11520" cap="flat" cmpd="sng" algn="ctr">
                      <a:solidFill>
                        <a:srgbClr val="003366"/>
                      </a:solidFill>
                      <a:prstDash val="solid"/>
                      <a:round/>
                      <a:headEnd type="none" w="med" len="med"/>
                      <a:tailEnd type="none" w="med" len="med"/>
                    </a:lnL>
                    <a:lnR w="11520" cap="flat" cmpd="sng" algn="ctr">
                      <a:solidFill>
                        <a:srgbClr val="003366"/>
                      </a:solidFill>
                      <a:prstDash val="solid"/>
                      <a:round/>
                      <a:headEnd type="none" w="med" len="med"/>
                      <a:tailEnd type="none" w="med" len="med"/>
                    </a:lnR>
                    <a:lnT w="11520" cap="flat" cmpd="sng" algn="ctr">
                      <a:solidFill>
                        <a:srgbClr val="003366"/>
                      </a:solidFill>
                      <a:prstDash val="solid"/>
                      <a:round/>
                      <a:headEnd type="none" w="med" len="med"/>
                      <a:tailEnd type="none" w="med" len="med"/>
                    </a:lnT>
                    <a:lnB w="11520"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 pos="1447800" algn="l"/>
                        </a:tabLst>
                      </a:pPr>
                      <a:endParaRPr kumimoji="0" lang="it-IT" sz="1800" b="0" i="0" u="none" strike="noStrike" cap="none" normalizeH="0" baseline="0">
                        <a:ln>
                          <a:noFill/>
                        </a:ln>
                        <a:solidFill>
                          <a:srgbClr val="000000"/>
                        </a:solidFill>
                        <a:effectLst/>
                        <a:latin typeface="Arial" charset="0"/>
                        <a:ea typeface="Microsoft YaHei" charset="-122"/>
                      </a:endParaRPr>
                    </a:p>
                  </a:txBody>
                  <a:tcPr marT="61574" marB="45704" horzOverflow="overflow">
                    <a:lnL w="11520" cap="flat" cmpd="sng" algn="ctr">
                      <a:solidFill>
                        <a:srgbClr val="003366"/>
                      </a:solidFill>
                      <a:prstDash val="solid"/>
                      <a:round/>
                      <a:headEnd type="none" w="med" len="med"/>
                      <a:tailEnd type="none" w="med" len="med"/>
                    </a:lnL>
                    <a:lnR w="11520" cap="flat" cmpd="sng" algn="ctr">
                      <a:solidFill>
                        <a:srgbClr val="003366"/>
                      </a:solidFill>
                      <a:prstDash val="solid"/>
                      <a:round/>
                      <a:headEnd type="none" w="med" len="med"/>
                      <a:tailEnd type="none" w="med" len="med"/>
                    </a:lnR>
                    <a:lnT w="11520" cap="flat" cmpd="sng" algn="ctr">
                      <a:solidFill>
                        <a:srgbClr val="003366"/>
                      </a:solidFill>
                      <a:prstDash val="solid"/>
                      <a:round/>
                      <a:headEnd type="none" w="med" len="med"/>
                      <a:tailEnd type="none" w="med" len="med"/>
                    </a:lnT>
                    <a:lnB w="11520"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 pos="1447800" algn="l"/>
                        </a:tabLst>
                      </a:pPr>
                      <a:endParaRPr kumimoji="0" lang="it-IT" sz="1800" b="0" i="0" u="none" strike="noStrike" cap="none" normalizeH="0" baseline="0">
                        <a:ln>
                          <a:noFill/>
                        </a:ln>
                        <a:solidFill>
                          <a:srgbClr val="000000"/>
                        </a:solidFill>
                        <a:effectLst/>
                        <a:latin typeface="Arial" charset="0"/>
                        <a:ea typeface="Microsoft YaHei" charset="-122"/>
                      </a:endParaRPr>
                    </a:p>
                  </a:txBody>
                  <a:tcPr marT="61574" marB="45704" horzOverflow="overflow">
                    <a:lnL w="11520" cap="flat" cmpd="sng" algn="ctr">
                      <a:solidFill>
                        <a:srgbClr val="003366"/>
                      </a:solidFill>
                      <a:prstDash val="solid"/>
                      <a:round/>
                      <a:headEnd type="none" w="med" len="med"/>
                      <a:tailEnd type="none" w="med" len="med"/>
                    </a:lnL>
                    <a:lnR w="11520" cap="flat" cmpd="sng" algn="ctr">
                      <a:solidFill>
                        <a:srgbClr val="003366"/>
                      </a:solidFill>
                      <a:prstDash val="solid"/>
                      <a:round/>
                      <a:headEnd type="none" w="med" len="med"/>
                      <a:tailEnd type="none" w="med" len="med"/>
                    </a:lnR>
                    <a:lnT w="11520" cap="flat" cmpd="sng" algn="ctr">
                      <a:solidFill>
                        <a:srgbClr val="003366"/>
                      </a:solidFill>
                      <a:prstDash val="solid"/>
                      <a:round/>
                      <a:headEnd type="none" w="med" len="med"/>
                      <a:tailEnd type="none" w="med" len="med"/>
                    </a:lnT>
                    <a:lnB w="11520" cap="flat" cmpd="sng" algn="ctr">
                      <a:solidFill>
                        <a:srgbClr val="0033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4818">
                <a:tc>
                  <a:txBody>
                    <a:bodyPr/>
                    <a:lstStyle/>
                    <a:p>
                      <a:pPr marL="0" marR="0" lvl="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 pos="1447800" algn="l"/>
                        </a:tabLst>
                      </a:pPr>
                      <a:endParaRPr kumimoji="0" lang="it-IT" sz="1800" b="0" i="0" u="none" strike="noStrike" cap="none" normalizeH="0" baseline="0">
                        <a:ln>
                          <a:noFill/>
                        </a:ln>
                        <a:solidFill>
                          <a:srgbClr val="000000"/>
                        </a:solidFill>
                        <a:effectLst/>
                        <a:latin typeface="Arial" charset="0"/>
                        <a:ea typeface="Microsoft YaHei" charset="-122"/>
                      </a:endParaRPr>
                    </a:p>
                  </a:txBody>
                  <a:tcPr marT="61574" marB="45704" horzOverflow="overflow">
                    <a:lnL w="11520" cap="flat" cmpd="sng" algn="ctr">
                      <a:solidFill>
                        <a:srgbClr val="003366"/>
                      </a:solidFill>
                      <a:prstDash val="solid"/>
                      <a:round/>
                      <a:headEnd type="none" w="med" len="med"/>
                      <a:tailEnd type="none" w="med" len="med"/>
                    </a:lnL>
                    <a:lnR w="11520" cap="flat" cmpd="sng" algn="ctr">
                      <a:solidFill>
                        <a:srgbClr val="003366"/>
                      </a:solidFill>
                      <a:prstDash val="solid"/>
                      <a:round/>
                      <a:headEnd type="none" w="med" len="med"/>
                      <a:tailEnd type="none" w="med" len="med"/>
                    </a:lnR>
                    <a:lnT w="11520" cap="flat" cmpd="sng" algn="ctr">
                      <a:solidFill>
                        <a:srgbClr val="003366"/>
                      </a:solidFill>
                      <a:prstDash val="solid"/>
                      <a:round/>
                      <a:headEnd type="none" w="med" len="med"/>
                      <a:tailEnd type="none" w="med" len="med"/>
                    </a:lnT>
                    <a:lnB w="11520"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 pos="1447800" algn="l"/>
                        </a:tabLst>
                      </a:pPr>
                      <a:endParaRPr kumimoji="0" lang="it-IT" sz="1800" b="0" i="0" u="none" strike="noStrike" cap="none" normalizeH="0" baseline="0">
                        <a:ln>
                          <a:noFill/>
                        </a:ln>
                        <a:solidFill>
                          <a:srgbClr val="000000"/>
                        </a:solidFill>
                        <a:effectLst/>
                        <a:latin typeface="Arial" charset="0"/>
                        <a:ea typeface="Microsoft YaHei" charset="-122"/>
                      </a:endParaRPr>
                    </a:p>
                  </a:txBody>
                  <a:tcPr marT="61574" marB="45704" horzOverflow="overflow">
                    <a:lnL w="11520" cap="flat" cmpd="sng" algn="ctr">
                      <a:solidFill>
                        <a:srgbClr val="003366"/>
                      </a:solidFill>
                      <a:prstDash val="solid"/>
                      <a:round/>
                      <a:headEnd type="none" w="med" len="med"/>
                      <a:tailEnd type="none" w="med" len="med"/>
                    </a:lnL>
                    <a:lnR w="11520" cap="flat" cmpd="sng" algn="ctr">
                      <a:solidFill>
                        <a:srgbClr val="003366"/>
                      </a:solidFill>
                      <a:prstDash val="solid"/>
                      <a:round/>
                      <a:headEnd type="none" w="med" len="med"/>
                      <a:tailEnd type="none" w="med" len="med"/>
                    </a:lnR>
                    <a:lnT w="11520" cap="flat" cmpd="sng" algn="ctr">
                      <a:solidFill>
                        <a:srgbClr val="003366"/>
                      </a:solidFill>
                      <a:prstDash val="solid"/>
                      <a:round/>
                      <a:headEnd type="none" w="med" len="med"/>
                      <a:tailEnd type="none" w="med" len="med"/>
                    </a:lnT>
                    <a:lnB w="11520"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 pos="1447800" algn="l"/>
                        </a:tabLst>
                      </a:pPr>
                      <a:r>
                        <a:rPr kumimoji="0" lang="it-IT" sz="1800" b="0" i="0" u="none" strike="noStrike" cap="none" normalizeH="0" baseline="0" dirty="0">
                          <a:ln>
                            <a:noFill/>
                          </a:ln>
                          <a:solidFill>
                            <a:srgbClr val="000000"/>
                          </a:solidFill>
                          <a:effectLst/>
                          <a:latin typeface="Arial" charset="0"/>
                          <a:ea typeface="Microsoft YaHei" charset="-122"/>
                        </a:rPr>
                        <a:t>  </a:t>
                      </a:r>
                    </a:p>
                  </a:txBody>
                  <a:tcPr marT="61574" marB="45704" horzOverflow="overflow">
                    <a:lnL w="11520" cap="flat" cmpd="sng" algn="ctr">
                      <a:solidFill>
                        <a:srgbClr val="003366"/>
                      </a:solidFill>
                      <a:prstDash val="solid"/>
                      <a:round/>
                      <a:headEnd type="none" w="med" len="med"/>
                      <a:tailEnd type="none" w="med" len="med"/>
                    </a:lnL>
                    <a:lnR w="11520" cap="flat" cmpd="sng" algn="ctr">
                      <a:solidFill>
                        <a:srgbClr val="003366"/>
                      </a:solidFill>
                      <a:prstDash val="solid"/>
                      <a:round/>
                      <a:headEnd type="none" w="med" len="med"/>
                      <a:tailEnd type="none" w="med" len="med"/>
                    </a:lnR>
                    <a:lnT w="11520" cap="flat" cmpd="sng" algn="ctr">
                      <a:solidFill>
                        <a:srgbClr val="003366"/>
                      </a:solidFill>
                      <a:prstDash val="solid"/>
                      <a:round/>
                      <a:headEnd type="none" w="med" len="med"/>
                      <a:tailEnd type="none" w="med" len="med"/>
                    </a:lnT>
                    <a:lnB w="11520"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449263" rtl="0" eaLnBrk="1" fontAlgn="base" latinLnBrk="0" hangingPunct="1">
                        <a:lnSpc>
                          <a:spcPct val="93000"/>
                        </a:lnSpc>
                        <a:spcBef>
                          <a:spcPct val="0"/>
                        </a:spcBef>
                        <a:spcAft>
                          <a:spcPct val="0"/>
                        </a:spcAft>
                        <a:buClr>
                          <a:srgbClr val="000000"/>
                        </a:buClr>
                        <a:buSzPct val="100000"/>
                        <a:buFont typeface="Times New Roman" pitchFamily="16" charset="0"/>
                        <a:buNone/>
                        <a:tabLst>
                          <a:tab pos="723900" algn="l"/>
                          <a:tab pos="1447800" algn="l"/>
                        </a:tabLst>
                      </a:pPr>
                      <a:endParaRPr kumimoji="0" lang="it-IT" sz="1800" b="0" i="0" u="none" strike="noStrike" cap="none" normalizeH="0" baseline="0" dirty="0">
                        <a:ln>
                          <a:noFill/>
                        </a:ln>
                        <a:solidFill>
                          <a:srgbClr val="003366"/>
                        </a:solidFill>
                        <a:effectLst/>
                        <a:latin typeface="Arial" charset="0"/>
                        <a:ea typeface="MS PGothic" charset="-128"/>
                      </a:endParaRPr>
                    </a:p>
                  </a:txBody>
                  <a:tcPr marT="61574" marB="45704" horzOverflow="overflow">
                    <a:lnL w="11520" cap="flat" cmpd="sng" algn="ctr">
                      <a:solidFill>
                        <a:srgbClr val="003366"/>
                      </a:solidFill>
                      <a:prstDash val="solid"/>
                      <a:round/>
                      <a:headEnd type="none" w="med" len="med"/>
                      <a:tailEnd type="none" w="med" len="med"/>
                    </a:lnL>
                    <a:lnR w="11520" cap="flat" cmpd="sng" algn="ctr">
                      <a:solidFill>
                        <a:srgbClr val="003366"/>
                      </a:solidFill>
                      <a:prstDash val="solid"/>
                      <a:round/>
                      <a:headEnd type="none" w="med" len="med"/>
                      <a:tailEnd type="none" w="med" len="med"/>
                    </a:lnR>
                    <a:lnT w="11520" cap="flat" cmpd="sng" algn="ctr">
                      <a:solidFill>
                        <a:srgbClr val="003366"/>
                      </a:solidFill>
                      <a:prstDash val="solid"/>
                      <a:round/>
                      <a:headEnd type="none" w="med" len="med"/>
                      <a:tailEnd type="none" w="med" len="med"/>
                    </a:lnT>
                    <a:lnB w="11520" cap="flat" cmpd="sng" algn="ctr">
                      <a:solidFill>
                        <a:srgbClr val="0033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2420">
                <a:tc>
                  <a:txBody>
                    <a:bodyPr/>
                    <a:lstStyle/>
                    <a:p>
                      <a:pPr marL="0" marR="0" lvl="0" indent="0" algn="ctr" defTabSz="449263" rtl="0" eaLnBrk="1" fontAlgn="base" latinLnBrk="0" hangingPunct="1">
                        <a:lnSpc>
                          <a:spcPct val="93000"/>
                        </a:lnSpc>
                        <a:spcBef>
                          <a:spcPct val="0"/>
                        </a:spcBef>
                        <a:spcAft>
                          <a:spcPct val="0"/>
                        </a:spcAft>
                        <a:buClr>
                          <a:srgbClr val="000000"/>
                        </a:buClr>
                        <a:buSzPct val="100000"/>
                        <a:buFont typeface="Times New Roman" pitchFamily="16" charset="0"/>
                        <a:buNone/>
                        <a:tabLst>
                          <a:tab pos="723900" algn="l"/>
                          <a:tab pos="1447800" algn="l"/>
                        </a:tabLst>
                      </a:pPr>
                      <a:r>
                        <a:rPr kumimoji="0" lang="it-IT" sz="1800" b="0" i="0" u="none" strike="noStrike" cap="none" normalizeH="0" baseline="0">
                          <a:ln>
                            <a:noFill/>
                          </a:ln>
                          <a:solidFill>
                            <a:srgbClr val="003366"/>
                          </a:solidFill>
                          <a:effectLst/>
                          <a:latin typeface="Arial" charset="0"/>
                          <a:ea typeface="MS PGothic" charset="-128"/>
                        </a:rPr>
                        <a:t>-</a:t>
                      </a:r>
                    </a:p>
                  </a:txBody>
                  <a:tcPr marT="61574" marB="45704" horzOverflow="overflow">
                    <a:lnL w="11520" cap="flat" cmpd="sng" algn="ctr">
                      <a:solidFill>
                        <a:srgbClr val="003366"/>
                      </a:solidFill>
                      <a:prstDash val="solid"/>
                      <a:round/>
                      <a:headEnd type="none" w="med" len="med"/>
                      <a:tailEnd type="none" w="med" len="med"/>
                    </a:lnL>
                    <a:lnR w="11520" cap="flat" cmpd="sng" algn="ctr">
                      <a:solidFill>
                        <a:srgbClr val="003366"/>
                      </a:solidFill>
                      <a:prstDash val="solid"/>
                      <a:round/>
                      <a:headEnd type="none" w="med" len="med"/>
                      <a:tailEnd type="none" w="med" len="med"/>
                    </a:lnR>
                    <a:lnT w="11520" cap="flat" cmpd="sng" algn="ctr">
                      <a:solidFill>
                        <a:srgbClr val="003366"/>
                      </a:solidFill>
                      <a:prstDash val="solid"/>
                      <a:round/>
                      <a:headEnd type="none" w="med" len="med"/>
                      <a:tailEnd type="none" w="med" len="med"/>
                    </a:lnT>
                    <a:lnB w="11520"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449263" rtl="0" eaLnBrk="1" fontAlgn="base" latinLnBrk="0" hangingPunct="1">
                        <a:lnSpc>
                          <a:spcPct val="93000"/>
                        </a:lnSpc>
                        <a:spcBef>
                          <a:spcPct val="0"/>
                        </a:spcBef>
                        <a:spcAft>
                          <a:spcPct val="0"/>
                        </a:spcAft>
                        <a:buClr>
                          <a:srgbClr val="000000"/>
                        </a:buClr>
                        <a:buSzPct val="100000"/>
                        <a:buFont typeface="Times New Roman" pitchFamily="16" charset="0"/>
                        <a:buNone/>
                        <a:tabLst>
                          <a:tab pos="723900" algn="l"/>
                          <a:tab pos="1447800" algn="l"/>
                        </a:tabLst>
                      </a:pPr>
                      <a:r>
                        <a:rPr kumimoji="0" lang="it-IT" sz="1800" b="0" i="0" u="none" strike="noStrike" cap="none" normalizeH="0" baseline="0">
                          <a:ln>
                            <a:noFill/>
                          </a:ln>
                          <a:solidFill>
                            <a:srgbClr val="003366"/>
                          </a:solidFill>
                          <a:effectLst/>
                          <a:latin typeface="Arial" charset="0"/>
                          <a:ea typeface="MS PGothic" charset="-128"/>
                        </a:rPr>
                        <a:t>-</a:t>
                      </a:r>
                    </a:p>
                  </a:txBody>
                  <a:tcPr marT="61574" marB="45704" horzOverflow="overflow">
                    <a:lnL w="11520" cap="flat" cmpd="sng" algn="ctr">
                      <a:solidFill>
                        <a:srgbClr val="003366"/>
                      </a:solidFill>
                      <a:prstDash val="solid"/>
                      <a:round/>
                      <a:headEnd type="none" w="med" len="med"/>
                      <a:tailEnd type="none" w="med" len="med"/>
                    </a:lnL>
                    <a:lnR w="11520" cap="flat" cmpd="sng" algn="ctr">
                      <a:solidFill>
                        <a:srgbClr val="003366"/>
                      </a:solidFill>
                      <a:prstDash val="solid"/>
                      <a:round/>
                      <a:headEnd type="none" w="med" len="med"/>
                      <a:tailEnd type="none" w="med" len="med"/>
                    </a:lnR>
                    <a:lnT w="11520" cap="flat" cmpd="sng" algn="ctr">
                      <a:solidFill>
                        <a:srgbClr val="003366"/>
                      </a:solidFill>
                      <a:prstDash val="solid"/>
                      <a:round/>
                      <a:headEnd type="none" w="med" len="med"/>
                      <a:tailEnd type="none" w="med" len="med"/>
                    </a:lnT>
                    <a:lnB w="11520"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449263" rtl="0" eaLnBrk="1" fontAlgn="base" latinLnBrk="0" hangingPunct="1">
                        <a:lnSpc>
                          <a:spcPct val="93000"/>
                        </a:lnSpc>
                        <a:spcBef>
                          <a:spcPct val="0"/>
                        </a:spcBef>
                        <a:spcAft>
                          <a:spcPct val="0"/>
                        </a:spcAft>
                        <a:buClr>
                          <a:srgbClr val="000000"/>
                        </a:buClr>
                        <a:buSzPct val="100000"/>
                        <a:buFont typeface="Times New Roman" pitchFamily="16" charset="0"/>
                        <a:buNone/>
                        <a:tabLst>
                          <a:tab pos="723900" algn="l"/>
                          <a:tab pos="1447800" algn="l"/>
                        </a:tabLst>
                      </a:pPr>
                      <a:r>
                        <a:rPr kumimoji="0" lang="it-IT" sz="1800" b="0" i="0" u="none" strike="noStrike" cap="none" normalizeH="0" baseline="0">
                          <a:ln>
                            <a:noFill/>
                          </a:ln>
                          <a:solidFill>
                            <a:srgbClr val="003366"/>
                          </a:solidFill>
                          <a:effectLst/>
                          <a:latin typeface="Arial" charset="0"/>
                          <a:ea typeface="MS PGothic" charset="-128"/>
                        </a:rPr>
                        <a:t>-</a:t>
                      </a:r>
                    </a:p>
                  </a:txBody>
                  <a:tcPr marT="61574" marB="45704" horzOverflow="overflow">
                    <a:lnL w="11520" cap="flat" cmpd="sng" algn="ctr">
                      <a:solidFill>
                        <a:srgbClr val="003366"/>
                      </a:solidFill>
                      <a:prstDash val="solid"/>
                      <a:round/>
                      <a:headEnd type="none" w="med" len="med"/>
                      <a:tailEnd type="none" w="med" len="med"/>
                    </a:lnL>
                    <a:lnR w="11520" cap="flat" cmpd="sng" algn="ctr">
                      <a:solidFill>
                        <a:srgbClr val="003366"/>
                      </a:solidFill>
                      <a:prstDash val="solid"/>
                      <a:round/>
                      <a:headEnd type="none" w="med" len="med"/>
                      <a:tailEnd type="none" w="med" len="med"/>
                    </a:lnR>
                    <a:lnT w="11520" cap="flat" cmpd="sng" algn="ctr">
                      <a:solidFill>
                        <a:srgbClr val="003366"/>
                      </a:solidFill>
                      <a:prstDash val="solid"/>
                      <a:round/>
                      <a:headEnd type="none" w="med" len="med"/>
                      <a:tailEnd type="none" w="med" len="med"/>
                    </a:lnT>
                    <a:lnB w="11520"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449263" rtl="0" eaLnBrk="1" fontAlgn="base" latinLnBrk="0" hangingPunct="1">
                        <a:lnSpc>
                          <a:spcPct val="93000"/>
                        </a:lnSpc>
                        <a:spcBef>
                          <a:spcPct val="0"/>
                        </a:spcBef>
                        <a:spcAft>
                          <a:spcPct val="0"/>
                        </a:spcAft>
                        <a:buClr>
                          <a:srgbClr val="000000"/>
                        </a:buClr>
                        <a:buSzPct val="100000"/>
                        <a:buFont typeface="Times New Roman" pitchFamily="16" charset="0"/>
                        <a:buNone/>
                        <a:tabLst>
                          <a:tab pos="723900" algn="l"/>
                          <a:tab pos="1447800" algn="l"/>
                        </a:tabLst>
                      </a:pPr>
                      <a:r>
                        <a:rPr kumimoji="0" lang="it-IT" sz="1800" b="0" i="0" u="none" strike="noStrike" cap="none" normalizeH="0" baseline="0">
                          <a:ln>
                            <a:noFill/>
                          </a:ln>
                          <a:solidFill>
                            <a:srgbClr val="003366"/>
                          </a:solidFill>
                          <a:effectLst/>
                          <a:latin typeface="Arial" charset="0"/>
                          <a:ea typeface="MS PGothic" charset="-128"/>
                        </a:rPr>
                        <a:t>-</a:t>
                      </a:r>
                    </a:p>
                  </a:txBody>
                  <a:tcPr marT="61574" marB="45704" horzOverflow="overflow">
                    <a:lnL w="11520" cap="flat" cmpd="sng" algn="ctr">
                      <a:solidFill>
                        <a:srgbClr val="003366"/>
                      </a:solidFill>
                      <a:prstDash val="solid"/>
                      <a:round/>
                      <a:headEnd type="none" w="med" len="med"/>
                      <a:tailEnd type="none" w="med" len="med"/>
                    </a:lnL>
                    <a:lnR w="11520" cap="flat" cmpd="sng" algn="ctr">
                      <a:solidFill>
                        <a:srgbClr val="003366"/>
                      </a:solidFill>
                      <a:prstDash val="solid"/>
                      <a:round/>
                      <a:headEnd type="none" w="med" len="med"/>
                      <a:tailEnd type="none" w="med" len="med"/>
                    </a:lnR>
                    <a:lnT w="11520" cap="flat" cmpd="sng" algn="ctr">
                      <a:solidFill>
                        <a:srgbClr val="003366"/>
                      </a:solidFill>
                      <a:prstDash val="solid"/>
                      <a:round/>
                      <a:headEnd type="none" w="med" len="med"/>
                      <a:tailEnd type="none" w="med" len="med"/>
                    </a:lnT>
                    <a:lnB w="11520" cap="flat" cmpd="sng" algn="ctr">
                      <a:solidFill>
                        <a:srgbClr val="0033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4818">
                <a:tc>
                  <a:txBody>
                    <a:bodyPr/>
                    <a:lstStyle/>
                    <a:p>
                      <a:pPr marL="0" marR="0" lvl="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 pos="1447800" algn="l"/>
                        </a:tabLst>
                      </a:pPr>
                      <a:r>
                        <a:rPr kumimoji="0" lang="it-IT" sz="1800" b="0" i="0" u="none" strike="noStrike" cap="none" normalizeH="0" baseline="0" dirty="0">
                          <a:ln>
                            <a:noFill/>
                          </a:ln>
                          <a:solidFill>
                            <a:srgbClr val="000000"/>
                          </a:solidFill>
                          <a:effectLst/>
                          <a:latin typeface="Arial" charset="0"/>
                          <a:ea typeface="Microsoft YaHei" charset="-122"/>
                        </a:rPr>
                        <a:t>  </a:t>
                      </a:r>
                    </a:p>
                  </a:txBody>
                  <a:tcPr marT="61574" marB="45704" horzOverflow="overflow">
                    <a:lnL w="11520" cap="flat" cmpd="sng" algn="ctr">
                      <a:solidFill>
                        <a:srgbClr val="003366"/>
                      </a:solidFill>
                      <a:prstDash val="solid"/>
                      <a:round/>
                      <a:headEnd type="none" w="med" len="med"/>
                      <a:tailEnd type="none" w="med" len="med"/>
                    </a:lnL>
                    <a:lnR w="11520" cap="flat" cmpd="sng" algn="ctr">
                      <a:solidFill>
                        <a:srgbClr val="003366"/>
                      </a:solidFill>
                      <a:prstDash val="solid"/>
                      <a:round/>
                      <a:headEnd type="none" w="med" len="med"/>
                      <a:tailEnd type="none" w="med" len="med"/>
                    </a:lnR>
                    <a:lnT w="11520" cap="flat" cmpd="sng" algn="ctr">
                      <a:solidFill>
                        <a:srgbClr val="003366"/>
                      </a:solidFill>
                      <a:prstDash val="solid"/>
                      <a:round/>
                      <a:headEnd type="none" w="med" len="med"/>
                      <a:tailEnd type="none" w="med" len="med"/>
                    </a:lnT>
                    <a:lnB w="11520"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tab pos="723900" algn="l"/>
                          <a:tab pos="1447800" algn="l"/>
                        </a:tabLst>
                      </a:pPr>
                      <a:r>
                        <a:rPr kumimoji="0" lang="it-IT" sz="1800" b="0" i="0" u="none" strike="noStrike" cap="none" normalizeH="0" baseline="0" dirty="0">
                          <a:ln>
                            <a:noFill/>
                          </a:ln>
                          <a:solidFill>
                            <a:srgbClr val="000000"/>
                          </a:solidFill>
                          <a:effectLst/>
                          <a:latin typeface="Arial" charset="0"/>
                          <a:ea typeface="Microsoft YaHei" charset="-122"/>
                        </a:rPr>
                        <a:t>  1</a:t>
                      </a:r>
                    </a:p>
                  </a:txBody>
                  <a:tcPr marT="61574" marB="45704" horzOverflow="overflow">
                    <a:lnL w="11520" cap="flat" cmpd="sng" algn="ctr">
                      <a:solidFill>
                        <a:srgbClr val="003366"/>
                      </a:solidFill>
                      <a:prstDash val="solid"/>
                      <a:round/>
                      <a:headEnd type="none" w="med" len="med"/>
                      <a:tailEnd type="none" w="med" len="med"/>
                    </a:lnL>
                    <a:lnR w="11520" cap="flat" cmpd="sng" algn="ctr">
                      <a:solidFill>
                        <a:srgbClr val="003366"/>
                      </a:solidFill>
                      <a:prstDash val="solid"/>
                      <a:round/>
                      <a:headEnd type="none" w="med" len="med"/>
                      <a:tailEnd type="none" w="med" len="med"/>
                    </a:lnR>
                    <a:lnT w="11520" cap="flat" cmpd="sng" algn="ctr">
                      <a:solidFill>
                        <a:srgbClr val="003366"/>
                      </a:solidFill>
                      <a:prstDash val="solid"/>
                      <a:round/>
                      <a:headEnd type="none" w="med" len="med"/>
                      <a:tailEnd type="none" w="med" len="med"/>
                    </a:lnT>
                    <a:lnB w="11520"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449263" rtl="0" eaLnBrk="1" fontAlgn="base" latinLnBrk="0" hangingPunct="1">
                        <a:lnSpc>
                          <a:spcPct val="93000"/>
                        </a:lnSpc>
                        <a:spcBef>
                          <a:spcPct val="0"/>
                        </a:spcBef>
                        <a:spcAft>
                          <a:spcPct val="0"/>
                        </a:spcAft>
                        <a:buClr>
                          <a:srgbClr val="000000"/>
                        </a:buClr>
                        <a:buSzPct val="100000"/>
                        <a:buFont typeface="Times New Roman" pitchFamily="16" charset="0"/>
                        <a:buNone/>
                        <a:tabLst>
                          <a:tab pos="723900" algn="l"/>
                          <a:tab pos="1447800" algn="l"/>
                        </a:tabLst>
                      </a:pPr>
                      <a:r>
                        <a:rPr kumimoji="0" lang="it-IT" sz="1800" b="0" i="0" u="none" strike="noStrike" cap="none" normalizeH="0" baseline="0" dirty="0">
                          <a:ln>
                            <a:noFill/>
                          </a:ln>
                          <a:solidFill>
                            <a:srgbClr val="003366"/>
                          </a:solidFill>
                          <a:effectLst/>
                          <a:latin typeface="Arial" charset="0"/>
                          <a:ea typeface="MS PGothic" charset="-128"/>
                        </a:rPr>
                        <a:t>-</a:t>
                      </a:r>
                    </a:p>
                  </a:txBody>
                  <a:tcPr marT="61574" marB="45704" horzOverflow="overflow">
                    <a:lnL w="11520" cap="flat" cmpd="sng" algn="ctr">
                      <a:solidFill>
                        <a:srgbClr val="003366"/>
                      </a:solidFill>
                      <a:prstDash val="solid"/>
                      <a:round/>
                      <a:headEnd type="none" w="med" len="med"/>
                      <a:tailEnd type="none" w="med" len="med"/>
                    </a:lnL>
                    <a:lnR w="11520" cap="flat" cmpd="sng" algn="ctr">
                      <a:solidFill>
                        <a:srgbClr val="003366"/>
                      </a:solidFill>
                      <a:prstDash val="solid"/>
                      <a:round/>
                      <a:headEnd type="none" w="med" len="med"/>
                      <a:tailEnd type="none" w="med" len="med"/>
                    </a:lnR>
                    <a:lnT w="11520" cap="flat" cmpd="sng" algn="ctr">
                      <a:solidFill>
                        <a:srgbClr val="003366"/>
                      </a:solidFill>
                      <a:prstDash val="solid"/>
                      <a:round/>
                      <a:headEnd type="none" w="med" len="med"/>
                      <a:tailEnd type="none" w="med" len="med"/>
                    </a:lnT>
                    <a:lnB w="11520" cap="flat" cmpd="sng" algn="ctr">
                      <a:solidFill>
                        <a:srgbClr val="003366"/>
                      </a:solidFill>
                      <a:prstDash val="solid"/>
                      <a:round/>
                      <a:headEnd type="none" w="med" len="med"/>
                      <a:tailEnd type="none" w="med" len="med"/>
                    </a:lnB>
                    <a:lnTlToBr>
                      <a:noFill/>
                    </a:lnTlToBr>
                    <a:lnBlToTr>
                      <a:noFill/>
                    </a:lnBlToTr>
                    <a:noFill/>
                  </a:tcPr>
                </a:tc>
                <a:tc>
                  <a:txBody>
                    <a:bodyPr/>
                    <a:lstStyle/>
                    <a:p>
                      <a:pPr marL="0" marR="0" lvl="0" indent="0" algn="ctr" defTabSz="449263" rtl="0" eaLnBrk="1" fontAlgn="base" latinLnBrk="0" hangingPunct="1">
                        <a:lnSpc>
                          <a:spcPct val="93000"/>
                        </a:lnSpc>
                        <a:spcBef>
                          <a:spcPct val="0"/>
                        </a:spcBef>
                        <a:spcAft>
                          <a:spcPct val="0"/>
                        </a:spcAft>
                        <a:buClr>
                          <a:srgbClr val="000000"/>
                        </a:buClr>
                        <a:buSzPct val="100000"/>
                        <a:buFont typeface="Times New Roman" pitchFamily="16" charset="0"/>
                        <a:buNone/>
                        <a:tabLst>
                          <a:tab pos="723900" algn="l"/>
                          <a:tab pos="1447800" algn="l"/>
                        </a:tabLst>
                      </a:pPr>
                      <a:r>
                        <a:rPr kumimoji="0" lang="it-IT" sz="1800" b="0" i="0" u="none" strike="noStrike" cap="none" normalizeH="0" baseline="0">
                          <a:ln>
                            <a:noFill/>
                          </a:ln>
                          <a:solidFill>
                            <a:srgbClr val="003366"/>
                          </a:solidFill>
                          <a:effectLst/>
                          <a:latin typeface="Arial" charset="0"/>
                          <a:ea typeface="MS PGothic" charset="-128"/>
                        </a:rPr>
                        <a:t>-</a:t>
                      </a:r>
                    </a:p>
                  </a:txBody>
                  <a:tcPr marT="61574" marB="45704" horzOverflow="overflow">
                    <a:lnL w="11520" cap="flat" cmpd="sng" algn="ctr">
                      <a:solidFill>
                        <a:srgbClr val="003366"/>
                      </a:solidFill>
                      <a:prstDash val="solid"/>
                      <a:round/>
                      <a:headEnd type="none" w="med" len="med"/>
                      <a:tailEnd type="none" w="med" len="med"/>
                    </a:lnL>
                    <a:lnR w="11520" cap="flat" cmpd="sng" algn="ctr">
                      <a:solidFill>
                        <a:srgbClr val="003366"/>
                      </a:solidFill>
                      <a:prstDash val="solid"/>
                      <a:round/>
                      <a:headEnd type="none" w="med" len="med"/>
                      <a:tailEnd type="none" w="med" len="med"/>
                    </a:lnR>
                    <a:lnT w="11520" cap="flat" cmpd="sng" algn="ctr">
                      <a:solidFill>
                        <a:srgbClr val="003366"/>
                      </a:solidFill>
                      <a:prstDash val="solid"/>
                      <a:round/>
                      <a:headEnd type="none" w="med" len="med"/>
                      <a:tailEnd type="none" w="med" len="med"/>
                    </a:lnT>
                    <a:lnB w="11520" cap="flat" cmpd="sng" algn="ctr">
                      <a:solidFill>
                        <a:srgbClr val="0033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74782" name="Group 61">
            <a:extLst>
              <a:ext uri="{FF2B5EF4-FFF2-40B4-BE49-F238E27FC236}">
                <a16:creationId xmlns:a16="http://schemas.microsoft.com/office/drawing/2014/main" id="{B6C6D921-9CBE-118F-BA47-7462CA039F61}"/>
              </a:ext>
            </a:extLst>
          </p:cNvPr>
          <p:cNvGrpSpPr>
            <a:grpSpLocks/>
          </p:cNvGrpSpPr>
          <p:nvPr/>
        </p:nvGrpSpPr>
        <p:grpSpPr bwMode="auto">
          <a:xfrm>
            <a:off x="608013" y="2247900"/>
            <a:ext cx="3167062" cy="2576513"/>
            <a:chOff x="383" y="1084"/>
            <a:chExt cx="1995" cy="1623"/>
          </a:xfrm>
        </p:grpSpPr>
        <p:sp>
          <p:nvSpPr>
            <p:cNvPr id="74821" name="Rectangle 62">
              <a:extLst>
                <a:ext uri="{FF2B5EF4-FFF2-40B4-BE49-F238E27FC236}">
                  <a16:creationId xmlns:a16="http://schemas.microsoft.com/office/drawing/2014/main" id="{FF7496CA-E60B-4E42-FDD8-7517EF7C986C}"/>
                </a:ext>
              </a:extLst>
            </p:cNvPr>
            <p:cNvSpPr>
              <a:spLocks noChangeArrowheads="1"/>
            </p:cNvSpPr>
            <p:nvPr/>
          </p:nvSpPr>
          <p:spPr bwMode="auto">
            <a:xfrm>
              <a:off x="973" y="1175"/>
              <a:ext cx="1405"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9pPr>
            </a:lstStyle>
            <a:p>
              <a:pPr eaLnBrk="1">
                <a:lnSpc>
                  <a:spcPct val="100000"/>
                </a:lnSpc>
                <a:spcAft>
                  <a:spcPct val="0"/>
                </a:spcAft>
              </a:pPr>
              <a:r>
                <a:rPr lang="it-IT" altLang="it-IT" sz="2000">
                  <a:ea typeface="Microsoft YaHei" panose="020B0503020204020204" pitchFamily="34" charset="-122"/>
                </a:rPr>
                <a:t>00   01   11   10</a:t>
              </a:r>
            </a:p>
          </p:txBody>
        </p:sp>
        <p:sp>
          <p:nvSpPr>
            <p:cNvPr id="74822" name="Rectangle 63">
              <a:extLst>
                <a:ext uri="{FF2B5EF4-FFF2-40B4-BE49-F238E27FC236}">
                  <a16:creationId xmlns:a16="http://schemas.microsoft.com/office/drawing/2014/main" id="{5612286E-639B-B4E7-D1C8-7AE06AD5D478}"/>
                </a:ext>
              </a:extLst>
            </p:cNvPr>
            <p:cNvSpPr>
              <a:spLocks noChangeArrowheads="1"/>
            </p:cNvSpPr>
            <p:nvPr/>
          </p:nvSpPr>
          <p:spPr bwMode="auto">
            <a:xfrm>
              <a:off x="703" y="1531"/>
              <a:ext cx="362" cy="1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p>
              <a:pPr eaLnBrk="1">
                <a:lnSpc>
                  <a:spcPts val="2800"/>
                </a:lnSpc>
                <a:buClr>
                  <a:srgbClr val="000000"/>
                </a:buClr>
                <a:buSzPct val="100000"/>
                <a:buFont typeface="Times New Roman" panose="02020603050405020304" pitchFamily="18" charset="0"/>
                <a:buNone/>
              </a:pPr>
              <a:r>
                <a:rPr lang="it-IT" altLang="it-IT" sz="2000">
                  <a:solidFill>
                    <a:srgbClr val="000000"/>
                  </a:solidFill>
                </a:rPr>
                <a:t>00   01   11   10</a:t>
              </a:r>
            </a:p>
          </p:txBody>
        </p:sp>
        <p:sp>
          <p:nvSpPr>
            <p:cNvPr id="74823" name="Line 64">
              <a:extLst>
                <a:ext uri="{FF2B5EF4-FFF2-40B4-BE49-F238E27FC236}">
                  <a16:creationId xmlns:a16="http://schemas.microsoft.com/office/drawing/2014/main" id="{6AE9F8AD-E92B-BC27-441A-E64599B332F4}"/>
                </a:ext>
              </a:extLst>
            </p:cNvPr>
            <p:cNvSpPr>
              <a:spLocks noChangeShapeType="1"/>
            </p:cNvSpPr>
            <p:nvPr/>
          </p:nvSpPr>
          <p:spPr bwMode="auto">
            <a:xfrm flipH="1" flipV="1">
              <a:off x="518" y="1219"/>
              <a:ext cx="455" cy="221"/>
            </a:xfrm>
            <a:prstGeom prst="line">
              <a:avLst/>
            </a:prstGeom>
            <a:noFill/>
            <a:ln w="38160">
              <a:solidFill>
                <a:srgbClr val="003366"/>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74824" name="Rectangle 65">
              <a:extLst>
                <a:ext uri="{FF2B5EF4-FFF2-40B4-BE49-F238E27FC236}">
                  <a16:creationId xmlns:a16="http://schemas.microsoft.com/office/drawing/2014/main" id="{61599394-1A5B-9576-31F2-79E5DB83B485}"/>
                </a:ext>
              </a:extLst>
            </p:cNvPr>
            <p:cNvSpPr>
              <a:spLocks noChangeArrowheads="1"/>
            </p:cNvSpPr>
            <p:nvPr/>
          </p:nvSpPr>
          <p:spPr bwMode="auto">
            <a:xfrm>
              <a:off x="655" y="1084"/>
              <a:ext cx="498"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nSpc>
                  <a:spcPct val="93000"/>
                </a:lnSpc>
                <a:spcAft>
                  <a:spcPts val="1425"/>
                </a:spcAft>
                <a:buClr>
                  <a:srgbClr val="000000"/>
                </a:buClr>
                <a:buSzPct val="100000"/>
                <a:buFont typeface="Times New Roman" panose="02020603050405020304" pitchFamily="18" charset="0"/>
                <a:tabLst>
                  <a:tab pos="7239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Arial" panose="020B0604020202020204" pitchFamily="34" charset="0"/>
                  <a:ea typeface="MS PGothic" panose="020B0600070205080204" pitchFamily="34" charset="-128"/>
                </a:defRPr>
              </a:lvl9pPr>
            </a:lstStyle>
            <a:p>
              <a:pPr eaLnBrk="1">
                <a:lnSpc>
                  <a:spcPct val="100000"/>
                </a:lnSpc>
                <a:spcAft>
                  <a:spcPct val="0"/>
                </a:spcAft>
              </a:pPr>
              <a:r>
                <a:rPr lang="it-IT" altLang="it-IT" sz="1600">
                  <a:ea typeface="Microsoft YaHei" panose="020B0503020204020204" pitchFamily="34" charset="-122"/>
                </a:rPr>
                <a:t>Q1Q0</a:t>
              </a:r>
            </a:p>
          </p:txBody>
        </p:sp>
        <p:sp>
          <p:nvSpPr>
            <p:cNvPr id="74825" name="Rectangle 66">
              <a:extLst>
                <a:ext uri="{FF2B5EF4-FFF2-40B4-BE49-F238E27FC236}">
                  <a16:creationId xmlns:a16="http://schemas.microsoft.com/office/drawing/2014/main" id="{3CBBB3E8-6886-5D8E-62EB-A845C3574F1D}"/>
                </a:ext>
              </a:extLst>
            </p:cNvPr>
            <p:cNvSpPr>
              <a:spLocks noChangeArrowheads="1"/>
            </p:cNvSpPr>
            <p:nvPr/>
          </p:nvSpPr>
          <p:spPr bwMode="auto">
            <a:xfrm>
              <a:off x="383" y="1279"/>
              <a:ext cx="498"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nSpc>
                  <a:spcPct val="93000"/>
                </a:lnSpc>
                <a:spcAft>
                  <a:spcPts val="1425"/>
                </a:spcAft>
                <a:buClr>
                  <a:srgbClr val="000000"/>
                </a:buClr>
                <a:buSzPct val="100000"/>
                <a:buFont typeface="Times New Roman" panose="02020603050405020304" pitchFamily="18" charset="0"/>
                <a:tabLst>
                  <a:tab pos="7239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Arial" panose="020B0604020202020204" pitchFamily="34" charset="0"/>
                  <a:ea typeface="MS PGothic" panose="020B0600070205080204" pitchFamily="34" charset="-128"/>
                </a:defRPr>
              </a:lvl9pPr>
            </a:lstStyle>
            <a:p>
              <a:pPr eaLnBrk="1">
                <a:lnSpc>
                  <a:spcPct val="100000"/>
                </a:lnSpc>
                <a:spcAft>
                  <a:spcPct val="0"/>
                </a:spcAft>
              </a:pPr>
              <a:r>
                <a:rPr lang="it-IT" altLang="it-IT" sz="1600">
                  <a:ea typeface="Microsoft YaHei" panose="020B0503020204020204" pitchFamily="34" charset="-122"/>
                </a:rPr>
                <a:t>Q3Q2</a:t>
              </a:r>
            </a:p>
          </p:txBody>
        </p:sp>
      </p:grpSp>
      <p:sp>
        <p:nvSpPr>
          <p:cNvPr id="74783" name="Rectangle 67">
            <a:extLst>
              <a:ext uri="{FF2B5EF4-FFF2-40B4-BE49-F238E27FC236}">
                <a16:creationId xmlns:a16="http://schemas.microsoft.com/office/drawing/2014/main" id="{4B84BB81-B424-0623-FE6F-2608F3E1C3C5}"/>
              </a:ext>
            </a:extLst>
          </p:cNvPr>
          <p:cNvSpPr>
            <a:spLocks noChangeArrowheads="1"/>
          </p:cNvSpPr>
          <p:nvPr/>
        </p:nvSpPr>
        <p:spPr bwMode="auto">
          <a:xfrm>
            <a:off x="190500" y="2179638"/>
            <a:ext cx="10890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nSpc>
                <a:spcPct val="93000"/>
              </a:lnSpc>
              <a:spcAft>
                <a:spcPts val="1425"/>
              </a:spcAft>
              <a:buClr>
                <a:srgbClr val="000000"/>
              </a:buClr>
              <a:buSzPct val="100000"/>
              <a:buFont typeface="Times New Roman" panose="02020603050405020304" pitchFamily="18" charset="0"/>
              <a:tabLst>
                <a:tab pos="7239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pPr>
            <a:r>
              <a:rPr lang="it-IT" altLang="it-IT" sz="1800">
                <a:solidFill>
                  <a:srgbClr val="003366"/>
                </a:solidFill>
              </a:rPr>
              <a:t>Load</a:t>
            </a:r>
          </a:p>
        </p:txBody>
      </p:sp>
      <p:sp>
        <p:nvSpPr>
          <p:cNvPr id="74784" name="AutoShape 68">
            <a:extLst>
              <a:ext uri="{FF2B5EF4-FFF2-40B4-BE49-F238E27FC236}">
                <a16:creationId xmlns:a16="http://schemas.microsoft.com/office/drawing/2014/main" id="{10F9C593-DC2D-7D55-26DD-140843584A6E}"/>
              </a:ext>
            </a:extLst>
          </p:cNvPr>
          <p:cNvSpPr>
            <a:spLocks noChangeArrowheads="1"/>
          </p:cNvSpPr>
          <p:nvPr/>
        </p:nvSpPr>
        <p:spPr bwMode="auto">
          <a:xfrm>
            <a:off x="2195513" y="3671888"/>
            <a:ext cx="720725" cy="841375"/>
          </a:xfrm>
          <a:prstGeom prst="roundRect">
            <a:avLst>
              <a:gd name="adj" fmla="val 16667"/>
            </a:avLst>
          </a:prstGeom>
          <a:noFill/>
          <a:ln w="3816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a:lnSpc>
                <a:spcPct val="93000"/>
              </a:lnSpc>
              <a:buClr>
                <a:srgbClr val="000000"/>
              </a:buClr>
              <a:buSzPct val="100000"/>
              <a:buFont typeface="Times New Roman" panose="02020603050405020304" pitchFamily="18" charset="0"/>
              <a:buNone/>
            </a:pPr>
            <a:endParaRPr lang="it-IT" altLang="it-IT"/>
          </a:p>
        </p:txBody>
      </p:sp>
      <p:sp>
        <p:nvSpPr>
          <p:cNvPr id="74785" name="Rectangle 69">
            <a:extLst>
              <a:ext uri="{FF2B5EF4-FFF2-40B4-BE49-F238E27FC236}">
                <a16:creationId xmlns:a16="http://schemas.microsoft.com/office/drawing/2014/main" id="{557FE172-E879-3D8A-041B-F435C503DD7A}"/>
              </a:ext>
            </a:extLst>
          </p:cNvPr>
          <p:cNvSpPr>
            <a:spLocks noChangeArrowheads="1"/>
          </p:cNvSpPr>
          <p:nvPr/>
        </p:nvSpPr>
        <p:spPr bwMode="auto">
          <a:xfrm>
            <a:off x="3708400" y="2547938"/>
            <a:ext cx="2406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nSpc>
                <a:spcPct val="93000"/>
              </a:lnSpc>
              <a:spcAft>
                <a:spcPts val="1425"/>
              </a:spcAft>
              <a:buClr>
                <a:srgbClr val="000000"/>
              </a:buClr>
              <a:buSzPct val="100000"/>
              <a:buFont typeface="Times New Roman" panose="02020603050405020304" pitchFamily="18" charset="0"/>
              <a:tabLst>
                <a:tab pos="723900" algn="l"/>
                <a:tab pos="1447800" algn="l"/>
                <a:tab pos="2171700" algn="l"/>
              </a:tabLst>
              <a:defRPr sz="3200">
                <a:solidFill>
                  <a:srgbClr val="000000"/>
                </a:solidFill>
                <a:latin typeface="Arial" panose="020B0604020202020204" pitchFamily="34" charset="0"/>
                <a:ea typeface="MS PGothic" panose="020B0600070205080204" pitchFamily="34" charset="-128"/>
              </a:defRPr>
            </a:lvl1pPr>
            <a:lvl2pPr>
              <a:lnSpc>
                <a:spcPct val="93000"/>
              </a:lnSpc>
              <a:spcAft>
                <a:spcPts val="1138"/>
              </a:spcAft>
              <a:buClr>
                <a:srgbClr val="000000"/>
              </a:buClr>
              <a:buSzPct val="100000"/>
              <a:buFont typeface="Times New Roman" panose="02020603050405020304" pitchFamily="18" charset="0"/>
              <a:tabLst>
                <a:tab pos="723900" algn="l"/>
                <a:tab pos="1447800" algn="l"/>
                <a:tab pos="2171700" algn="l"/>
              </a:tabLst>
              <a:defRPr sz="2400">
                <a:solidFill>
                  <a:srgbClr val="000000"/>
                </a:solidFill>
                <a:latin typeface="Arial" panose="020B0604020202020204" pitchFamily="34" charset="0"/>
                <a:ea typeface="MS PGothic" panose="020B0600070205080204" pitchFamily="34" charset="-128"/>
              </a:defRPr>
            </a:lvl2pPr>
            <a:lvl3pPr>
              <a:lnSpc>
                <a:spcPct val="93000"/>
              </a:lnSpc>
              <a:spcAft>
                <a:spcPts val="850"/>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3pPr>
            <a:lvl4pPr>
              <a:lnSpc>
                <a:spcPct val="93000"/>
              </a:lnSpc>
              <a:spcAft>
                <a:spcPts val="575"/>
              </a:spcAft>
              <a:buClr>
                <a:srgbClr val="000000"/>
              </a:buClr>
              <a:buSzPct val="100000"/>
              <a:buFont typeface="Times New Roman" panose="02020603050405020304" pitchFamily="18" charset="0"/>
              <a:tabLst>
                <a:tab pos="723900" algn="l"/>
                <a:tab pos="1447800" algn="l"/>
                <a:tab pos="2171700" algn="l"/>
              </a:tabLst>
              <a:defRPr>
                <a:solidFill>
                  <a:srgbClr val="000000"/>
                </a:solidFill>
                <a:latin typeface="Arial" panose="020B0604020202020204" pitchFamily="34" charset="0"/>
                <a:ea typeface="MS PGothic" panose="020B0600070205080204" pitchFamily="34" charset="-128"/>
              </a:defRPr>
            </a:lvl4pPr>
            <a:lvl5pPr>
              <a:lnSpc>
                <a:spcPct val="93000"/>
              </a:lnSpc>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5pPr>
            <a:lvl6pPr marL="25146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6pPr>
            <a:lvl7pPr marL="29718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7pPr>
            <a:lvl8pPr marL="34290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8pPr>
            <a:lvl9pPr marL="3886200" indent="-228600" defTabSz="449263" eaLnBrk="0" fontAlgn="base" hangingPunct="0">
              <a:lnSpc>
                <a:spcPct val="93000"/>
              </a:lnSpc>
              <a:spcBef>
                <a:spcPct val="0"/>
              </a:spcBef>
              <a:spcAft>
                <a:spcPts val="288"/>
              </a:spcAft>
              <a:buClr>
                <a:srgbClr val="000000"/>
              </a:buClr>
              <a:buSzPct val="100000"/>
              <a:buFont typeface="Times New Roman" panose="02020603050405020304" pitchFamily="18" charset="0"/>
              <a:tabLst>
                <a:tab pos="723900" algn="l"/>
                <a:tab pos="1447800" algn="l"/>
                <a:tab pos="2171700" algn="l"/>
              </a:tabLst>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pPr>
            <a:r>
              <a:rPr lang="it-IT" altLang="it-IT" sz="1800">
                <a:solidFill>
                  <a:srgbClr val="003366"/>
                </a:solidFill>
              </a:rPr>
              <a:t>Load=Q</a:t>
            </a:r>
            <a:r>
              <a:rPr lang="it-IT" altLang="it-IT" sz="1800" baseline="-33000">
                <a:solidFill>
                  <a:srgbClr val="003366"/>
                </a:solidFill>
              </a:rPr>
              <a:t>3</a:t>
            </a:r>
            <a:r>
              <a:rPr lang="it-IT" altLang="it-IT" sz="1800">
                <a:solidFill>
                  <a:srgbClr val="003366"/>
                </a:solidFill>
              </a:rPr>
              <a:t>Q</a:t>
            </a:r>
            <a:r>
              <a:rPr lang="it-IT" altLang="it-IT" sz="1800" baseline="-33000">
                <a:solidFill>
                  <a:srgbClr val="003366"/>
                </a:solidFill>
              </a:rPr>
              <a:t>0</a:t>
            </a:r>
          </a:p>
        </p:txBody>
      </p:sp>
      <p:sp>
        <p:nvSpPr>
          <p:cNvPr id="74786" name="Freeform 72">
            <a:extLst>
              <a:ext uri="{FF2B5EF4-FFF2-40B4-BE49-F238E27FC236}">
                <a16:creationId xmlns:a16="http://schemas.microsoft.com/office/drawing/2014/main" id="{AE909CDC-1827-24A3-BC4C-C60E710D6EF8}"/>
              </a:ext>
            </a:extLst>
          </p:cNvPr>
          <p:cNvSpPr>
            <a:spLocks noChangeArrowheads="1"/>
          </p:cNvSpPr>
          <p:nvPr/>
        </p:nvSpPr>
        <p:spPr bwMode="auto">
          <a:xfrm>
            <a:off x="5588000" y="3405188"/>
            <a:ext cx="1004888" cy="2720975"/>
          </a:xfrm>
          <a:custGeom>
            <a:avLst/>
            <a:gdLst>
              <a:gd name="T0" fmla="*/ 2147483646 w 633"/>
              <a:gd name="T1" fmla="*/ 0 h 1714"/>
              <a:gd name="T2" fmla="*/ 2147483646 w 633"/>
              <a:gd name="T3" fmla="*/ 0 h 1714"/>
              <a:gd name="T4" fmla="*/ 2147483646 w 633"/>
              <a:gd name="T5" fmla="*/ 2147483646 h 1714"/>
              <a:gd name="T6" fmla="*/ 0 w 633"/>
              <a:gd name="T7" fmla="*/ 2147483646 h 1714"/>
              <a:gd name="T8" fmla="*/ 0 w 633"/>
              <a:gd name="T9" fmla="*/ 2147483646 h 1714"/>
              <a:gd name="T10" fmla="*/ 2147483646 w 633"/>
              <a:gd name="T11" fmla="*/ 2147483646 h 1714"/>
              <a:gd name="T12" fmla="*/ 2147483646 w 633"/>
              <a:gd name="T13" fmla="*/ 2147483646 h 1714"/>
              <a:gd name="T14" fmla="*/ 2147483646 w 633"/>
              <a:gd name="T15" fmla="*/ 2147483646 h 1714"/>
              <a:gd name="T16" fmla="*/ 2147483646 w 633"/>
              <a:gd name="T17" fmla="*/ 2147483646 h 1714"/>
              <a:gd name="T18" fmla="*/ 2147483646 w 633"/>
              <a:gd name="T19" fmla="*/ 2147483646 h 1714"/>
              <a:gd name="T20" fmla="*/ 2147483646 w 633"/>
              <a:gd name="T21" fmla="*/ 2147483646 h 1714"/>
              <a:gd name="T22" fmla="*/ 2147483646 w 633"/>
              <a:gd name="T23" fmla="*/ 2147483646 h 1714"/>
              <a:gd name="T24" fmla="*/ 2147483646 w 633"/>
              <a:gd name="T25" fmla="*/ 0 h 1714"/>
              <a:gd name="T26" fmla="*/ 2147483646 w 633"/>
              <a:gd name="T27" fmla="*/ 0 h 1714"/>
              <a:gd name="T28" fmla="*/ 2147483646 w 633"/>
              <a:gd name="T29" fmla="*/ 0 h 1714"/>
              <a:gd name="T30" fmla="*/ 2147483646 w 633"/>
              <a:gd name="T31" fmla="*/ 2147483646 h 1714"/>
              <a:gd name="T32" fmla="*/ 2147483646 w 633"/>
              <a:gd name="T33" fmla="*/ 2147483646 h 1714"/>
              <a:gd name="T34" fmla="*/ 2147483646 w 633"/>
              <a:gd name="T35" fmla="*/ 2147483646 h 1714"/>
              <a:gd name="T36" fmla="*/ 2147483646 w 633"/>
              <a:gd name="T37" fmla="*/ 2147483646 h 1714"/>
              <a:gd name="T38" fmla="*/ 2147483646 w 633"/>
              <a:gd name="T39" fmla="*/ 2147483646 h 1714"/>
              <a:gd name="T40" fmla="*/ 2147483646 w 633"/>
              <a:gd name="T41" fmla="*/ 2147483646 h 1714"/>
              <a:gd name="T42" fmla="*/ 2147483646 w 633"/>
              <a:gd name="T43" fmla="*/ 2147483646 h 1714"/>
              <a:gd name="T44" fmla="*/ 2147483646 w 633"/>
              <a:gd name="T45" fmla="*/ 2147483646 h 1714"/>
              <a:gd name="T46" fmla="*/ 2147483646 w 633"/>
              <a:gd name="T47" fmla="*/ 2147483646 h 1714"/>
              <a:gd name="T48" fmla="*/ 2147483646 w 633"/>
              <a:gd name="T49" fmla="*/ 0 h 171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33"/>
              <a:gd name="T76" fmla="*/ 0 h 1714"/>
              <a:gd name="T77" fmla="*/ 633 w 633"/>
              <a:gd name="T78" fmla="*/ 1714 h 171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33" h="1714">
                <a:moveTo>
                  <a:pt x="9" y="0"/>
                </a:moveTo>
                <a:lnTo>
                  <a:pt x="6" y="0"/>
                </a:lnTo>
                <a:lnTo>
                  <a:pt x="3" y="3"/>
                </a:lnTo>
                <a:lnTo>
                  <a:pt x="0" y="6"/>
                </a:lnTo>
                <a:lnTo>
                  <a:pt x="0" y="1708"/>
                </a:lnTo>
                <a:lnTo>
                  <a:pt x="3" y="1711"/>
                </a:lnTo>
                <a:lnTo>
                  <a:pt x="6" y="1714"/>
                </a:lnTo>
                <a:lnTo>
                  <a:pt x="627" y="1714"/>
                </a:lnTo>
                <a:lnTo>
                  <a:pt x="630" y="1711"/>
                </a:lnTo>
                <a:lnTo>
                  <a:pt x="633" y="1708"/>
                </a:lnTo>
                <a:lnTo>
                  <a:pt x="633" y="6"/>
                </a:lnTo>
                <a:lnTo>
                  <a:pt x="630" y="3"/>
                </a:lnTo>
                <a:lnTo>
                  <a:pt x="627" y="0"/>
                </a:lnTo>
                <a:lnTo>
                  <a:pt x="624" y="0"/>
                </a:lnTo>
                <a:lnTo>
                  <a:pt x="9" y="0"/>
                </a:lnTo>
                <a:lnTo>
                  <a:pt x="9" y="17"/>
                </a:lnTo>
                <a:lnTo>
                  <a:pt x="624" y="17"/>
                </a:lnTo>
                <a:lnTo>
                  <a:pt x="616" y="8"/>
                </a:lnTo>
                <a:lnTo>
                  <a:pt x="616" y="1706"/>
                </a:lnTo>
                <a:lnTo>
                  <a:pt x="624" y="1697"/>
                </a:lnTo>
                <a:lnTo>
                  <a:pt x="9" y="1697"/>
                </a:lnTo>
                <a:lnTo>
                  <a:pt x="17" y="1706"/>
                </a:lnTo>
                <a:lnTo>
                  <a:pt x="17" y="8"/>
                </a:lnTo>
                <a:lnTo>
                  <a:pt x="9" y="17"/>
                </a:lnTo>
                <a:lnTo>
                  <a:pt x="9" y="0"/>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74787" name="Rectangle 73">
            <a:extLst>
              <a:ext uri="{FF2B5EF4-FFF2-40B4-BE49-F238E27FC236}">
                <a16:creationId xmlns:a16="http://schemas.microsoft.com/office/drawing/2014/main" id="{3C22257A-2F21-1775-81AD-42208C3480F1}"/>
              </a:ext>
            </a:extLst>
          </p:cNvPr>
          <p:cNvSpPr>
            <a:spLocks noChangeArrowheads="1"/>
          </p:cNvSpPr>
          <p:nvPr/>
        </p:nvSpPr>
        <p:spPr bwMode="auto">
          <a:xfrm>
            <a:off x="5662613" y="3546475"/>
            <a:ext cx="2762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buClr>
                <a:srgbClr val="000000"/>
              </a:buClr>
              <a:buSzPct val="100000"/>
              <a:buFont typeface="Times New Roman" panose="02020603050405020304" pitchFamily="18" charset="0"/>
              <a:buNone/>
            </a:pPr>
            <a:r>
              <a:rPr lang="it-IT" altLang="it-IT" sz="1600" b="1">
                <a:solidFill>
                  <a:srgbClr val="003366"/>
                </a:solidFill>
                <a:latin typeface="Swiss 721 SWA" charset="0"/>
                <a:ea typeface="MS PGothic" panose="020B0600070205080204" pitchFamily="34" charset="-128"/>
              </a:rPr>
              <a:t>D3</a:t>
            </a:r>
          </a:p>
        </p:txBody>
      </p:sp>
      <p:sp>
        <p:nvSpPr>
          <p:cNvPr id="74788" name="Rectangle 74">
            <a:extLst>
              <a:ext uri="{FF2B5EF4-FFF2-40B4-BE49-F238E27FC236}">
                <a16:creationId xmlns:a16="http://schemas.microsoft.com/office/drawing/2014/main" id="{0F52C6DA-0FF9-E507-EADC-75F4D641EEB9}"/>
              </a:ext>
            </a:extLst>
          </p:cNvPr>
          <p:cNvSpPr>
            <a:spLocks noChangeArrowheads="1"/>
          </p:cNvSpPr>
          <p:nvPr/>
        </p:nvSpPr>
        <p:spPr bwMode="auto">
          <a:xfrm>
            <a:off x="6191250" y="3544888"/>
            <a:ext cx="27781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buClr>
                <a:srgbClr val="000000"/>
              </a:buClr>
              <a:buSzPct val="100000"/>
              <a:buFont typeface="Times New Roman" panose="02020603050405020304" pitchFamily="18" charset="0"/>
              <a:buNone/>
            </a:pPr>
            <a:r>
              <a:rPr lang="it-IT" altLang="it-IT" sz="1600" b="1">
                <a:solidFill>
                  <a:srgbClr val="003366"/>
                </a:solidFill>
                <a:latin typeface="Swiss 721 SWA" charset="0"/>
                <a:ea typeface="MS PGothic" panose="020B0600070205080204" pitchFamily="34" charset="-128"/>
              </a:rPr>
              <a:t>Q3</a:t>
            </a:r>
          </a:p>
        </p:txBody>
      </p:sp>
      <p:sp>
        <p:nvSpPr>
          <p:cNvPr id="74789" name="Freeform 75">
            <a:extLst>
              <a:ext uri="{FF2B5EF4-FFF2-40B4-BE49-F238E27FC236}">
                <a16:creationId xmlns:a16="http://schemas.microsoft.com/office/drawing/2014/main" id="{AFAE5D8C-48DA-F9E5-D8D2-A7BC0C477167}"/>
              </a:ext>
            </a:extLst>
          </p:cNvPr>
          <p:cNvSpPr>
            <a:spLocks noChangeArrowheads="1"/>
          </p:cNvSpPr>
          <p:nvPr/>
        </p:nvSpPr>
        <p:spPr bwMode="auto">
          <a:xfrm>
            <a:off x="5588000" y="5135563"/>
            <a:ext cx="161925" cy="146050"/>
          </a:xfrm>
          <a:custGeom>
            <a:avLst/>
            <a:gdLst>
              <a:gd name="T0" fmla="*/ 2147483646 w 102"/>
              <a:gd name="T1" fmla="*/ 2147483646 h 92"/>
              <a:gd name="T2" fmla="*/ 2147483646 w 102"/>
              <a:gd name="T3" fmla="*/ 2147483646 h 92"/>
              <a:gd name="T4" fmla="*/ 2147483646 w 102"/>
              <a:gd name="T5" fmla="*/ 0 h 92"/>
              <a:gd name="T6" fmla="*/ 2147483646 w 102"/>
              <a:gd name="T7" fmla="*/ 0 h 92"/>
              <a:gd name="T8" fmla="*/ 2147483646 w 102"/>
              <a:gd name="T9" fmla="*/ 2147483646 h 92"/>
              <a:gd name="T10" fmla="*/ 2147483646 w 102"/>
              <a:gd name="T11" fmla="*/ 2147483646 h 92"/>
              <a:gd name="T12" fmla="*/ 0 w 102"/>
              <a:gd name="T13" fmla="*/ 2147483646 h 92"/>
              <a:gd name="T14" fmla="*/ 0 w 102"/>
              <a:gd name="T15" fmla="*/ 2147483646 h 92"/>
              <a:gd name="T16" fmla="*/ 2147483646 w 102"/>
              <a:gd name="T17" fmla="*/ 2147483646 h 92"/>
              <a:gd name="T18" fmla="*/ 2147483646 w 102"/>
              <a:gd name="T19" fmla="*/ 2147483646 h 92"/>
              <a:gd name="T20" fmla="*/ 2147483646 w 102"/>
              <a:gd name="T21" fmla="*/ 2147483646 h 92"/>
              <a:gd name="T22" fmla="*/ 2147483646 w 102"/>
              <a:gd name="T23" fmla="*/ 2147483646 h 92"/>
              <a:gd name="T24" fmla="*/ 2147483646 w 102"/>
              <a:gd name="T25" fmla="*/ 2147483646 h 92"/>
              <a:gd name="T26" fmla="*/ 2147483646 w 102"/>
              <a:gd name="T27" fmla="*/ 2147483646 h 92"/>
              <a:gd name="T28" fmla="*/ 2147483646 w 102"/>
              <a:gd name="T29" fmla="*/ 2147483646 h 92"/>
              <a:gd name="T30" fmla="*/ 2147483646 w 102"/>
              <a:gd name="T31" fmla="*/ 2147483646 h 92"/>
              <a:gd name="T32" fmla="*/ 2147483646 w 102"/>
              <a:gd name="T33" fmla="*/ 2147483646 h 92"/>
              <a:gd name="T34" fmla="*/ 2147483646 w 102"/>
              <a:gd name="T35" fmla="*/ 2147483646 h 92"/>
              <a:gd name="T36" fmla="*/ 2147483646 w 102"/>
              <a:gd name="T37" fmla="*/ 2147483646 h 9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2"/>
              <a:gd name="T58" fmla="*/ 0 h 92"/>
              <a:gd name="T59" fmla="*/ 102 w 102"/>
              <a:gd name="T60" fmla="*/ 92 h 9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2" h="92">
                <a:moveTo>
                  <a:pt x="14" y="3"/>
                </a:moveTo>
                <a:lnTo>
                  <a:pt x="13" y="2"/>
                </a:lnTo>
                <a:lnTo>
                  <a:pt x="10" y="0"/>
                </a:lnTo>
                <a:lnTo>
                  <a:pt x="6" y="0"/>
                </a:lnTo>
                <a:lnTo>
                  <a:pt x="3" y="3"/>
                </a:lnTo>
                <a:lnTo>
                  <a:pt x="2" y="4"/>
                </a:lnTo>
                <a:lnTo>
                  <a:pt x="0" y="7"/>
                </a:lnTo>
                <a:lnTo>
                  <a:pt x="0" y="11"/>
                </a:lnTo>
                <a:lnTo>
                  <a:pt x="3" y="14"/>
                </a:lnTo>
                <a:lnTo>
                  <a:pt x="88" y="89"/>
                </a:lnTo>
                <a:lnTo>
                  <a:pt x="90" y="91"/>
                </a:lnTo>
                <a:lnTo>
                  <a:pt x="92" y="92"/>
                </a:lnTo>
                <a:lnTo>
                  <a:pt x="96" y="92"/>
                </a:lnTo>
                <a:lnTo>
                  <a:pt x="99" y="89"/>
                </a:lnTo>
                <a:lnTo>
                  <a:pt x="101" y="88"/>
                </a:lnTo>
                <a:lnTo>
                  <a:pt x="102" y="85"/>
                </a:lnTo>
                <a:lnTo>
                  <a:pt x="102" y="81"/>
                </a:lnTo>
                <a:lnTo>
                  <a:pt x="99" y="78"/>
                </a:lnTo>
                <a:lnTo>
                  <a:pt x="14" y="3"/>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74790" name="Freeform 76">
            <a:extLst>
              <a:ext uri="{FF2B5EF4-FFF2-40B4-BE49-F238E27FC236}">
                <a16:creationId xmlns:a16="http://schemas.microsoft.com/office/drawing/2014/main" id="{AFD7DED2-E027-CBCE-1094-237080A09178}"/>
              </a:ext>
            </a:extLst>
          </p:cNvPr>
          <p:cNvSpPr>
            <a:spLocks noChangeArrowheads="1"/>
          </p:cNvSpPr>
          <p:nvPr/>
        </p:nvSpPr>
        <p:spPr bwMode="auto">
          <a:xfrm>
            <a:off x="5588000" y="5254625"/>
            <a:ext cx="161925" cy="112713"/>
          </a:xfrm>
          <a:custGeom>
            <a:avLst/>
            <a:gdLst>
              <a:gd name="T0" fmla="*/ 2147483646 w 102"/>
              <a:gd name="T1" fmla="*/ 2147483646 h 71"/>
              <a:gd name="T2" fmla="*/ 2147483646 w 102"/>
              <a:gd name="T3" fmla="*/ 2147483646 h 71"/>
              <a:gd name="T4" fmla="*/ 2147483646 w 102"/>
              <a:gd name="T5" fmla="*/ 2147483646 h 71"/>
              <a:gd name="T6" fmla="*/ 2147483646 w 102"/>
              <a:gd name="T7" fmla="*/ 2147483646 h 71"/>
              <a:gd name="T8" fmla="*/ 2147483646 w 102"/>
              <a:gd name="T9" fmla="*/ 2147483646 h 71"/>
              <a:gd name="T10" fmla="*/ 2147483646 w 102"/>
              <a:gd name="T11" fmla="*/ 2147483646 h 71"/>
              <a:gd name="T12" fmla="*/ 2147483646 w 102"/>
              <a:gd name="T13" fmla="*/ 0 h 71"/>
              <a:gd name="T14" fmla="*/ 2147483646 w 102"/>
              <a:gd name="T15" fmla="*/ 0 h 71"/>
              <a:gd name="T16" fmla="*/ 2147483646 w 102"/>
              <a:gd name="T17" fmla="*/ 2147483646 h 71"/>
              <a:gd name="T18" fmla="*/ 2147483646 w 102"/>
              <a:gd name="T19" fmla="*/ 2147483646 h 71"/>
              <a:gd name="T20" fmla="*/ 2147483646 w 102"/>
              <a:gd name="T21" fmla="*/ 2147483646 h 71"/>
              <a:gd name="T22" fmla="*/ 0 w 102"/>
              <a:gd name="T23" fmla="*/ 2147483646 h 71"/>
              <a:gd name="T24" fmla="*/ 0 w 102"/>
              <a:gd name="T25" fmla="*/ 2147483646 h 71"/>
              <a:gd name="T26" fmla="*/ 2147483646 w 102"/>
              <a:gd name="T27" fmla="*/ 2147483646 h 71"/>
              <a:gd name="T28" fmla="*/ 2147483646 w 102"/>
              <a:gd name="T29" fmla="*/ 2147483646 h 71"/>
              <a:gd name="T30" fmla="*/ 2147483646 w 102"/>
              <a:gd name="T31" fmla="*/ 2147483646 h 71"/>
              <a:gd name="T32" fmla="*/ 2147483646 w 102"/>
              <a:gd name="T33" fmla="*/ 2147483646 h 71"/>
              <a:gd name="T34" fmla="*/ 2147483646 w 102"/>
              <a:gd name="T35" fmla="*/ 2147483646 h 71"/>
              <a:gd name="T36" fmla="*/ 2147483646 w 102"/>
              <a:gd name="T37" fmla="*/ 2147483646 h 7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2"/>
              <a:gd name="T58" fmla="*/ 0 h 71"/>
              <a:gd name="T59" fmla="*/ 102 w 102"/>
              <a:gd name="T60" fmla="*/ 71 h 7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2" h="71">
                <a:moveTo>
                  <a:pt x="98" y="16"/>
                </a:moveTo>
                <a:lnTo>
                  <a:pt x="101" y="13"/>
                </a:lnTo>
                <a:lnTo>
                  <a:pt x="102" y="10"/>
                </a:lnTo>
                <a:lnTo>
                  <a:pt x="102" y="6"/>
                </a:lnTo>
                <a:lnTo>
                  <a:pt x="99" y="3"/>
                </a:lnTo>
                <a:lnTo>
                  <a:pt x="98" y="2"/>
                </a:lnTo>
                <a:lnTo>
                  <a:pt x="95" y="0"/>
                </a:lnTo>
                <a:lnTo>
                  <a:pt x="91" y="0"/>
                </a:lnTo>
                <a:lnTo>
                  <a:pt x="90" y="2"/>
                </a:lnTo>
                <a:lnTo>
                  <a:pt x="5" y="56"/>
                </a:lnTo>
                <a:lnTo>
                  <a:pt x="2" y="59"/>
                </a:lnTo>
                <a:lnTo>
                  <a:pt x="0" y="62"/>
                </a:lnTo>
                <a:lnTo>
                  <a:pt x="0" y="66"/>
                </a:lnTo>
                <a:lnTo>
                  <a:pt x="3" y="69"/>
                </a:lnTo>
                <a:lnTo>
                  <a:pt x="5" y="70"/>
                </a:lnTo>
                <a:lnTo>
                  <a:pt x="7" y="71"/>
                </a:lnTo>
                <a:lnTo>
                  <a:pt x="12" y="71"/>
                </a:lnTo>
                <a:lnTo>
                  <a:pt x="13" y="70"/>
                </a:lnTo>
                <a:lnTo>
                  <a:pt x="98" y="16"/>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74791" name="Rectangle 77">
            <a:extLst>
              <a:ext uri="{FF2B5EF4-FFF2-40B4-BE49-F238E27FC236}">
                <a16:creationId xmlns:a16="http://schemas.microsoft.com/office/drawing/2014/main" id="{830E40D8-F851-9B91-C24A-92381C92D3E9}"/>
              </a:ext>
            </a:extLst>
          </p:cNvPr>
          <p:cNvSpPr>
            <a:spLocks noChangeArrowheads="1"/>
          </p:cNvSpPr>
          <p:nvPr/>
        </p:nvSpPr>
        <p:spPr bwMode="auto">
          <a:xfrm>
            <a:off x="5662613" y="3941763"/>
            <a:ext cx="2762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buClr>
                <a:srgbClr val="000000"/>
              </a:buClr>
              <a:buSzPct val="100000"/>
              <a:buFont typeface="Times New Roman" panose="02020603050405020304" pitchFamily="18" charset="0"/>
              <a:buNone/>
            </a:pPr>
            <a:r>
              <a:rPr lang="it-IT" altLang="it-IT" sz="1600" b="1">
                <a:solidFill>
                  <a:srgbClr val="003366"/>
                </a:solidFill>
                <a:latin typeface="Swiss 721 SWA" charset="0"/>
                <a:ea typeface="MS PGothic" panose="020B0600070205080204" pitchFamily="34" charset="-128"/>
              </a:rPr>
              <a:t>D2</a:t>
            </a:r>
          </a:p>
        </p:txBody>
      </p:sp>
      <p:sp>
        <p:nvSpPr>
          <p:cNvPr id="74792" name="Rectangle 78">
            <a:extLst>
              <a:ext uri="{FF2B5EF4-FFF2-40B4-BE49-F238E27FC236}">
                <a16:creationId xmlns:a16="http://schemas.microsoft.com/office/drawing/2014/main" id="{E746D91C-DC1E-DC9D-963D-DE1821CE2E2E}"/>
              </a:ext>
            </a:extLst>
          </p:cNvPr>
          <p:cNvSpPr>
            <a:spLocks noChangeArrowheads="1"/>
          </p:cNvSpPr>
          <p:nvPr/>
        </p:nvSpPr>
        <p:spPr bwMode="auto">
          <a:xfrm>
            <a:off x="6191250" y="3940175"/>
            <a:ext cx="27781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buClr>
                <a:srgbClr val="000000"/>
              </a:buClr>
              <a:buSzPct val="100000"/>
              <a:buFont typeface="Times New Roman" panose="02020603050405020304" pitchFamily="18" charset="0"/>
              <a:buNone/>
            </a:pPr>
            <a:r>
              <a:rPr lang="it-IT" altLang="it-IT" sz="1600" b="1">
                <a:solidFill>
                  <a:srgbClr val="003366"/>
                </a:solidFill>
                <a:latin typeface="Swiss 721 SWA" charset="0"/>
                <a:ea typeface="MS PGothic" panose="020B0600070205080204" pitchFamily="34" charset="-128"/>
              </a:rPr>
              <a:t>Q2</a:t>
            </a:r>
          </a:p>
        </p:txBody>
      </p:sp>
      <p:sp>
        <p:nvSpPr>
          <p:cNvPr id="74793" name="Rectangle 79">
            <a:extLst>
              <a:ext uri="{FF2B5EF4-FFF2-40B4-BE49-F238E27FC236}">
                <a16:creationId xmlns:a16="http://schemas.microsoft.com/office/drawing/2014/main" id="{3029C82F-8A24-8E85-E935-BE12F4A38824}"/>
              </a:ext>
            </a:extLst>
          </p:cNvPr>
          <p:cNvSpPr>
            <a:spLocks noChangeArrowheads="1"/>
          </p:cNvSpPr>
          <p:nvPr/>
        </p:nvSpPr>
        <p:spPr bwMode="auto">
          <a:xfrm>
            <a:off x="5673725" y="4338638"/>
            <a:ext cx="25241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buClr>
                <a:srgbClr val="000000"/>
              </a:buClr>
              <a:buSzPct val="100000"/>
              <a:buFont typeface="Times New Roman" panose="02020603050405020304" pitchFamily="18" charset="0"/>
              <a:buNone/>
            </a:pPr>
            <a:r>
              <a:rPr lang="it-IT" altLang="it-IT" sz="1600" b="1">
                <a:solidFill>
                  <a:srgbClr val="003366"/>
                </a:solidFill>
                <a:latin typeface="Swiss 721 SWA" charset="0"/>
                <a:ea typeface="MS PGothic" panose="020B0600070205080204" pitchFamily="34" charset="-128"/>
              </a:rPr>
              <a:t>D1</a:t>
            </a:r>
          </a:p>
        </p:txBody>
      </p:sp>
      <p:sp>
        <p:nvSpPr>
          <p:cNvPr id="74794" name="Rectangle 80">
            <a:extLst>
              <a:ext uri="{FF2B5EF4-FFF2-40B4-BE49-F238E27FC236}">
                <a16:creationId xmlns:a16="http://schemas.microsoft.com/office/drawing/2014/main" id="{4E3C327B-16D4-DFEE-E399-CB99D5A27EA1}"/>
              </a:ext>
            </a:extLst>
          </p:cNvPr>
          <p:cNvSpPr>
            <a:spLocks noChangeArrowheads="1"/>
          </p:cNvSpPr>
          <p:nvPr/>
        </p:nvSpPr>
        <p:spPr bwMode="auto">
          <a:xfrm>
            <a:off x="6203950" y="4335463"/>
            <a:ext cx="2540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buClr>
                <a:srgbClr val="000000"/>
              </a:buClr>
              <a:buSzPct val="100000"/>
              <a:buFont typeface="Times New Roman" panose="02020603050405020304" pitchFamily="18" charset="0"/>
              <a:buNone/>
            </a:pPr>
            <a:r>
              <a:rPr lang="it-IT" altLang="it-IT" sz="1600" b="1">
                <a:solidFill>
                  <a:srgbClr val="003366"/>
                </a:solidFill>
                <a:latin typeface="Swiss 721 SWA" charset="0"/>
                <a:ea typeface="MS PGothic" panose="020B0600070205080204" pitchFamily="34" charset="-128"/>
              </a:rPr>
              <a:t>Q1</a:t>
            </a:r>
          </a:p>
        </p:txBody>
      </p:sp>
      <p:sp>
        <p:nvSpPr>
          <p:cNvPr id="74795" name="Rectangle 81">
            <a:extLst>
              <a:ext uri="{FF2B5EF4-FFF2-40B4-BE49-F238E27FC236}">
                <a16:creationId xmlns:a16="http://schemas.microsoft.com/office/drawing/2014/main" id="{FE47FDC4-22E1-F58A-FC4C-BFFCADECDC29}"/>
              </a:ext>
            </a:extLst>
          </p:cNvPr>
          <p:cNvSpPr>
            <a:spLocks noChangeArrowheads="1"/>
          </p:cNvSpPr>
          <p:nvPr/>
        </p:nvSpPr>
        <p:spPr bwMode="auto">
          <a:xfrm>
            <a:off x="5662613" y="4733925"/>
            <a:ext cx="2762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buClr>
                <a:srgbClr val="000000"/>
              </a:buClr>
              <a:buSzPct val="100000"/>
              <a:buFont typeface="Times New Roman" panose="02020603050405020304" pitchFamily="18" charset="0"/>
              <a:buNone/>
            </a:pPr>
            <a:r>
              <a:rPr lang="it-IT" altLang="it-IT" sz="1600" b="1">
                <a:solidFill>
                  <a:srgbClr val="003366"/>
                </a:solidFill>
                <a:latin typeface="Swiss 721 SWA" charset="0"/>
                <a:ea typeface="MS PGothic" panose="020B0600070205080204" pitchFamily="34" charset="-128"/>
              </a:rPr>
              <a:t>D0</a:t>
            </a:r>
          </a:p>
        </p:txBody>
      </p:sp>
      <p:sp>
        <p:nvSpPr>
          <p:cNvPr id="74796" name="Rectangle 82">
            <a:extLst>
              <a:ext uri="{FF2B5EF4-FFF2-40B4-BE49-F238E27FC236}">
                <a16:creationId xmlns:a16="http://schemas.microsoft.com/office/drawing/2014/main" id="{57A9261B-27E3-9A39-77AA-DC81099A0033}"/>
              </a:ext>
            </a:extLst>
          </p:cNvPr>
          <p:cNvSpPr>
            <a:spLocks noChangeArrowheads="1"/>
          </p:cNvSpPr>
          <p:nvPr/>
        </p:nvSpPr>
        <p:spPr bwMode="auto">
          <a:xfrm>
            <a:off x="6191250" y="4730750"/>
            <a:ext cx="27781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buClr>
                <a:srgbClr val="000000"/>
              </a:buClr>
              <a:buSzPct val="100000"/>
              <a:buFont typeface="Times New Roman" panose="02020603050405020304" pitchFamily="18" charset="0"/>
              <a:buNone/>
            </a:pPr>
            <a:r>
              <a:rPr lang="it-IT" altLang="it-IT" sz="1600" b="1">
                <a:solidFill>
                  <a:srgbClr val="003366"/>
                </a:solidFill>
                <a:latin typeface="Swiss 721 SWA" charset="0"/>
                <a:ea typeface="MS PGothic" panose="020B0600070205080204" pitchFamily="34" charset="-128"/>
              </a:rPr>
              <a:t>Q0</a:t>
            </a:r>
          </a:p>
        </p:txBody>
      </p:sp>
      <p:sp>
        <p:nvSpPr>
          <p:cNvPr id="74797" name="Rectangle 83">
            <a:extLst>
              <a:ext uri="{FF2B5EF4-FFF2-40B4-BE49-F238E27FC236}">
                <a16:creationId xmlns:a16="http://schemas.microsoft.com/office/drawing/2014/main" id="{DA80E9E0-1954-209C-4704-015574CD4527}"/>
              </a:ext>
            </a:extLst>
          </p:cNvPr>
          <p:cNvSpPr>
            <a:spLocks noChangeArrowheads="1"/>
          </p:cNvSpPr>
          <p:nvPr/>
        </p:nvSpPr>
        <p:spPr bwMode="auto">
          <a:xfrm>
            <a:off x="5767388" y="5140325"/>
            <a:ext cx="2619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buClr>
                <a:srgbClr val="000000"/>
              </a:buClr>
              <a:buSzPct val="100000"/>
              <a:buFont typeface="Times New Roman" panose="02020603050405020304" pitchFamily="18" charset="0"/>
              <a:buNone/>
            </a:pPr>
            <a:r>
              <a:rPr lang="it-IT" altLang="it-IT" sz="1600" b="1">
                <a:solidFill>
                  <a:srgbClr val="003366"/>
                </a:solidFill>
                <a:latin typeface="Swiss 721 SWA" charset="0"/>
                <a:ea typeface="MS PGothic" panose="020B0600070205080204" pitchFamily="34" charset="-128"/>
              </a:rPr>
              <a:t>CP</a:t>
            </a:r>
          </a:p>
        </p:txBody>
      </p:sp>
      <p:sp>
        <p:nvSpPr>
          <p:cNvPr id="74798" name="Rectangle 84">
            <a:extLst>
              <a:ext uri="{FF2B5EF4-FFF2-40B4-BE49-F238E27FC236}">
                <a16:creationId xmlns:a16="http://schemas.microsoft.com/office/drawing/2014/main" id="{DDE01C3A-DF52-868F-D6DA-867BB99CB7E0}"/>
              </a:ext>
            </a:extLst>
          </p:cNvPr>
          <p:cNvSpPr>
            <a:spLocks noChangeArrowheads="1"/>
          </p:cNvSpPr>
          <p:nvPr/>
        </p:nvSpPr>
        <p:spPr bwMode="auto">
          <a:xfrm>
            <a:off x="5716588" y="5472113"/>
            <a:ext cx="57308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buClr>
                <a:srgbClr val="000000"/>
              </a:buClr>
              <a:buSzPct val="100000"/>
              <a:buFont typeface="Times New Roman" panose="02020603050405020304" pitchFamily="18" charset="0"/>
              <a:buNone/>
            </a:pPr>
            <a:r>
              <a:rPr lang="it-IT" altLang="it-IT" sz="1600" b="1">
                <a:solidFill>
                  <a:srgbClr val="003366"/>
                </a:solidFill>
                <a:latin typeface="Swiss 721 SWA" charset="0"/>
                <a:ea typeface="MS PGothic" panose="020B0600070205080204" pitchFamily="34" charset="-128"/>
              </a:rPr>
              <a:t>LOAD</a:t>
            </a:r>
          </a:p>
        </p:txBody>
      </p:sp>
      <p:sp>
        <p:nvSpPr>
          <p:cNvPr id="74799" name="Freeform 85">
            <a:extLst>
              <a:ext uri="{FF2B5EF4-FFF2-40B4-BE49-F238E27FC236}">
                <a16:creationId xmlns:a16="http://schemas.microsoft.com/office/drawing/2014/main" id="{E0218CF4-DBA5-E81E-B845-582455BB8F47}"/>
              </a:ext>
            </a:extLst>
          </p:cNvPr>
          <p:cNvSpPr>
            <a:spLocks noChangeArrowheads="1"/>
          </p:cNvSpPr>
          <p:nvPr/>
        </p:nvSpPr>
        <p:spPr bwMode="auto">
          <a:xfrm>
            <a:off x="5203825" y="3668713"/>
            <a:ext cx="400050" cy="25400"/>
          </a:xfrm>
          <a:custGeom>
            <a:avLst/>
            <a:gdLst>
              <a:gd name="T0" fmla="*/ 2147483646 w 252"/>
              <a:gd name="T1" fmla="*/ 2147483646 h 16"/>
              <a:gd name="T2" fmla="*/ 2147483646 w 252"/>
              <a:gd name="T3" fmla="*/ 2147483646 h 16"/>
              <a:gd name="T4" fmla="*/ 2147483646 w 252"/>
              <a:gd name="T5" fmla="*/ 2147483646 h 16"/>
              <a:gd name="T6" fmla="*/ 2147483646 w 252"/>
              <a:gd name="T7" fmla="*/ 2147483646 h 16"/>
              <a:gd name="T8" fmla="*/ 2147483646 w 252"/>
              <a:gd name="T9" fmla="*/ 2147483646 h 16"/>
              <a:gd name="T10" fmla="*/ 2147483646 w 252"/>
              <a:gd name="T11" fmla="*/ 2147483646 h 16"/>
              <a:gd name="T12" fmla="*/ 2147483646 w 252"/>
              <a:gd name="T13" fmla="*/ 0 h 16"/>
              <a:gd name="T14" fmla="*/ 2147483646 w 252"/>
              <a:gd name="T15" fmla="*/ 0 h 16"/>
              <a:gd name="T16" fmla="*/ 2147483646 w 252"/>
              <a:gd name="T17" fmla="*/ 2147483646 h 16"/>
              <a:gd name="T18" fmla="*/ 0 w 252"/>
              <a:gd name="T19" fmla="*/ 2147483646 h 16"/>
              <a:gd name="T20" fmla="*/ 0 w 252"/>
              <a:gd name="T21" fmla="*/ 2147483646 h 16"/>
              <a:gd name="T22" fmla="*/ 2147483646 w 252"/>
              <a:gd name="T23" fmla="*/ 2147483646 h 16"/>
              <a:gd name="T24" fmla="*/ 2147483646 w 252"/>
              <a:gd name="T25" fmla="*/ 2147483646 h 16"/>
              <a:gd name="T26" fmla="*/ 2147483646 w 252"/>
              <a:gd name="T27" fmla="*/ 2147483646 h 16"/>
              <a:gd name="T28" fmla="*/ 2147483646 w 252"/>
              <a:gd name="T29" fmla="*/ 2147483646 h 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2"/>
              <a:gd name="T46" fmla="*/ 0 h 16"/>
              <a:gd name="T47" fmla="*/ 252 w 252"/>
              <a:gd name="T48" fmla="*/ 16 h 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2" h="16">
                <a:moveTo>
                  <a:pt x="244" y="16"/>
                </a:moveTo>
                <a:lnTo>
                  <a:pt x="247" y="16"/>
                </a:lnTo>
                <a:lnTo>
                  <a:pt x="249" y="14"/>
                </a:lnTo>
                <a:lnTo>
                  <a:pt x="252" y="11"/>
                </a:lnTo>
                <a:lnTo>
                  <a:pt x="252" y="5"/>
                </a:lnTo>
                <a:lnTo>
                  <a:pt x="249" y="2"/>
                </a:lnTo>
                <a:lnTo>
                  <a:pt x="247" y="0"/>
                </a:lnTo>
                <a:lnTo>
                  <a:pt x="6" y="0"/>
                </a:lnTo>
                <a:lnTo>
                  <a:pt x="3" y="2"/>
                </a:lnTo>
                <a:lnTo>
                  <a:pt x="0" y="5"/>
                </a:lnTo>
                <a:lnTo>
                  <a:pt x="0" y="11"/>
                </a:lnTo>
                <a:lnTo>
                  <a:pt x="3" y="14"/>
                </a:lnTo>
                <a:lnTo>
                  <a:pt x="6" y="16"/>
                </a:lnTo>
                <a:lnTo>
                  <a:pt x="8" y="16"/>
                </a:lnTo>
                <a:lnTo>
                  <a:pt x="244" y="16"/>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74800" name="Freeform 86">
            <a:extLst>
              <a:ext uri="{FF2B5EF4-FFF2-40B4-BE49-F238E27FC236}">
                <a16:creationId xmlns:a16="http://schemas.microsoft.com/office/drawing/2014/main" id="{6CC6E4C0-41C8-3AD2-A080-B3777038F01A}"/>
              </a:ext>
            </a:extLst>
          </p:cNvPr>
          <p:cNvSpPr>
            <a:spLocks noChangeArrowheads="1"/>
          </p:cNvSpPr>
          <p:nvPr/>
        </p:nvSpPr>
        <p:spPr bwMode="auto">
          <a:xfrm>
            <a:off x="5216525" y="4054475"/>
            <a:ext cx="400050" cy="26988"/>
          </a:xfrm>
          <a:custGeom>
            <a:avLst/>
            <a:gdLst>
              <a:gd name="T0" fmla="*/ 2147483646 w 252"/>
              <a:gd name="T1" fmla="*/ 2147483646 h 17"/>
              <a:gd name="T2" fmla="*/ 2147483646 w 252"/>
              <a:gd name="T3" fmla="*/ 2147483646 h 17"/>
              <a:gd name="T4" fmla="*/ 2147483646 w 252"/>
              <a:gd name="T5" fmla="*/ 2147483646 h 17"/>
              <a:gd name="T6" fmla="*/ 2147483646 w 252"/>
              <a:gd name="T7" fmla="*/ 2147483646 h 17"/>
              <a:gd name="T8" fmla="*/ 2147483646 w 252"/>
              <a:gd name="T9" fmla="*/ 2147483646 h 17"/>
              <a:gd name="T10" fmla="*/ 2147483646 w 252"/>
              <a:gd name="T11" fmla="*/ 2147483646 h 17"/>
              <a:gd name="T12" fmla="*/ 2147483646 w 252"/>
              <a:gd name="T13" fmla="*/ 0 h 17"/>
              <a:gd name="T14" fmla="*/ 2147483646 w 252"/>
              <a:gd name="T15" fmla="*/ 0 h 17"/>
              <a:gd name="T16" fmla="*/ 2147483646 w 252"/>
              <a:gd name="T17" fmla="*/ 2147483646 h 17"/>
              <a:gd name="T18" fmla="*/ 0 w 252"/>
              <a:gd name="T19" fmla="*/ 2147483646 h 17"/>
              <a:gd name="T20" fmla="*/ 0 w 252"/>
              <a:gd name="T21" fmla="*/ 2147483646 h 17"/>
              <a:gd name="T22" fmla="*/ 2147483646 w 252"/>
              <a:gd name="T23" fmla="*/ 2147483646 h 17"/>
              <a:gd name="T24" fmla="*/ 2147483646 w 252"/>
              <a:gd name="T25" fmla="*/ 2147483646 h 17"/>
              <a:gd name="T26" fmla="*/ 2147483646 w 252"/>
              <a:gd name="T27" fmla="*/ 2147483646 h 17"/>
              <a:gd name="T28" fmla="*/ 2147483646 w 252"/>
              <a:gd name="T29" fmla="*/ 2147483646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2"/>
              <a:gd name="T46" fmla="*/ 0 h 17"/>
              <a:gd name="T47" fmla="*/ 252 w 252"/>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2" h="17">
                <a:moveTo>
                  <a:pt x="244" y="17"/>
                </a:moveTo>
                <a:lnTo>
                  <a:pt x="247" y="17"/>
                </a:lnTo>
                <a:lnTo>
                  <a:pt x="250" y="14"/>
                </a:lnTo>
                <a:lnTo>
                  <a:pt x="252" y="12"/>
                </a:lnTo>
                <a:lnTo>
                  <a:pt x="252" y="6"/>
                </a:lnTo>
                <a:lnTo>
                  <a:pt x="250" y="3"/>
                </a:lnTo>
                <a:lnTo>
                  <a:pt x="247" y="0"/>
                </a:lnTo>
                <a:lnTo>
                  <a:pt x="6" y="0"/>
                </a:lnTo>
                <a:lnTo>
                  <a:pt x="3" y="3"/>
                </a:lnTo>
                <a:lnTo>
                  <a:pt x="0" y="6"/>
                </a:lnTo>
                <a:lnTo>
                  <a:pt x="0" y="12"/>
                </a:lnTo>
                <a:lnTo>
                  <a:pt x="3" y="14"/>
                </a:lnTo>
                <a:lnTo>
                  <a:pt x="6" y="17"/>
                </a:lnTo>
                <a:lnTo>
                  <a:pt x="9" y="17"/>
                </a:lnTo>
                <a:lnTo>
                  <a:pt x="244" y="17"/>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74801" name="Freeform 87">
            <a:extLst>
              <a:ext uri="{FF2B5EF4-FFF2-40B4-BE49-F238E27FC236}">
                <a16:creationId xmlns:a16="http://schemas.microsoft.com/office/drawing/2014/main" id="{D7F7FC1A-3C3C-0E8B-4F3A-C59F5B2E4675}"/>
              </a:ext>
            </a:extLst>
          </p:cNvPr>
          <p:cNvSpPr>
            <a:spLocks noChangeArrowheads="1"/>
          </p:cNvSpPr>
          <p:nvPr/>
        </p:nvSpPr>
        <p:spPr bwMode="auto">
          <a:xfrm>
            <a:off x="5216525" y="4429125"/>
            <a:ext cx="400050" cy="25400"/>
          </a:xfrm>
          <a:custGeom>
            <a:avLst/>
            <a:gdLst>
              <a:gd name="T0" fmla="*/ 2147483646 w 252"/>
              <a:gd name="T1" fmla="*/ 2147483646 h 16"/>
              <a:gd name="T2" fmla="*/ 2147483646 w 252"/>
              <a:gd name="T3" fmla="*/ 2147483646 h 16"/>
              <a:gd name="T4" fmla="*/ 2147483646 w 252"/>
              <a:gd name="T5" fmla="*/ 2147483646 h 16"/>
              <a:gd name="T6" fmla="*/ 2147483646 w 252"/>
              <a:gd name="T7" fmla="*/ 2147483646 h 16"/>
              <a:gd name="T8" fmla="*/ 2147483646 w 252"/>
              <a:gd name="T9" fmla="*/ 2147483646 h 16"/>
              <a:gd name="T10" fmla="*/ 2147483646 w 252"/>
              <a:gd name="T11" fmla="*/ 2147483646 h 16"/>
              <a:gd name="T12" fmla="*/ 2147483646 w 252"/>
              <a:gd name="T13" fmla="*/ 0 h 16"/>
              <a:gd name="T14" fmla="*/ 2147483646 w 252"/>
              <a:gd name="T15" fmla="*/ 0 h 16"/>
              <a:gd name="T16" fmla="*/ 2147483646 w 252"/>
              <a:gd name="T17" fmla="*/ 2147483646 h 16"/>
              <a:gd name="T18" fmla="*/ 0 w 252"/>
              <a:gd name="T19" fmla="*/ 2147483646 h 16"/>
              <a:gd name="T20" fmla="*/ 0 w 252"/>
              <a:gd name="T21" fmla="*/ 2147483646 h 16"/>
              <a:gd name="T22" fmla="*/ 2147483646 w 252"/>
              <a:gd name="T23" fmla="*/ 2147483646 h 16"/>
              <a:gd name="T24" fmla="*/ 2147483646 w 252"/>
              <a:gd name="T25" fmla="*/ 2147483646 h 16"/>
              <a:gd name="T26" fmla="*/ 2147483646 w 252"/>
              <a:gd name="T27" fmla="*/ 2147483646 h 16"/>
              <a:gd name="T28" fmla="*/ 2147483646 w 252"/>
              <a:gd name="T29" fmla="*/ 2147483646 h 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2"/>
              <a:gd name="T46" fmla="*/ 0 h 16"/>
              <a:gd name="T47" fmla="*/ 252 w 252"/>
              <a:gd name="T48" fmla="*/ 16 h 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2" h="16">
                <a:moveTo>
                  <a:pt x="244" y="16"/>
                </a:moveTo>
                <a:lnTo>
                  <a:pt x="247" y="16"/>
                </a:lnTo>
                <a:lnTo>
                  <a:pt x="250" y="14"/>
                </a:lnTo>
                <a:lnTo>
                  <a:pt x="252" y="11"/>
                </a:lnTo>
                <a:lnTo>
                  <a:pt x="252" y="5"/>
                </a:lnTo>
                <a:lnTo>
                  <a:pt x="250" y="2"/>
                </a:lnTo>
                <a:lnTo>
                  <a:pt x="247" y="0"/>
                </a:lnTo>
                <a:lnTo>
                  <a:pt x="6" y="0"/>
                </a:lnTo>
                <a:lnTo>
                  <a:pt x="3" y="2"/>
                </a:lnTo>
                <a:lnTo>
                  <a:pt x="0" y="5"/>
                </a:lnTo>
                <a:lnTo>
                  <a:pt x="0" y="11"/>
                </a:lnTo>
                <a:lnTo>
                  <a:pt x="3" y="14"/>
                </a:lnTo>
                <a:lnTo>
                  <a:pt x="6" y="16"/>
                </a:lnTo>
                <a:lnTo>
                  <a:pt x="9" y="16"/>
                </a:lnTo>
                <a:lnTo>
                  <a:pt x="244" y="16"/>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74802" name="Freeform 88">
            <a:extLst>
              <a:ext uri="{FF2B5EF4-FFF2-40B4-BE49-F238E27FC236}">
                <a16:creationId xmlns:a16="http://schemas.microsoft.com/office/drawing/2014/main" id="{F8843709-2CD1-E53C-740D-50DDA2744C14}"/>
              </a:ext>
            </a:extLst>
          </p:cNvPr>
          <p:cNvSpPr>
            <a:spLocks noChangeArrowheads="1"/>
          </p:cNvSpPr>
          <p:nvPr/>
        </p:nvSpPr>
        <p:spPr bwMode="auto">
          <a:xfrm>
            <a:off x="5216525" y="4841875"/>
            <a:ext cx="400050" cy="26988"/>
          </a:xfrm>
          <a:custGeom>
            <a:avLst/>
            <a:gdLst>
              <a:gd name="T0" fmla="*/ 2147483646 w 252"/>
              <a:gd name="T1" fmla="*/ 2147483646 h 17"/>
              <a:gd name="T2" fmla="*/ 2147483646 w 252"/>
              <a:gd name="T3" fmla="*/ 2147483646 h 17"/>
              <a:gd name="T4" fmla="*/ 2147483646 w 252"/>
              <a:gd name="T5" fmla="*/ 2147483646 h 17"/>
              <a:gd name="T6" fmla="*/ 2147483646 w 252"/>
              <a:gd name="T7" fmla="*/ 2147483646 h 17"/>
              <a:gd name="T8" fmla="*/ 2147483646 w 252"/>
              <a:gd name="T9" fmla="*/ 2147483646 h 17"/>
              <a:gd name="T10" fmla="*/ 2147483646 w 252"/>
              <a:gd name="T11" fmla="*/ 2147483646 h 17"/>
              <a:gd name="T12" fmla="*/ 2147483646 w 252"/>
              <a:gd name="T13" fmla="*/ 0 h 17"/>
              <a:gd name="T14" fmla="*/ 2147483646 w 252"/>
              <a:gd name="T15" fmla="*/ 0 h 17"/>
              <a:gd name="T16" fmla="*/ 2147483646 w 252"/>
              <a:gd name="T17" fmla="*/ 2147483646 h 17"/>
              <a:gd name="T18" fmla="*/ 0 w 252"/>
              <a:gd name="T19" fmla="*/ 2147483646 h 17"/>
              <a:gd name="T20" fmla="*/ 0 w 252"/>
              <a:gd name="T21" fmla="*/ 2147483646 h 17"/>
              <a:gd name="T22" fmla="*/ 2147483646 w 252"/>
              <a:gd name="T23" fmla="*/ 2147483646 h 17"/>
              <a:gd name="T24" fmla="*/ 2147483646 w 252"/>
              <a:gd name="T25" fmla="*/ 2147483646 h 17"/>
              <a:gd name="T26" fmla="*/ 2147483646 w 252"/>
              <a:gd name="T27" fmla="*/ 2147483646 h 17"/>
              <a:gd name="T28" fmla="*/ 2147483646 w 252"/>
              <a:gd name="T29" fmla="*/ 2147483646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2"/>
              <a:gd name="T46" fmla="*/ 0 h 17"/>
              <a:gd name="T47" fmla="*/ 252 w 252"/>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2" h="17">
                <a:moveTo>
                  <a:pt x="244" y="17"/>
                </a:moveTo>
                <a:lnTo>
                  <a:pt x="247" y="17"/>
                </a:lnTo>
                <a:lnTo>
                  <a:pt x="250" y="14"/>
                </a:lnTo>
                <a:lnTo>
                  <a:pt x="252" y="11"/>
                </a:lnTo>
                <a:lnTo>
                  <a:pt x="252" y="6"/>
                </a:lnTo>
                <a:lnTo>
                  <a:pt x="250" y="3"/>
                </a:lnTo>
                <a:lnTo>
                  <a:pt x="247" y="0"/>
                </a:lnTo>
                <a:lnTo>
                  <a:pt x="6" y="0"/>
                </a:lnTo>
                <a:lnTo>
                  <a:pt x="3" y="3"/>
                </a:lnTo>
                <a:lnTo>
                  <a:pt x="0" y="6"/>
                </a:lnTo>
                <a:lnTo>
                  <a:pt x="0" y="11"/>
                </a:lnTo>
                <a:lnTo>
                  <a:pt x="3" y="14"/>
                </a:lnTo>
                <a:lnTo>
                  <a:pt x="6" y="17"/>
                </a:lnTo>
                <a:lnTo>
                  <a:pt x="9" y="17"/>
                </a:lnTo>
                <a:lnTo>
                  <a:pt x="244" y="17"/>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74803" name="Freeform 89">
            <a:extLst>
              <a:ext uri="{FF2B5EF4-FFF2-40B4-BE49-F238E27FC236}">
                <a16:creationId xmlns:a16="http://schemas.microsoft.com/office/drawing/2014/main" id="{E2114802-4ABF-E938-F329-7AF5084AE3B6}"/>
              </a:ext>
            </a:extLst>
          </p:cNvPr>
          <p:cNvSpPr>
            <a:spLocks noChangeArrowheads="1"/>
          </p:cNvSpPr>
          <p:nvPr/>
        </p:nvSpPr>
        <p:spPr bwMode="auto">
          <a:xfrm>
            <a:off x="5216525" y="5257800"/>
            <a:ext cx="400050" cy="26988"/>
          </a:xfrm>
          <a:custGeom>
            <a:avLst/>
            <a:gdLst>
              <a:gd name="T0" fmla="*/ 2147483646 w 252"/>
              <a:gd name="T1" fmla="*/ 2147483646 h 17"/>
              <a:gd name="T2" fmla="*/ 2147483646 w 252"/>
              <a:gd name="T3" fmla="*/ 2147483646 h 17"/>
              <a:gd name="T4" fmla="*/ 2147483646 w 252"/>
              <a:gd name="T5" fmla="*/ 2147483646 h 17"/>
              <a:gd name="T6" fmla="*/ 2147483646 w 252"/>
              <a:gd name="T7" fmla="*/ 2147483646 h 17"/>
              <a:gd name="T8" fmla="*/ 2147483646 w 252"/>
              <a:gd name="T9" fmla="*/ 2147483646 h 17"/>
              <a:gd name="T10" fmla="*/ 2147483646 w 252"/>
              <a:gd name="T11" fmla="*/ 2147483646 h 17"/>
              <a:gd name="T12" fmla="*/ 2147483646 w 252"/>
              <a:gd name="T13" fmla="*/ 0 h 17"/>
              <a:gd name="T14" fmla="*/ 2147483646 w 252"/>
              <a:gd name="T15" fmla="*/ 0 h 17"/>
              <a:gd name="T16" fmla="*/ 2147483646 w 252"/>
              <a:gd name="T17" fmla="*/ 2147483646 h 17"/>
              <a:gd name="T18" fmla="*/ 0 w 252"/>
              <a:gd name="T19" fmla="*/ 2147483646 h 17"/>
              <a:gd name="T20" fmla="*/ 0 w 252"/>
              <a:gd name="T21" fmla="*/ 2147483646 h 17"/>
              <a:gd name="T22" fmla="*/ 2147483646 w 252"/>
              <a:gd name="T23" fmla="*/ 2147483646 h 17"/>
              <a:gd name="T24" fmla="*/ 2147483646 w 252"/>
              <a:gd name="T25" fmla="*/ 2147483646 h 17"/>
              <a:gd name="T26" fmla="*/ 2147483646 w 252"/>
              <a:gd name="T27" fmla="*/ 2147483646 h 17"/>
              <a:gd name="T28" fmla="*/ 2147483646 w 252"/>
              <a:gd name="T29" fmla="*/ 2147483646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2"/>
              <a:gd name="T46" fmla="*/ 0 h 17"/>
              <a:gd name="T47" fmla="*/ 252 w 252"/>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2" h="17">
                <a:moveTo>
                  <a:pt x="244" y="17"/>
                </a:moveTo>
                <a:lnTo>
                  <a:pt x="247" y="17"/>
                </a:lnTo>
                <a:lnTo>
                  <a:pt x="250" y="14"/>
                </a:lnTo>
                <a:lnTo>
                  <a:pt x="252" y="11"/>
                </a:lnTo>
                <a:lnTo>
                  <a:pt x="252" y="5"/>
                </a:lnTo>
                <a:lnTo>
                  <a:pt x="250" y="3"/>
                </a:lnTo>
                <a:lnTo>
                  <a:pt x="247" y="0"/>
                </a:lnTo>
                <a:lnTo>
                  <a:pt x="6" y="0"/>
                </a:lnTo>
                <a:lnTo>
                  <a:pt x="3" y="3"/>
                </a:lnTo>
                <a:lnTo>
                  <a:pt x="0" y="5"/>
                </a:lnTo>
                <a:lnTo>
                  <a:pt x="0" y="11"/>
                </a:lnTo>
                <a:lnTo>
                  <a:pt x="3" y="14"/>
                </a:lnTo>
                <a:lnTo>
                  <a:pt x="6" y="17"/>
                </a:lnTo>
                <a:lnTo>
                  <a:pt x="9" y="17"/>
                </a:lnTo>
                <a:lnTo>
                  <a:pt x="244" y="17"/>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74804" name="Rectangle 90">
            <a:extLst>
              <a:ext uri="{FF2B5EF4-FFF2-40B4-BE49-F238E27FC236}">
                <a16:creationId xmlns:a16="http://schemas.microsoft.com/office/drawing/2014/main" id="{A39E85AC-3B7E-73CF-9079-D208FBB3A8EE}"/>
              </a:ext>
            </a:extLst>
          </p:cNvPr>
          <p:cNvSpPr>
            <a:spLocks noChangeArrowheads="1"/>
          </p:cNvSpPr>
          <p:nvPr/>
        </p:nvSpPr>
        <p:spPr bwMode="auto">
          <a:xfrm>
            <a:off x="4583113" y="5122863"/>
            <a:ext cx="642937"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buClr>
                <a:srgbClr val="000000"/>
              </a:buClr>
              <a:buSzPct val="100000"/>
              <a:buFont typeface="Times New Roman" panose="02020603050405020304" pitchFamily="18" charset="0"/>
              <a:buNone/>
            </a:pPr>
            <a:r>
              <a:rPr lang="it-IT" altLang="it-IT" sz="1900" b="1">
                <a:solidFill>
                  <a:srgbClr val="003366"/>
                </a:solidFill>
                <a:latin typeface="Swiss 721 SWA" charset="0"/>
                <a:ea typeface="MS PGothic" panose="020B0600070205080204" pitchFamily="34" charset="-128"/>
              </a:rPr>
              <a:t>Clock</a:t>
            </a:r>
          </a:p>
        </p:txBody>
      </p:sp>
      <p:sp>
        <p:nvSpPr>
          <p:cNvPr id="74805" name="Rectangle 91">
            <a:extLst>
              <a:ext uri="{FF2B5EF4-FFF2-40B4-BE49-F238E27FC236}">
                <a16:creationId xmlns:a16="http://schemas.microsoft.com/office/drawing/2014/main" id="{7F58F9E4-6791-88F4-2B4E-04EE9BC165AE}"/>
              </a:ext>
            </a:extLst>
          </p:cNvPr>
          <p:cNvSpPr>
            <a:spLocks noChangeArrowheads="1"/>
          </p:cNvSpPr>
          <p:nvPr/>
        </p:nvSpPr>
        <p:spPr bwMode="auto">
          <a:xfrm>
            <a:off x="4986338" y="3533775"/>
            <a:ext cx="152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buClr>
                <a:srgbClr val="000000"/>
              </a:buClr>
              <a:buSzPct val="100000"/>
              <a:buFont typeface="Times New Roman" panose="02020603050405020304" pitchFamily="18" charset="0"/>
              <a:buNone/>
            </a:pPr>
            <a:r>
              <a:rPr lang="it-IT" altLang="it-IT" sz="2000" b="1">
                <a:solidFill>
                  <a:srgbClr val="003366"/>
                </a:solidFill>
                <a:latin typeface="Swiss 721 SWA" charset="0"/>
                <a:ea typeface="MS PGothic" panose="020B0600070205080204" pitchFamily="34" charset="-128"/>
              </a:rPr>
              <a:t>0</a:t>
            </a:r>
          </a:p>
        </p:txBody>
      </p:sp>
      <p:sp>
        <p:nvSpPr>
          <p:cNvPr id="74806" name="Rectangle 92">
            <a:extLst>
              <a:ext uri="{FF2B5EF4-FFF2-40B4-BE49-F238E27FC236}">
                <a16:creationId xmlns:a16="http://schemas.microsoft.com/office/drawing/2014/main" id="{60935F40-0DAB-4141-390D-40D549B7B5D5}"/>
              </a:ext>
            </a:extLst>
          </p:cNvPr>
          <p:cNvSpPr>
            <a:spLocks noChangeArrowheads="1"/>
          </p:cNvSpPr>
          <p:nvPr/>
        </p:nvSpPr>
        <p:spPr bwMode="auto">
          <a:xfrm>
            <a:off x="4999038" y="3906838"/>
            <a:ext cx="152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buClr>
                <a:srgbClr val="000000"/>
              </a:buClr>
              <a:buSzPct val="100000"/>
              <a:buFont typeface="Times New Roman" panose="02020603050405020304" pitchFamily="18" charset="0"/>
              <a:buNone/>
            </a:pPr>
            <a:r>
              <a:rPr lang="it-IT" altLang="it-IT" sz="2000" b="1">
                <a:solidFill>
                  <a:srgbClr val="003366"/>
                </a:solidFill>
                <a:latin typeface="Swiss 721 SWA" charset="0"/>
                <a:ea typeface="MS PGothic" panose="020B0600070205080204" pitchFamily="34" charset="-128"/>
              </a:rPr>
              <a:t>0</a:t>
            </a:r>
          </a:p>
        </p:txBody>
      </p:sp>
      <p:sp>
        <p:nvSpPr>
          <p:cNvPr id="74807" name="Rectangle 93">
            <a:extLst>
              <a:ext uri="{FF2B5EF4-FFF2-40B4-BE49-F238E27FC236}">
                <a16:creationId xmlns:a16="http://schemas.microsoft.com/office/drawing/2014/main" id="{204A5FAD-CE9C-9F7E-14EC-F95AF82A44AE}"/>
              </a:ext>
            </a:extLst>
          </p:cNvPr>
          <p:cNvSpPr>
            <a:spLocks noChangeArrowheads="1"/>
          </p:cNvSpPr>
          <p:nvPr/>
        </p:nvSpPr>
        <p:spPr bwMode="auto">
          <a:xfrm>
            <a:off x="4999038" y="4238625"/>
            <a:ext cx="152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buClr>
                <a:srgbClr val="000000"/>
              </a:buClr>
              <a:buSzPct val="100000"/>
              <a:buFont typeface="Times New Roman" panose="02020603050405020304" pitchFamily="18" charset="0"/>
              <a:buNone/>
            </a:pPr>
            <a:r>
              <a:rPr lang="it-IT" altLang="it-IT" sz="2000" b="1">
                <a:solidFill>
                  <a:srgbClr val="003366"/>
                </a:solidFill>
                <a:latin typeface="Swiss 721 SWA" charset="0"/>
                <a:ea typeface="MS PGothic" panose="020B0600070205080204" pitchFamily="34" charset="-128"/>
              </a:rPr>
              <a:t>0</a:t>
            </a:r>
          </a:p>
        </p:txBody>
      </p:sp>
      <p:sp>
        <p:nvSpPr>
          <p:cNvPr id="74808" name="Rectangle 94">
            <a:extLst>
              <a:ext uri="{FF2B5EF4-FFF2-40B4-BE49-F238E27FC236}">
                <a16:creationId xmlns:a16="http://schemas.microsoft.com/office/drawing/2014/main" id="{3D6CA2FE-38EB-FDC7-AFA8-2978AB48D6EA}"/>
              </a:ext>
            </a:extLst>
          </p:cNvPr>
          <p:cNvSpPr>
            <a:spLocks noChangeArrowheads="1"/>
          </p:cNvSpPr>
          <p:nvPr/>
        </p:nvSpPr>
        <p:spPr bwMode="auto">
          <a:xfrm>
            <a:off x="4986338" y="4654550"/>
            <a:ext cx="152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buClr>
                <a:srgbClr val="000000"/>
              </a:buClr>
              <a:buSzPct val="100000"/>
              <a:buFont typeface="Times New Roman" panose="02020603050405020304" pitchFamily="18" charset="0"/>
              <a:buNone/>
            </a:pPr>
            <a:r>
              <a:rPr lang="it-IT" altLang="it-IT" sz="2000" b="1">
                <a:solidFill>
                  <a:srgbClr val="003366"/>
                </a:solidFill>
                <a:latin typeface="Swiss 721 SWA" charset="0"/>
                <a:ea typeface="MS PGothic" panose="020B0600070205080204" pitchFamily="34" charset="-128"/>
              </a:rPr>
              <a:t>0</a:t>
            </a:r>
          </a:p>
        </p:txBody>
      </p:sp>
      <p:sp>
        <p:nvSpPr>
          <p:cNvPr id="74809" name="Rectangle 95">
            <a:extLst>
              <a:ext uri="{FF2B5EF4-FFF2-40B4-BE49-F238E27FC236}">
                <a16:creationId xmlns:a16="http://schemas.microsoft.com/office/drawing/2014/main" id="{85B69C0C-7236-F32A-E118-39C6149255A4}"/>
              </a:ext>
            </a:extLst>
          </p:cNvPr>
          <p:cNvSpPr>
            <a:spLocks noChangeArrowheads="1"/>
          </p:cNvSpPr>
          <p:nvPr/>
        </p:nvSpPr>
        <p:spPr bwMode="auto">
          <a:xfrm>
            <a:off x="4379913" y="5772150"/>
            <a:ext cx="6905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eaLnBrk="1" hangingPunct="1">
              <a:buClr>
                <a:srgbClr val="000000"/>
              </a:buClr>
              <a:buSzPct val="100000"/>
              <a:buFont typeface="Times New Roman" panose="02020603050405020304" pitchFamily="18" charset="0"/>
              <a:buNone/>
            </a:pPr>
            <a:r>
              <a:rPr lang="it-IT" altLang="it-IT" sz="2000" b="1">
                <a:solidFill>
                  <a:srgbClr val="003366"/>
                </a:solidFill>
                <a:latin typeface="Swiss 721 SWA" charset="0"/>
                <a:ea typeface="MS PGothic" panose="020B0600070205080204" pitchFamily="34" charset="-128"/>
              </a:rPr>
              <a:t>Reset</a:t>
            </a:r>
          </a:p>
        </p:txBody>
      </p:sp>
      <p:sp>
        <p:nvSpPr>
          <p:cNvPr id="74810" name="Freeform 96">
            <a:extLst>
              <a:ext uri="{FF2B5EF4-FFF2-40B4-BE49-F238E27FC236}">
                <a16:creationId xmlns:a16="http://schemas.microsoft.com/office/drawing/2014/main" id="{772F7330-1C86-19E6-EC3F-F5E8D68713DA}"/>
              </a:ext>
            </a:extLst>
          </p:cNvPr>
          <p:cNvSpPr>
            <a:spLocks noChangeArrowheads="1"/>
          </p:cNvSpPr>
          <p:nvPr/>
        </p:nvSpPr>
        <p:spPr bwMode="auto">
          <a:xfrm>
            <a:off x="4011613" y="5575300"/>
            <a:ext cx="26987" cy="855663"/>
          </a:xfrm>
          <a:custGeom>
            <a:avLst/>
            <a:gdLst>
              <a:gd name="T0" fmla="*/ 0 w 17"/>
              <a:gd name="T1" fmla="*/ 2147483646 h 539"/>
              <a:gd name="T2" fmla="*/ 0 w 17"/>
              <a:gd name="T3" fmla="*/ 2147483646 h 539"/>
              <a:gd name="T4" fmla="*/ 2147483646 w 17"/>
              <a:gd name="T5" fmla="*/ 2147483646 h 539"/>
              <a:gd name="T6" fmla="*/ 2147483646 w 17"/>
              <a:gd name="T7" fmla="*/ 2147483646 h 539"/>
              <a:gd name="T8" fmla="*/ 2147483646 w 17"/>
              <a:gd name="T9" fmla="*/ 2147483646 h 539"/>
              <a:gd name="T10" fmla="*/ 2147483646 w 17"/>
              <a:gd name="T11" fmla="*/ 2147483646 h 539"/>
              <a:gd name="T12" fmla="*/ 2147483646 w 17"/>
              <a:gd name="T13" fmla="*/ 2147483646 h 539"/>
              <a:gd name="T14" fmla="*/ 2147483646 w 17"/>
              <a:gd name="T15" fmla="*/ 2147483646 h 539"/>
              <a:gd name="T16" fmla="*/ 2147483646 w 17"/>
              <a:gd name="T17" fmla="*/ 2147483646 h 539"/>
              <a:gd name="T18" fmla="*/ 2147483646 w 17"/>
              <a:gd name="T19" fmla="*/ 0 h 539"/>
              <a:gd name="T20" fmla="*/ 2147483646 w 17"/>
              <a:gd name="T21" fmla="*/ 0 h 539"/>
              <a:gd name="T22" fmla="*/ 2147483646 w 17"/>
              <a:gd name="T23" fmla="*/ 2147483646 h 539"/>
              <a:gd name="T24" fmla="*/ 0 w 17"/>
              <a:gd name="T25" fmla="*/ 2147483646 h 539"/>
              <a:gd name="T26" fmla="*/ 0 w 17"/>
              <a:gd name="T27" fmla="*/ 2147483646 h 539"/>
              <a:gd name="T28" fmla="*/ 0 w 17"/>
              <a:gd name="T29" fmla="*/ 2147483646 h 53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
              <a:gd name="T46" fmla="*/ 0 h 539"/>
              <a:gd name="T47" fmla="*/ 17 w 17"/>
              <a:gd name="T48" fmla="*/ 539 h 53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 h="539">
                <a:moveTo>
                  <a:pt x="0" y="531"/>
                </a:moveTo>
                <a:lnTo>
                  <a:pt x="0" y="534"/>
                </a:lnTo>
                <a:lnTo>
                  <a:pt x="3" y="536"/>
                </a:lnTo>
                <a:lnTo>
                  <a:pt x="6" y="539"/>
                </a:lnTo>
                <a:lnTo>
                  <a:pt x="11" y="539"/>
                </a:lnTo>
                <a:lnTo>
                  <a:pt x="14" y="536"/>
                </a:lnTo>
                <a:lnTo>
                  <a:pt x="17" y="534"/>
                </a:lnTo>
                <a:lnTo>
                  <a:pt x="17" y="6"/>
                </a:lnTo>
                <a:lnTo>
                  <a:pt x="14" y="3"/>
                </a:lnTo>
                <a:lnTo>
                  <a:pt x="11" y="0"/>
                </a:lnTo>
                <a:lnTo>
                  <a:pt x="6" y="0"/>
                </a:lnTo>
                <a:lnTo>
                  <a:pt x="3" y="3"/>
                </a:lnTo>
                <a:lnTo>
                  <a:pt x="0" y="6"/>
                </a:lnTo>
                <a:lnTo>
                  <a:pt x="0" y="9"/>
                </a:lnTo>
                <a:lnTo>
                  <a:pt x="0" y="531"/>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74811" name="Freeform 101">
            <a:extLst>
              <a:ext uri="{FF2B5EF4-FFF2-40B4-BE49-F238E27FC236}">
                <a16:creationId xmlns:a16="http://schemas.microsoft.com/office/drawing/2014/main" id="{B62E1275-7B18-F7BA-2F2F-7CF5C47DE9CA}"/>
              </a:ext>
            </a:extLst>
          </p:cNvPr>
          <p:cNvSpPr>
            <a:spLocks noChangeArrowheads="1"/>
          </p:cNvSpPr>
          <p:nvPr/>
        </p:nvSpPr>
        <p:spPr bwMode="auto">
          <a:xfrm>
            <a:off x="7812088" y="4176713"/>
            <a:ext cx="315912" cy="26987"/>
          </a:xfrm>
          <a:custGeom>
            <a:avLst/>
            <a:gdLst>
              <a:gd name="T0" fmla="*/ 2147483646 w 199"/>
              <a:gd name="T1" fmla="*/ 2147483646 h 17"/>
              <a:gd name="T2" fmla="*/ 2147483646 w 199"/>
              <a:gd name="T3" fmla="*/ 2147483646 h 17"/>
              <a:gd name="T4" fmla="*/ 2147483646 w 199"/>
              <a:gd name="T5" fmla="*/ 2147483646 h 17"/>
              <a:gd name="T6" fmla="*/ 2147483646 w 199"/>
              <a:gd name="T7" fmla="*/ 2147483646 h 17"/>
              <a:gd name="T8" fmla="*/ 2147483646 w 199"/>
              <a:gd name="T9" fmla="*/ 2147483646 h 17"/>
              <a:gd name="T10" fmla="*/ 2147483646 w 199"/>
              <a:gd name="T11" fmla="*/ 2147483646 h 17"/>
              <a:gd name="T12" fmla="*/ 2147483646 w 199"/>
              <a:gd name="T13" fmla="*/ 0 h 17"/>
              <a:gd name="T14" fmla="*/ 2147483646 w 199"/>
              <a:gd name="T15" fmla="*/ 0 h 17"/>
              <a:gd name="T16" fmla="*/ 2147483646 w 199"/>
              <a:gd name="T17" fmla="*/ 2147483646 h 17"/>
              <a:gd name="T18" fmla="*/ 0 w 199"/>
              <a:gd name="T19" fmla="*/ 2147483646 h 17"/>
              <a:gd name="T20" fmla="*/ 0 w 199"/>
              <a:gd name="T21" fmla="*/ 2147483646 h 17"/>
              <a:gd name="T22" fmla="*/ 2147483646 w 199"/>
              <a:gd name="T23" fmla="*/ 2147483646 h 17"/>
              <a:gd name="T24" fmla="*/ 2147483646 w 199"/>
              <a:gd name="T25" fmla="*/ 2147483646 h 17"/>
              <a:gd name="T26" fmla="*/ 2147483646 w 199"/>
              <a:gd name="T27" fmla="*/ 2147483646 h 17"/>
              <a:gd name="T28" fmla="*/ 2147483646 w 199"/>
              <a:gd name="T29" fmla="*/ 2147483646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9"/>
              <a:gd name="T46" fmla="*/ 0 h 17"/>
              <a:gd name="T47" fmla="*/ 199 w 199"/>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9" h="17">
                <a:moveTo>
                  <a:pt x="191" y="17"/>
                </a:moveTo>
                <a:lnTo>
                  <a:pt x="194" y="17"/>
                </a:lnTo>
                <a:lnTo>
                  <a:pt x="196" y="14"/>
                </a:lnTo>
                <a:lnTo>
                  <a:pt x="199" y="12"/>
                </a:lnTo>
                <a:lnTo>
                  <a:pt x="199" y="6"/>
                </a:lnTo>
                <a:lnTo>
                  <a:pt x="196" y="3"/>
                </a:lnTo>
                <a:lnTo>
                  <a:pt x="194" y="0"/>
                </a:lnTo>
                <a:lnTo>
                  <a:pt x="6" y="0"/>
                </a:lnTo>
                <a:lnTo>
                  <a:pt x="3" y="3"/>
                </a:lnTo>
                <a:lnTo>
                  <a:pt x="0" y="6"/>
                </a:lnTo>
                <a:lnTo>
                  <a:pt x="0" y="12"/>
                </a:lnTo>
                <a:lnTo>
                  <a:pt x="3" y="14"/>
                </a:lnTo>
                <a:lnTo>
                  <a:pt x="6" y="17"/>
                </a:lnTo>
                <a:lnTo>
                  <a:pt x="8" y="17"/>
                </a:lnTo>
                <a:lnTo>
                  <a:pt x="191" y="17"/>
                </a:lnTo>
                <a:close/>
              </a:path>
            </a:pathLst>
          </a:custGeom>
          <a:solidFill>
            <a:srgbClr val="000000"/>
          </a:solidFill>
          <a:ln>
            <a:noFill/>
          </a:ln>
          <a:extLst>
            <a:ext uri="{91240B29-F687-4F45-9708-019B960494DF}">
              <a14:hiddenLine xmlns:a14="http://schemas.microsoft.com/office/drawing/2010/main" w="9525" cap="flat">
                <a:solidFill>
                  <a:srgbClr val="000000"/>
                </a:solidFill>
                <a:round/>
                <a:headEnd/>
                <a:tailEnd/>
              </a14:hiddenLine>
            </a:ext>
          </a:extLst>
        </p:spPr>
        <p:txBody>
          <a:bodyPr wrap="none" anchor="ctr"/>
          <a:lstStyle/>
          <a:p>
            <a:endParaRPr lang="it-IT"/>
          </a:p>
        </p:txBody>
      </p:sp>
      <p:sp>
        <p:nvSpPr>
          <p:cNvPr id="74812" name="Line 102">
            <a:extLst>
              <a:ext uri="{FF2B5EF4-FFF2-40B4-BE49-F238E27FC236}">
                <a16:creationId xmlns:a16="http://schemas.microsoft.com/office/drawing/2014/main" id="{AE7E92D6-B9BE-BC8B-B483-803F2E446FEE}"/>
              </a:ext>
            </a:extLst>
          </p:cNvPr>
          <p:cNvSpPr>
            <a:spLocks noChangeShapeType="1"/>
          </p:cNvSpPr>
          <p:nvPr/>
        </p:nvSpPr>
        <p:spPr bwMode="auto">
          <a:xfrm>
            <a:off x="4037013" y="5576888"/>
            <a:ext cx="1549400" cy="1587"/>
          </a:xfrm>
          <a:prstGeom prst="line">
            <a:avLst/>
          </a:prstGeom>
          <a:noFill/>
          <a:ln w="28440">
            <a:solidFill>
              <a:srgbClr val="0000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74813" name="Line 103">
            <a:extLst>
              <a:ext uri="{FF2B5EF4-FFF2-40B4-BE49-F238E27FC236}">
                <a16:creationId xmlns:a16="http://schemas.microsoft.com/office/drawing/2014/main" id="{ECE6F3ED-A00D-D681-0241-36C9E46E2C59}"/>
              </a:ext>
            </a:extLst>
          </p:cNvPr>
          <p:cNvSpPr>
            <a:spLocks noChangeShapeType="1"/>
          </p:cNvSpPr>
          <p:nvPr/>
        </p:nvSpPr>
        <p:spPr bwMode="auto">
          <a:xfrm>
            <a:off x="4024313" y="6415088"/>
            <a:ext cx="4127500" cy="1587"/>
          </a:xfrm>
          <a:prstGeom prst="line">
            <a:avLst/>
          </a:prstGeom>
          <a:noFill/>
          <a:ln w="28440">
            <a:solidFill>
              <a:srgbClr val="0000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74814" name="Line 106">
            <a:extLst>
              <a:ext uri="{FF2B5EF4-FFF2-40B4-BE49-F238E27FC236}">
                <a16:creationId xmlns:a16="http://schemas.microsoft.com/office/drawing/2014/main" id="{BDE7A53E-021B-3FB1-3955-BEA3710EDC39}"/>
              </a:ext>
            </a:extLst>
          </p:cNvPr>
          <p:cNvSpPr>
            <a:spLocks noChangeShapeType="1"/>
          </p:cNvSpPr>
          <p:nvPr/>
        </p:nvSpPr>
        <p:spPr bwMode="auto">
          <a:xfrm>
            <a:off x="8166100" y="4176713"/>
            <a:ext cx="6350" cy="2303462"/>
          </a:xfrm>
          <a:prstGeom prst="line">
            <a:avLst/>
          </a:prstGeom>
          <a:noFill/>
          <a:ln w="38160">
            <a:solidFill>
              <a:srgbClr val="0000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74815" name="Line 107">
            <a:extLst>
              <a:ext uri="{FF2B5EF4-FFF2-40B4-BE49-F238E27FC236}">
                <a16:creationId xmlns:a16="http://schemas.microsoft.com/office/drawing/2014/main" id="{E14E6AC1-5A4C-38C1-1091-55673126229F}"/>
              </a:ext>
            </a:extLst>
          </p:cNvPr>
          <p:cNvSpPr>
            <a:spLocks noChangeShapeType="1"/>
          </p:cNvSpPr>
          <p:nvPr/>
        </p:nvSpPr>
        <p:spPr bwMode="auto">
          <a:xfrm>
            <a:off x="5072063" y="5919788"/>
            <a:ext cx="514350" cy="1587"/>
          </a:xfrm>
          <a:prstGeom prst="line">
            <a:avLst/>
          </a:prstGeom>
          <a:noFill/>
          <a:ln w="38160">
            <a:solidFill>
              <a:srgbClr val="0000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74816" name="Flowchart: Delay 108">
            <a:extLst>
              <a:ext uri="{FF2B5EF4-FFF2-40B4-BE49-F238E27FC236}">
                <a16:creationId xmlns:a16="http://schemas.microsoft.com/office/drawing/2014/main" id="{DB5FAA07-CFB7-4BB1-8BC4-CB3A18E9743A}"/>
              </a:ext>
            </a:extLst>
          </p:cNvPr>
          <p:cNvSpPr>
            <a:spLocks noChangeArrowheads="1"/>
          </p:cNvSpPr>
          <p:nvPr/>
        </p:nvSpPr>
        <p:spPr bwMode="auto">
          <a:xfrm>
            <a:off x="7092950" y="3744913"/>
            <a:ext cx="719138" cy="1008062"/>
          </a:xfrm>
          <a:prstGeom prst="flowChartDelay">
            <a:avLst/>
          </a:prstGeom>
          <a:solidFill>
            <a:schemeClr val="bg1"/>
          </a:solidFill>
          <a:ln w="9525" algn="ctr">
            <a:solidFill>
              <a:schemeClr val="tx1"/>
            </a:solidFill>
            <a:round/>
            <a:headEnd/>
            <a:tailEnd/>
          </a:ln>
        </p:spPr>
        <p:txBody>
          <a:bodyPr/>
          <a:lstStyle/>
          <a:p>
            <a:pPr eaLnBrk="1">
              <a:lnSpc>
                <a:spcPct val="93000"/>
              </a:lnSpc>
              <a:buClr>
                <a:srgbClr val="000000"/>
              </a:buClr>
              <a:buSzPct val="100000"/>
              <a:buFont typeface="Times New Roman" panose="02020603050405020304" pitchFamily="18" charset="0"/>
              <a:buNone/>
            </a:pPr>
            <a:endParaRPr lang="it-IT" altLang="it-IT"/>
          </a:p>
        </p:txBody>
      </p:sp>
      <p:cxnSp>
        <p:nvCxnSpPr>
          <p:cNvPr id="74817" name="Elbow Connector 117">
            <a:extLst>
              <a:ext uri="{FF2B5EF4-FFF2-40B4-BE49-F238E27FC236}">
                <a16:creationId xmlns:a16="http://schemas.microsoft.com/office/drawing/2014/main" id="{2DFE40BB-7460-A3E6-B2F3-364668D6085F}"/>
              </a:ext>
            </a:extLst>
          </p:cNvPr>
          <p:cNvCxnSpPr>
            <a:cxnSpLocks noChangeShapeType="1"/>
          </p:cNvCxnSpPr>
          <p:nvPr/>
        </p:nvCxnSpPr>
        <p:spPr bwMode="auto">
          <a:xfrm>
            <a:off x="6588125" y="3671888"/>
            <a:ext cx="504825" cy="360362"/>
          </a:xfrm>
          <a:prstGeom prst="bentConnector3">
            <a:avLst>
              <a:gd name="adj1" fmla="val 50000"/>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4818" name="Elbow Connector 119">
            <a:extLst>
              <a:ext uri="{FF2B5EF4-FFF2-40B4-BE49-F238E27FC236}">
                <a16:creationId xmlns:a16="http://schemas.microsoft.com/office/drawing/2014/main" id="{3171EFDE-9F55-65C1-FD0A-7AB6F708E06C}"/>
              </a:ext>
            </a:extLst>
          </p:cNvPr>
          <p:cNvCxnSpPr>
            <a:cxnSpLocks noChangeShapeType="1"/>
          </p:cNvCxnSpPr>
          <p:nvPr/>
        </p:nvCxnSpPr>
        <p:spPr bwMode="auto">
          <a:xfrm flipV="1">
            <a:off x="6588125" y="4464050"/>
            <a:ext cx="504825" cy="360363"/>
          </a:xfrm>
          <a:prstGeom prst="bentConnector3">
            <a:avLst>
              <a:gd name="adj1" fmla="val 50000"/>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74819" name="Rectangle 2">
            <a:extLst>
              <a:ext uri="{FF2B5EF4-FFF2-40B4-BE49-F238E27FC236}">
                <a16:creationId xmlns:a16="http://schemas.microsoft.com/office/drawing/2014/main" id="{AE5AECCB-A1DE-AB3C-7463-00B97A3DCF4B}"/>
              </a:ext>
            </a:extLst>
          </p:cNvPr>
          <p:cNvSpPr>
            <a:spLocks noGrp="1" noChangeArrowheads="1"/>
          </p:cNvSpPr>
          <p:nvPr>
            <p:ph type="title"/>
          </p:nvPr>
        </p:nvSpPr>
        <p:spPr>
          <a:xfrm>
            <a:off x="246063" y="0"/>
            <a:ext cx="9226550" cy="503238"/>
          </a:xfrm>
        </p:spPr>
        <p:txBody>
          <a:bodyPr/>
          <a:lstStyle/>
          <a:p>
            <a:pPr eaLnBrk="1" hangingPunct="1">
              <a:lnSpc>
                <a:spcPct val="85000"/>
              </a:lnSpc>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altLang="it-IT" sz="3600">
                <a:solidFill>
                  <a:srgbClr val="FF0000"/>
                </a:solidFill>
              </a:rPr>
              <a:t>Progetto di contatori per riduzione: reset e load sincrono/asincrono (esempio)</a:t>
            </a:r>
          </a:p>
        </p:txBody>
      </p:sp>
      <p:sp>
        <p:nvSpPr>
          <p:cNvPr id="74820" name="CasellaDiTesto 3">
            <a:extLst>
              <a:ext uri="{FF2B5EF4-FFF2-40B4-BE49-F238E27FC236}">
                <a16:creationId xmlns:a16="http://schemas.microsoft.com/office/drawing/2014/main" id="{825E1C3B-0812-8693-263B-CE747B500EAF}"/>
              </a:ext>
            </a:extLst>
          </p:cNvPr>
          <p:cNvSpPr txBox="1">
            <a:spLocks noChangeArrowheads="1"/>
          </p:cNvSpPr>
          <p:nvPr/>
        </p:nvSpPr>
        <p:spPr bwMode="auto">
          <a:xfrm>
            <a:off x="5435600" y="2016125"/>
            <a:ext cx="4108450" cy="100806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eaLnBrk="1">
              <a:lnSpc>
                <a:spcPct val="93000"/>
              </a:lnSpc>
              <a:buClr>
                <a:srgbClr val="000000"/>
              </a:buClr>
              <a:buSzPct val="100000"/>
              <a:buFont typeface="Times New Roman" panose="02020603050405020304" pitchFamily="18" charset="0"/>
              <a:buNone/>
            </a:pPr>
            <a:r>
              <a:rPr lang="it-IT" altLang="it-IT" sz="1600"/>
              <a:t>Visto che è sincrono, il segnale va attivato quando il conteggio arriva al valore 9 (1001), mentre i valori superiori non sono di interesse (don’t care)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MS PGothic"/>
        <a:cs typeface=""/>
      </a:majorFont>
      <a:minorFont>
        <a:latin typeface="Arial"/>
        <a:ea typeface="MS P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ea typeface="Microsoft YaHei"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F36501F82A52044904E2AA776D592FE" ma:contentTypeVersion="7" ma:contentTypeDescription="Create a new document." ma:contentTypeScope="" ma:versionID="ac12382b13ceaf092b54f0e0c65626fa">
  <xsd:schema xmlns:xsd="http://www.w3.org/2001/XMLSchema" xmlns:xs="http://www.w3.org/2001/XMLSchema" xmlns:p="http://schemas.microsoft.com/office/2006/metadata/properties" xmlns:ns2="6e71ac32-155a-4619-8d53-7abf123e0249" targetNamespace="http://schemas.microsoft.com/office/2006/metadata/properties" ma:root="true" ma:fieldsID="e5af121a0c3934511d7015a115c26a1d" ns2:_="">
    <xsd:import namespace="6e71ac32-155a-4619-8d53-7abf123e024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71ac32-155a-4619-8d53-7abf123e02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432E9E8-55C7-489E-900E-E89506557B81}">
  <ds:schemaRefs>
    <ds:schemaRef ds:uri="http://schemas.microsoft.com/sharepoint/v3/contenttype/forms"/>
  </ds:schemaRefs>
</ds:datastoreItem>
</file>

<file path=customXml/itemProps2.xml><?xml version="1.0" encoding="utf-8"?>
<ds:datastoreItem xmlns:ds="http://schemas.openxmlformats.org/officeDocument/2006/customXml" ds:itemID="{53799241-F3EA-4689-ADEA-F5D425C135D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71ac32-155a-4619-8d53-7abf123e02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AB80871-A3C5-4AE2-AB21-FCFBFEAFABC1}">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1516</TotalTime>
  <Words>3477</Words>
  <Application>Microsoft Office PowerPoint</Application>
  <PresentationFormat>Personalizzato</PresentationFormat>
  <Paragraphs>348</Paragraphs>
  <Slides>36</Slides>
  <Notes>36</Notes>
  <HiddenSlides>0</HiddenSlides>
  <MMClips>0</MMClips>
  <ScaleCrop>false</ScaleCrop>
  <HeadingPairs>
    <vt:vector size="4" baseType="variant">
      <vt:variant>
        <vt:lpstr>Tema</vt:lpstr>
      </vt:variant>
      <vt:variant>
        <vt:i4>1</vt:i4>
      </vt:variant>
      <vt:variant>
        <vt:lpstr>Titoli diapositive</vt:lpstr>
      </vt:variant>
      <vt:variant>
        <vt:i4>36</vt:i4>
      </vt:variant>
    </vt:vector>
  </HeadingPairs>
  <TitlesOfParts>
    <vt:vector size="37" baseType="lpstr">
      <vt:lpstr>Office Theme</vt:lpstr>
      <vt:lpstr>Macchine sequenziali notevoli:  registri e contatori</vt:lpstr>
      <vt:lpstr>Registri</vt:lpstr>
      <vt:lpstr>Registro parallelo-parallelo</vt:lpstr>
      <vt:lpstr>Registro a scorrimento o shift register (serie-serie)</vt:lpstr>
      <vt:lpstr>Registro a scorrimento circolare</vt:lpstr>
      <vt:lpstr>Registro a scorrimento sinistra/destra</vt:lpstr>
      <vt:lpstr>Registro serie-parallelo</vt:lpstr>
      <vt:lpstr>Registri parallelo-serie (a scorrimento con caricamento parallelo)</vt:lpstr>
      <vt:lpstr>Registri a scorrimento per la generazione di sequenze</vt:lpstr>
      <vt:lpstr>Registri a scorrimento per effettuare moltiplicazioni e divisioni per potenze di 2</vt:lpstr>
      <vt:lpstr>Registri a scorrimento per realizzare contatori</vt:lpstr>
      <vt:lpstr>Presentazione standard di PowerPoint</vt:lpstr>
      <vt:lpstr>Contatori </vt:lpstr>
      <vt:lpstr>Progetto di contatori come macchine sincrone</vt:lpstr>
      <vt:lpstr>Progetto di contatori sincroni – esempio (1/7)</vt:lpstr>
      <vt:lpstr>Progetto di contatori sincroni – esempio (2/7)</vt:lpstr>
      <vt:lpstr>Progetto di contatori sincroni – esempio (3/7)</vt:lpstr>
      <vt:lpstr>Progetto di contatori sincroni – esempio (4/7)</vt:lpstr>
      <vt:lpstr>Progetto di contatori sincroni – esempio (5/7)</vt:lpstr>
      <vt:lpstr>Progetto di contatori sincroni – esempio (6/7)</vt:lpstr>
      <vt:lpstr>Progetto strutturale di contatori</vt:lpstr>
      <vt:lpstr>Progetto di contatori per composizione (esempio)</vt:lpstr>
      <vt:lpstr>Progetto di contatori per composizione (esempio in binario)</vt:lpstr>
      <vt:lpstr>Contatore fondamentale: contatore mod-2</vt:lpstr>
      <vt:lpstr>Progetto di contatori per composizione: schemi di collegamento</vt:lpstr>
      <vt:lpstr>Contatori paralleli vs seriali – esempio con flip-flop JK</vt:lpstr>
      <vt:lpstr>Contatori paralleli vs seriali – esempio con flip-flop T</vt:lpstr>
      <vt:lpstr>Contatori seriali – ritardi di propagazione</vt:lpstr>
      <vt:lpstr>Composizione di contatori mod-2: tempificazione</vt:lpstr>
      <vt:lpstr>Composizione di contatori generici</vt:lpstr>
      <vt:lpstr>Composizione di contatori generici: tempificazione</vt:lpstr>
      <vt:lpstr>Composizione di contatori generici: esempio</vt:lpstr>
      <vt:lpstr>Contatori seriali: valutazioni</vt:lpstr>
      <vt:lpstr>Progetto di contatori per riduzione</vt:lpstr>
      <vt:lpstr>Progetto di contatori per riduzione: reset e load sincrono/asincrono (esempio)</vt:lpstr>
      <vt:lpstr>Progetto di contatori per riduzione: reset e load sincrono/asincrono (esempio)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Registri e contatori</dc:title>
  <dc:creator>Alessandra</dc:creator>
  <cp:lastModifiedBy>Alessandra De Benedictis</cp:lastModifiedBy>
  <cp:revision>101</cp:revision>
  <cp:lastPrinted>1601-01-01T00:00:00Z</cp:lastPrinted>
  <dcterms:created xsi:type="dcterms:W3CDTF">1601-01-01T00:00:00Z</dcterms:created>
  <dcterms:modified xsi:type="dcterms:W3CDTF">2026-02-06T14:52:07Z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0x0101005F36501F82A52044904E2AA776D592FE</vt:lpwstr>
  </property>
</Properties>
</file>